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8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332" r:id="rId13"/>
    <p:sldId id="266" r:id="rId14"/>
    <p:sldId id="269" r:id="rId15"/>
    <p:sldId id="271" r:id="rId16"/>
    <p:sldId id="263" r:id="rId17"/>
    <p:sldId id="264" r:id="rId18"/>
    <p:sldId id="267" r:id="rId19"/>
    <p:sldId id="268" r:id="rId20"/>
    <p:sldId id="334" r:id="rId21"/>
    <p:sldId id="335" r:id="rId22"/>
    <p:sldId id="336" r:id="rId23"/>
    <p:sldId id="272" r:id="rId24"/>
    <p:sldId id="273" r:id="rId25"/>
    <p:sldId id="383" r:id="rId26"/>
    <p:sldId id="274" r:id="rId27"/>
    <p:sldId id="275" r:id="rId28"/>
    <p:sldId id="276" r:id="rId29"/>
    <p:sldId id="277" r:id="rId30"/>
    <p:sldId id="353" r:id="rId31"/>
    <p:sldId id="279" r:id="rId32"/>
    <p:sldId id="379" r:id="rId33"/>
    <p:sldId id="280" r:id="rId34"/>
    <p:sldId id="281" r:id="rId35"/>
    <p:sldId id="380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81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82" r:id="rId52"/>
    <p:sldId id="385" r:id="rId53"/>
    <p:sldId id="282" r:id="rId54"/>
    <p:sldId id="283" r:id="rId55"/>
    <p:sldId id="284" r:id="rId56"/>
    <p:sldId id="354" r:id="rId57"/>
    <p:sldId id="355" r:id="rId58"/>
    <p:sldId id="356" r:id="rId59"/>
    <p:sldId id="357" r:id="rId60"/>
    <p:sldId id="358" r:id="rId61"/>
    <p:sldId id="359" r:id="rId62"/>
    <p:sldId id="362" r:id="rId63"/>
    <p:sldId id="363" r:id="rId64"/>
    <p:sldId id="365" r:id="rId65"/>
    <p:sldId id="366" r:id="rId66"/>
    <p:sldId id="367" r:id="rId67"/>
    <p:sldId id="368" r:id="rId68"/>
    <p:sldId id="369" r:id="rId69"/>
    <p:sldId id="370" r:id="rId70"/>
    <p:sldId id="372" r:id="rId71"/>
    <p:sldId id="371" r:id="rId72"/>
    <p:sldId id="373" r:id="rId73"/>
    <p:sldId id="374" r:id="rId74"/>
    <p:sldId id="384" r:id="rId75"/>
    <p:sldId id="375" r:id="rId76"/>
    <p:sldId id="376" r:id="rId77"/>
    <p:sldId id="378" r:id="rId78"/>
    <p:sldId id="386" r:id="rId7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0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BDDD2-C077-49FB-A5CB-52665B19E4F6}" v="3" dt="2025-10-28T14:20:55.246"/>
    <p1510:client id="{880B7685-7CFE-4F68-A49F-1AF1064F4BCB}" v="375" dt="2025-10-28T14:43:13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Hrkút" userId="69b41f3f-cce6-4833-b1b6-94a378442888" providerId="ADAL" clId="{6A8D018B-E4E9-464C-9DD4-84FF4B61639F}"/>
    <pc:docChg chg="undo custSel addSld delSld modSld">
      <pc:chgData name="Patrik Hrkút" userId="69b41f3f-cce6-4833-b1b6-94a378442888" providerId="ADAL" clId="{6A8D018B-E4E9-464C-9DD4-84FF4B61639F}" dt="2020-11-04T16:27:21.120" v="1008" actId="20577"/>
      <pc:docMkLst>
        <pc:docMk/>
      </pc:docMkLst>
      <pc:sldChg chg="modSp mod">
        <pc:chgData name="Patrik Hrkút" userId="69b41f3f-cce6-4833-b1b6-94a378442888" providerId="ADAL" clId="{6A8D018B-E4E9-464C-9DD4-84FF4B61639F}" dt="2020-11-04T15:28:25.648" v="15" actId="108"/>
        <pc:sldMkLst>
          <pc:docMk/>
          <pc:sldMk cId="0" sldId="260"/>
        </pc:sldMkLst>
      </pc:sldChg>
      <pc:sldChg chg="modSp mod">
        <pc:chgData name="Patrik Hrkút" userId="69b41f3f-cce6-4833-b1b6-94a378442888" providerId="ADAL" clId="{6A8D018B-E4E9-464C-9DD4-84FF4B61639F}" dt="2020-11-04T15:29:09.476" v="24" actId="255"/>
        <pc:sldMkLst>
          <pc:docMk/>
          <pc:sldMk cId="0" sldId="261"/>
        </pc:sldMkLst>
      </pc:sldChg>
      <pc:sldChg chg="modSp mod">
        <pc:chgData name="Patrik Hrkút" userId="69b41f3f-cce6-4833-b1b6-94a378442888" providerId="ADAL" clId="{6A8D018B-E4E9-464C-9DD4-84FF4B61639F}" dt="2020-11-04T16:27:21.120" v="1008" actId="20577"/>
        <pc:sldMkLst>
          <pc:docMk/>
          <pc:sldMk cId="0" sldId="262"/>
        </pc:sldMkLst>
      </pc:sldChg>
      <pc:sldChg chg="modSp mod">
        <pc:chgData name="Patrik Hrkút" userId="69b41f3f-cce6-4833-b1b6-94a378442888" providerId="ADAL" clId="{6A8D018B-E4E9-464C-9DD4-84FF4B61639F}" dt="2020-11-04T16:25:02.861" v="932" actId="20577"/>
        <pc:sldMkLst>
          <pc:docMk/>
          <pc:sldMk cId="0" sldId="263"/>
        </pc:sldMkLst>
      </pc:sldChg>
      <pc:sldChg chg="addSp modSp mod">
        <pc:chgData name="Patrik Hrkút" userId="69b41f3f-cce6-4833-b1b6-94a378442888" providerId="ADAL" clId="{6A8D018B-E4E9-464C-9DD4-84FF4B61639F}" dt="2020-11-04T15:39:58.113" v="382" actId="1076"/>
        <pc:sldMkLst>
          <pc:docMk/>
          <pc:sldMk cId="0" sldId="265"/>
        </pc:sldMkLst>
      </pc:sldChg>
      <pc:sldChg chg="modSp mod">
        <pc:chgData name="Patrik Hrkút" userId="69b41f3f-cce6-4833-b1b6-94a378442888" providerId="ADAL" clId="{6A8D018B-E4E9-464C-9DD4-84FF4B61639F}" dt="2020-11-04T15:40:48.796" v="416" actId="20577"/>
        <pc:sldMkLst>
          <pc:docMk/>
          <pc:sldMk cId="0" sldId="266"/>
        </pc:sldMkLst>
      </pc:sldChg>
      <pc:sldChg chg="modSp mod">
        <pc:chgData name="Patrik Hrkút" userId="69b41f3f-cce6-4833-b1b6-94a378442888" providerId="ADAL" clId="{6A8D018B-E4E9-464C-9DD4-84FF4B61639F}" dt="2020-11-04T16:26:33.425" v="992" actId="20577"/>
        <pc:sldMkLst>
          <pc:docMk/>
          <pc:sldMk cId="0" sldId="269"/>
        </pc:sldMkLst>
      </pc:sldChg>
      <pc:sldChg chg="modSp mod">
        <pc:chgData name="Patrik Hrkút" userId="69b41f3f-cce6-4833-b1b6-94a378442888" providerId="ADAL" clId="{6A8D018B-E4E9-464C-9DD4-84FF4B61639F}" dt="2020-11-04T15:46:30.439" v="635" actId="20577"/>
        <pc:sldMkLst>
          <pc:docMk/>
          <pc:sldMk cId="1540494505" sldId="270"/>
        </pc:sldMkLst>
      </pc:sldChg>
      <pc:sldChg chg="modSp mod">
        <pc:chgData name="Patrik Hrkút" userId="69b41f3f-cce6-4833-b1b6-94a378442888" providerId="ADAL" clId="{6A8D018B-E4E9-464C-9DD4-84FF4B61639F}" dt="2020-11-04T15:49:03.340" v="646" actId="20577"/>
        <pc:sldMkLst>
          <pc:docMk/>
          <pc:sldMk cId="0" sldId="271"/>
        </pc:sldMkLst>
      </pc:sldChg>
      <pc:sldChg chg="modSp del mod">
        <pc:chgData name="Patrik Hrkút" userId="69b41f3f-cce6-4833-b1b6-94a378442888" providerId="ADAL" clId="{6A8D018B-E4E9-464C-9DD4-84FF4B61639F}" dt="2020-11-04T15:30:08.160" v="35" actId="2696"/>
        <pc:sldMkLst>
          <pc:docMk/>
          <pc:sldMk cId="2513860785" sldId="272"/>
        </pc:sldMkLst>
      </pc:sldChg>
      <pc:sldChg chg="modSp add mod">
        <pc:chgData name="Patrik Hrkút" userId="69b41f3f-cce6-4833-b1b6-94a378442888" providerId="ADAL" clId="{6A8D018B-E4E9-464C-9DD4-84FF4B61639F}" dt="2020-11-04T15:53:21.483" v="660" actId="108"/>
        <pc:sldMkLst>
          <pc:docMk/>
          <pc:sldMk cId="3539811185" sldId="272"/>
        </pc:sldMkLst>
      </pc:sldChg>
      <pc:sldChg chg="modSp mod">
        <pc:chgData name="Patrik Hrkút" userId="69b41f3f-cce6-4833-b1b6-94a378442888" providerId="ADAL" clId="{6A8D018B-E4E9-464C-9DD4-84FF4B61639F}" dt="2020-11-04T15:53:45.899" v="677" actId="20577"/>
        <pc:sldMkLst>
          <pc:docMk/>
          <pc:sldMk cId="0" sldId="273"/>
        </pc:sldMkLst>
      </pc:sldChg>
      <pc:sldChg chg="modSp mod">
        <pc:chgData name="Patrik Hrkút" userId="69b41f3f-cce6-4833-b1b6-94a378442888" providerId="ADAL" clId="{6A8D018B-E4E9-464C-9DD4-84FF4B61639F}" dt="2020-11-04T15:54:57.594" v="708" actId="108"/>
        <pc:sldMkLst>
          <pc:docMk/>
          <pc:sldMk cId="0" sldId="274"/>
        </pc:sldMkLst>
      </pc:sldChg>
      <pc:sldChg chg="modSp mod">
        <pc:chgData name="Patrik Hrkút" userId="69b41f3f-cce6-4833-b1b6-94a378442888" providerId="ADAL" clId="{6A8D018B-E4E9-464C-9DD4-84FF4B61639F}" dt="2020-11-04T15:55:12.151" v="709" actId="1076"/>
        <pc:sldMkLst>
          <pc:docMk/>
          <pc:sldMk cId="0" sldId="275"/>
        </pc:sldMkLst>
      </pc:sldChg>
      <pc:sldChg chg="modSp mod">
        <pc:chgData name="Patrik Hrkút" userId="69b41f3f-cce6-4833-b1b6-94a378442888" providerId="ADAL" clId="{6A8D018B-E4E9-464C-9DD4-84FF4B61639F}" dt="2020-11-04T15:55:59.598" v="710" actId="108"/>
        <pc:sldMkLst>
          <pc:docMk/>
          <pc:sldMk cId="0" sldId="278"/>
        </pc:sldMkLst>
      </pc:sldChg>
      <pc:sldChg chg="modSp mod">
        <pc:chgData name="Patrik Hrkút" userId="69b41f3f-cce6-4833-b1b6-94a378442888" providerId="ADAL" clId="{6A8D018B-E4E9-464C-9DD4-84FF4B61639F}" dt="2020-11-04T15:57:26.912" v="755" actId="1076"/>
        <pc:sldMkLst>
          <pc:docMk/>
          <pc:sldMk cId="0" sldId="279"/>
        </pc:sldMkLst>
      </pc:sldChg>
      <pc:sldChg chg="modSp mod">
        <pc:chgData name="Patrik Hrkút" userId="69b41f3f-cce6-4833-b1b6-94a378442888" providerId="ADAL" clId="{6A8D018B-E4E9-464C-9DD4-84FF4B61639F}" dt="2020-11-04T15:57:56.240" v="808" actId="20577"/>
        <pc:sldMkLst>
          <pc:docMk/>
          <pc:sldMk cId="0" sldId="280"/>
        </pc:sldMkLst>
      </pc:sldChg>
      <pc:sldChg chg="modSp mod">
        <pc:chgData name="Patrik Hrkút" userId="69b41f3f-cce6-4833-b1b6-94a378442888" providerId="ADAL" clId="{6A8D018B-E4E9-464C-9DD4-84FF4B61639F}" dt="2020-11-04T15:58:19.840" v="809" actId="113"/>
        <pc:sldMkLst>
          <pc:docMk/>
          <pc:sldMk cId="0" sldId="283"/>
        </pc:sldMkLst>
      </pc:sldChg>
      <pc:sldChg chg="modSp mod">
        <pc:chgData name="Patrik Hrkút" userId="69b41f3f-cce6-4833-b1b6-94a378442888" providerId="ADAL" clId="{6A8D018B-E4E9-464C-9DD4-84FF4B61639F}" dt="2020-11-04T15:59:17.170" v="827" actId="20577"/>
        <pc:sldMkLst>
          <pc:docMk/>
          <pc:sldMk cId="0" sldId="285"/>
        </pc:sldMkLst>
      </pc:sldChg>
      <pc:sldChg chg="modSp mod">
        <pc:chgData name="Patrik Hrkút" userId="69b41f3f-cce6-4833-b1b6-94a378442888" providerId="ADAL" clId="{6A8D018B-E4E9-464C-9DD4-84FF4B61639F}" dt="2020-11-04T16:08:13.091" v="832" actId="20577"/>
        <pc:sldMkLst>
          <pc:docMk/>
          <pc:sldMk cId="0" sldId="288"/>
        </pc:sldMkLst>
      </pc:sldChg>
      <pc:sldChg chg="modSp mod">
        <pc:chgData name="Patrik Hrkút" userId="69b41f3f-cce6-4833-b1b6-94a378442888" providerId="ADAL" clId="{6A8D018B-E4E9-464C-9DD4-84FF4B61639F}" dt="2020-11-04T16:08:30.687" v="834" actId="6549"/>
        <pc:sldMkLst>
          <pc:docMk/>
          <pc:sldMk cId="0" sldId="289"/>
        </pc:sldMkLst>
      </pc:sldChg>
      <pc:sldChg chg="modSp mod">
        <pc:chgData name="Patrik Hrkút" userId="69b41f3f-cce6-4833-b1b6-94a378442888" providerId="ADAL" clId="{6A8D018B-E4E9-464C-9DD4-84FF4B61639F}" dt="2020-11-04T16:09:50.684" v="836" actId="1076"/>
        <pc:sldMkLst>
          <pc:docMk/>
          <pc:sldMk cId="0" sldId="291"/>
        </pc:sldMkLst>
      </pc:sldChg>
      <pc:sldChg chg="modSp mod">
        <pc:chgData name="Patrik Hrkút" userId="69b41f3f-cce6-4833-b1b6-94a378442888" providerId="ADAL" clId="{6A8D018B-E4E9-464C-9DD4-84FF4B61639F}" dt="2020-11-04T16:11:08.956" v="838" actId="1076"/>
        <pc:sldMkLst>
          <pc:docMk/>
          <pc:sldMk cId="0" sldId="292"/>
        </pc:sldMkLst>
      </pc:sldChg>
      <pc:sldChg chg="modSp mod">
        <pc:chgData name="Patrik Hrkút" userId="69b41f3f-cce6-4833-b1b6-94a378442888" providerId="ADAL" clId="{6A8D018B-E4E9-464C-9DD4-84FF4B61639F}" dt="2020-11-04T16:12:07.972" v="841" actId="1076"/>
        <pc:sldMkLst>
          <pc:docMk/>
          <pc:sldMk cId="0" sldId="296"/>
        </pc:sldMkLst>
      </pc:sldChg>
      <pc:sldChg chg="modSp mod">
        <pc:chgData name="Patrik Hrkút" userId="69b41f3f-cce6-4833-b1b6-94a378442888" providerId="ADAL" clId="{6A8D018B-E4E9-464C-9DD4-84FF4B61639F}" dt="2020-11-04T16:22:34.192" v="909" actId="6549"/>
        <pc:sldMkLst>
          <pc:docMk/>
          <pc:sldMk cId="0" sldId="307"/>
        </pc:sldMkLst>
      </pc:sldChg>
      <pc:sldChg chg="modSp mod">
        <pc:chgData name="Patrik Hrkút" userId="69b41f3f-cce6-4833-b1b6-94a378442888" providerId="ADAL" clId="{6A8D018B-E4E9-464C-9DD4-84FF4B61639F}" dt="2020-11-04T16:17:03.123" v="843" actId="108"/>
        <pc:sldMkLst>
          <pc:docMk/>
          <pc:sldMk cId="0" sldId="309"/>
        </pc:sldMkLst>
      </pc:sldChg>
      <pc:sldChg chg="modSp mod">
        <pc:chgData name="Patrik Hrkút" userId="69b41f3f-cce6-4833-b1b6-94a378442888" providerId="ADAL" clId="{6A8D018B-E4E9-464C-9DD4-84FF4B61639F}" dt="2020-11-04T16:17:21.448" v="846" actId="6549"/>
        <pc:sldMkLst>
          <pc:docMk/>
          <pc:sldMk cId="0" sldId="313"/>
        </pc:sldMkLst>
      </pc:sldChg>
      <pc:sldChg chg="modSp mod">
        <pc:chgData name="Patrik Hrkút" userId="69b41f3f-cce6-4833-b1b6-94a378442888" providerId="ADAL" clId="{6A8D018B-E4E9-464C-9DD4-84FF4B61639F}" dt="2020-11-04T16:17:27.434" v="849" actId="20577"/>
        <pc:sldMkLst>
          <pc:docMk/>
          <pc:sldMk cId="0" sldId="314"/>
        </pc:sldMkLst>
      </pc:sldChg>
      <pc:sldChg chg="modSp mod">
        <pc:chgData name="Patrik Hrkút" userId="69b41f3f-cce6-4833-b1b6-94a378442888" providerId="ADAL" clId="{6A8D018B-E4E9-464C-9DD4-84FF4B61639F}" dt="2020-11-04T16:17:56.425" v="852" actId="114"/>
        <pc:sldMkLst>
          <pc:docMk/>
          <pc:sldMk cId="0" sldId="316"/>
        </pc:sldMkLst>
      </pc:sldChg>
      <pc:sldChg chg="modSp mod">
        <pc:chgData name="Patrik Hrkút" userId="69b41f3f-cce6-4833-b1b6-94a378442888" providerId="ADAL" clId="{6A8D018B-E4E9-464C-9DD4-84FF4B61639F}" dt="2020-11-04T16:20:56.638" v="895" actId="1076"/>
        <pc:sldMkLst>
          <pc:docMk/>
          <pc:sldMk cId="0" sldId="317"/>
        </pc:sldMkLst>
      </pc:sldChg>
      <pc:sldChg chg="modSp mod">
        <pc:chgData name="Patrik Hrkút" userId="69b41f3f-cce6-4833-b1b6-94a378442888" providerId="ADAL" clId="{6A8D018B-E4E9-464C-9DD4-84FF4B61639F}" dt="2020-11-04T16:20:27.234" v="893" actId="114"/>
        <pc:sldMkLst>
          <pc:docMk/>
          <pc:sldMk cId="0" sldId="322"/>
        </pc:sldMkLst>
      </pc:sldChg>
      <pc:sldChg chg="modSp mod">
        <pc:chgData name="Patrik Hrkút" userId="69b41f3f-cce6-4833-b1b6-94a378442888" providerId="ADAL" clId="{6A8D018B-E4E9-464C-9DD4-84FF4B61639F}" dt="2020-11-04T16:19:03.349" v="854" actId="1076"/>
        <pc:sldMkLst>
          <pc:docMk/>
          <pc:sldMk cId="0" sldId="329"/>
        </pc:sldMkLst>
      </pc:sldChg>
      <pc:sldChg chg="modSp mod">
        <pc:chgData name="Patrik Hrkút" userId="69b41f3f-cce6-4833-b1b6-94a378442888" providerId="ADAL" clId="{6A8D018B-E4E9-464C-9DD4-84FF4B61639F}" dt="2020-11-04T15:40:12.015" v="386" actId="108"/>
        <pc:sldMkLst>
          <pc:docMk/>
          <pc:sldMk cId="3358741002" sldId="332"/>
        </pc:sldMkLst>
      </pc:sldChg>
      <pc:sldChg chg="modSp mod">
        <pc:chgData name="Patrik Hrkút" userId="69b41f3f-cce6-4833-b1b6-94a378442888" providerId="ADAL" clId="{6A8D018B-E4E9-464C-9DD4-84FF4B61639F}" dt="2020-11-04T16:24:33.288" v="920" actId="20577"/>
        <pc:sldMkLst>
          <pc:docMk/>
          <pc:sldMk cId="1188967882" sldId="335"/>
        </pc:sldMkLst>
      </pc:sldChg>
    </pc:docChg>
  </pc:docChgLst>
  <pc:docChgLst>
    <pc:chgData name="Patrik Hrkút" userId="69b41f3f-cce6-4833-b1b6-94a378442888" providerId="ADAL" clId="{FA41BB8B-E8DC-437A-BE24-1809D3E9AA1B}"/>
    <pc:docChg chg="undo custSel addSld modSld">
      <pc:chgData name="Patrik Hrkút" userId="69b41f3f-cce6-4833-b1b6-94a378442888" providerId="ADAL" clId="{FA41BB8B-E8DC-437A-BE24-1809D3E9AA1B}" dt="2022-10-20T14:08:28.015" v="329" actId="15"/>
      <pc:docMkLst>
        <pc:docMk/>
      </pc:docMkLst>
      <pc:sldChg chg="modSp mod">
        <pc:chgData name="Patrik Hrkút" userId="69b41f3f-cce6-4833-b1b6-94a378442888" providerId="ADAL" clId="{FA41BB8B-E8DC-437A-BE24-1809D3E9AA1B}" dt="2022-10-14T08:56:59.910" v="3"/>
        <pc:sldMkLst>
          <pc:docMk/>
          <pc:sldMk cId="0" sldId="256"/>
        </pc:sldMkLst>
      </pc:sldChg>
      <pc:sldChg chg="modSp mod">
        <pc:chgData name="Patrik Hrkút" userId="69b41f3f-cce6-4833-b1b6-94a378442888" providerId="ADAL" clId="{FA41BB8B-E8DC-437A-BE24-1809D3E9AA1B}" dt="2022-10-20T13:32:47.347" v="4" actId="6549"/>
        <pc:sldMkLst>
          <pc:docMk/>
          <pc:sldMk cId="0" sldId="259"/>
        </pc:sldMkLst>
      </pc:sldChg>
      <pc:sldChg chg="modSp mod">
        <pc:chgData name="Patrik Hrkút" userId="69b41f3f-cce6-4833-b1b6-94a378442888" providerId="ADAL" clId="{FA41BB8B-E8DC-437A-BE24-1809D3E9AA1B}" dt="2022-10-20T13:38:16.092" v="97" actId="6549"/>
        <pc:sldMkLst>
          <pc:docMk/>
          <pc:sldMk cId="0" sldId="263"/>
        </pc:sldMkLst>
      </pc:sldChg>
      <pc:sldChg chg="addSp delSp modSp mod">
        <pc:chgData name="Patrik Hrkút" userId="69b41f3f-cce6-4833-b1b6-94a378442888" providerId="ADAL" clId="{FA41BB8B-E8DC-437A-BE24-1809D3E9AA1B}" dt="2022-10-20T13:44:52.710" v="109" actId="1076"/>
        <pc:sldMkLst>
          <pc:docMk/>
          <pc:sldMk cId="0" sldId="267"/>
        </pc:sldMkLst>
      </pc:sldChg>
      <pc:sldChg chg="addSp delSp modSp mod">
        <pc:chgData name="Patrik Hrkút" userId="69b41f3f-cce6-4833-b1b6-94a378442888" providerId="ADAL" clId="{FA41BB8B-E8DC-437A-BE24-1809D3E9AA1B}" dt="2022-10-20T13:40:49.792" v="101" actId="1076"/>
        <pc:sldMkLst>
          <pc:docMk/>
          <pc:sldMk cId="0" sldId="268"/>
        </pc:sldMkLst>
      </pc:sldChg>
      <pc:sldChg chg="modSp mod">
        <pc:chgData name="Patrik Hrkút" userId="69b41f3f-cce6-4833-b1b6-94a378442888" providerId="ADAL" clId="{FA41BB8B-E8DC-437A-BE24-1809D3E9AA1B}" dt="2022-10-20T13:36:32.565" v="30" actId="108"/>
        <pc:sldMkLst>
          <pc:docMk/>
          <pc:sldMk cId="0" sldId="271"/>
        </pc:sldMkLst>
      </pc:sldChg>
      <pc:sldChg chg="modSp mod">
        <pc:chgData name="Patrik Hrkút" userId="69b41f3f-cce6-4833-b1b6-94a378442888" providerId="ADAL" clId="{FA41BB8B-E8DC-437A-BE24-1809D3E9AA1B}" dt="2022-10-20T13:46:28.279" v="118" actId="14100"/>
        <pc:sldMkLst>
          <pc:docMk/>
          <pc:sldMk cId="3539811185" sldId="272"/>
        </pc:sldMkLst>
      </pc:sldChg>
      <pc:sldChg chg="modSp mod">
        <pc:chgData name="Patrik Hrkút" userId="69b41f3f-cce6-4833-b1b6-94a378442888" providerId="ADAL" clId="{FA41BB8B-E8DC-437A-BE24-1809D3E9AA1B}" dt="2022-10-20T13:47:33.128" v="119" actId="255"/>
        <pc:sldMkLst>
          <pc:docMk/>
          <pc:sldMk cId="0" sldId="275"/>
        </pc:sldMkLst>
      </pc:sldChg>
      <pc:sldChg chg="addSp delSp mod">
        <pc:chgData name="Patrik Hrkút" userId="69b41f3f-cce6-4833-b1b6-94a378442888" providerId="ADAL" clId="{FA41BB8B-E8DC-437A-BE24-1809D3E9AA1B}" dt="2022-10-10T08:00:58.161" v="1" actId="22"/>
        <pc:sldMkLst>
          <pc:docMk/>
          <pc:sldMk cId="0" sldId="277"/>
        </pc:sldMkLst>
      </pc:sldChg>
      <pc:sldChg chg="modSp mod">
        <pc:chgData name="Patrik Hrkút" userId="69b41f3f-cce6-4833-b1b6-94a378442888" providerId="ADAL" clId="{FA41BB8B-E8DC-437A-BE24-1809D3E9AA1B}" dt="2022-10-20T13:56:42.033" v="225" actId="20577"/>
        <pc:sldMkLst>
          <pc:docMk/>
          <pc:sldMk cId="0" sldId="283"/>
        </pc:sldMkLst>
      </pc:sldChg>
      <pc:sldChg chg="modSp mod">
        <pc:chgData name="Patrik Hrkút" userId="69b41f3f-cce6-4833-b1b6-94a378442888" providerId="ADAL" clId="{FA41BB8B-E8DC-437A-BE24-1809D3E9AA1B}" dt="2022-10-20T13:57:39.698" v="229" actId="20577"/>
        <pc:sldMkLst>
          <pc:docMk/>
          <pc:sldMk cId="0" sldId="285"/>
        </pc:sldMkLst>
      </pc:sldChg>
      <pc:sldChg chg="modSp mod">
        <pc:chgData name="Patrik Hrkút" userId="69b41f3f-cce6-4833-b1b6-94a378442888" providerId="ADAL" clId="{FA41BB8B-E8DC-437A-BE24-1809D3E9AA1B}" dt="2022-10-20T13:58:46.970" v="230" actId="313"/>
        <pc:sldMkLst>
          <pc:docMk/>
          <pc:sldMk cId="0" sldId="312"/>
        </pc:sldMkLst>
      </pc:sldChg>
      <pc:sldChg chg="modSp mod">
        <pc:chgData name="Patrik Hrkút" userId="69b41f3f-cce6-4833-b1b6-94a378442888" providerId="ADAL" clId="{FA41BB8B-E8DC-437A-BE24-1809D3E9AA1B}" dt="2022-10-20T13:59:20.694" v="232" actId="20577"/>
        <pc:sldMkLst>
          <pc:docMk/>
          <pc:sldMk cId="0" sldId="315"/>
        </pc:sldMkLst>
      </pc:sldChg>
      <pc:sldChg chg="modSp mod">
        <pc:chgData name="Patrik Hrkút" userId="69b41f3f-cce6-4833-b1b6-94a378442888" providerId="ADAL" clId="{FA41BB8B-E8DC-437A-BE24-1809D3E9AA1B}" dt="2022-10-20T13:53:51.691" v="194" actId="6549"/>
        <pc:sldMkLst>
          <pc:docMk/>
          <pc:sldMk cId="0" sldId="322"/>
        </pc:sldMkLst>
      </pc:sldChg>
      <pc:sldChg chg="modSp mod">
        <pc:chgData name="Patrik Hrkút" userId="69b41f3f-cce6-4833-b1b6-94a378442888" providerId="ADAL" clId="{FA41BB8B-E8DC-437A-BE24-1809D3E9AA1B}" dt="2022-10-20T13:55:15.298" v="207" actId="20577"/>
        <pc:sldMkLst>
          <pc:docMk/>
          <pc:sldMk cId="0" sldId="325"/>
        </pc:sldMkLst>
      </pc:sldChg>
      <pc:sldChg chg="modSp mod">
        <pc:chgData name="Patrik Hrkút" userId="69b41f3f-cce6-4833-b1b6-94a378442888" providerId="ADAL" clId="{FA41BB8B-E8DC-437A-BE24-1809D3E9AA1B}" dt="2022-10-20T13:55:42.833" v="210" actId="1076"/>
        <pc:sldMkLst>
          <pc:docMk/>
          <pc:sldMk cId="0" sldId="326"/>
        </pc:sldMkLst>
      </pc:sldChg>
      <pc:sldChg chg="modSp mod">
        <pc:chgData name="Patrik Hrkút" userId="69b41f3f-cce6-4833-b1b6-94a378442888" providerId="ADAL" clId="{FA41BB8B-E8DC-437A-BE24-1809D3E9AA1B}" dt="2022-10-20T13:56:16.785" v="218"/>
        <pc:sldMkLst>
          <pc:docMk/>
          <pc:sldMk cId="0" sldId="328"/>
        </pc:sldMkLst>
      </pc:sldChg>
      <pc:sldChg chg="modSp mod">
        <pc:chgData name="Patrik Hrkút" userId="69b41f3f-cce6-4833-b1b6-94a378442888" providerId="ADAL" clId="{FA41BB8B-E8DC-437A-BE24-1809D3E9AA1B}" dt="2022-10-20T13:56:28.612" v="221" actId="6549"/>
        <pc:sldMkLst>
          <pc:docMk/>
          <pc:sldMk cId="0" sldId="329"/>
        </pc:sldMkLst>
      </pc:sldChg>
      <pc:sldChg chg="modSp mod">
        <pc:chgData name="Patrik Hrkút" userId="69b41f3f-cce6-4833-b1b6-94a378442888" providerId="ADAL" clId="{FA41BB8B-E8DC-437A-BE24-1809D3E9AA1B}" dt="2022-10-20T13:34:45.359" v="11" actId="1076"/>
        <pc:sldMkLst>
          <pc:docMk/>
          <pc:sldMk cId="3358741002" sldId="332"/>
        </pc:sldMkLst>
      </pc:sldChg>
      <pc:sldChg chg="modSp mod">
        <pc:chgData name="Patrik Hrkút" userId="69b41f3f-cce6-4833-b1b6-94a378442888" providerId="ADAL" clId="{FA41BB8B-E8DC-437A-BE24-1809D3E9AA1B}" dt="2022-10-20T13:45:46.248" v="115" actId="1076"/>
        <pc:sldMkLst>
          <pc:docMk/>
          <pc:sldMk cId="1128076540" sldId="336"/>
        </pc:sldMkLst>
      </pc:sldChg>
      <pc:sldChg chg="modSp mod">
        <pc:chgData name="Patrik Hrkút" userId="69b41f3f-cce6-4833-b1b6-94a378442888" providerId="ADAL" clId="{FA41BB8B-E8DC-437A-BE24-1809D3E9AA1B}" dt="2022-10-20T13:50:21.983" v="183" actId="20577"/>
        <pc:sldMkLst>
          <pc:docMk/>
          <pc:sldMk cId="0" sldId="338"/>
        </pc:sldMkLst>
      </pc:sldChg>
      <pc:sldChg chg="modSp mod">
        <pc:chgData name="Patrik Hrkút" userId="69b41f3f-cce6-4833-b1b6-94a378442888" providerId="ADAL" clId="{FA41BB8B-E8DC-437A-BE24-1809D3E9AA1B}" dt="2022-10-20T13:50:52.096" v="193" actId="20577"/>
        <pc:sldMkLst>
          <pc:docMk/>
          <pc:sldMk cId="1931050978" sldId="339"/>
        </pc:sldMkLst>
      </pc:sldChg>
      <pc:sldChg chg="modSp mod">
        <pc:chgData name="Patrik Hrkút" userId="69b41f3f-cce6-4833-b1b6-94a378442888" providerId="ADAL" clId="{FA41BB8B-E8DC-437A-BE24-1809D3E9AA1B}" dt="2022-10-20T14:00:40.168" v="242" actId="6549"/>
        <pc:sldMkLst>
          <pc:docMk/>
          <pc:sldMk cId="0" sldId="340"/>
        </pc:sldMkLst>
      </pc:sldChg>
      <pc:sldChg chg="modSp mod">
        <pc:chgData name="Patrik Hrkút" userId="69b41f3f-cce6-4833-b1b6-94a378442888" providerId="ADAL" clId="{FA41BB8B-E8DC-437A-BE24-1809D3E9AA1B}" dt="2022-10-20T14:01:23.069" v="250" actId="790"/>
        <pc:sldMkLst>
          <pc:docMk/>
          <pc:sldMk cId="0" sldId="341"/>
        </pc:sldMkLst>
      </pc:sldChg>
      <pc:sldChg chg="modSp mod">
        <pc:chgData name="Patrik Hrkút" userId="69b41f3f-cce6-4833-b1b6-94a378442888" providerId="ADAL" clId="{FA41BB8B-E8DC-437A-BE24-1809D3E9AA1B}" dt="2022-10-20T14:02:10.012" v="256" actId="790"/>
        <pc:sldMkLst>
          <pc:docMk/>
          <pc:sldMk cId="0" sldId="342"/>
        </pc:sldMkLst>
      </pc:sldChg>
      <pc:sldChg chg="modSp mod">
        <pc:chgData name="Patrik Hrkút" userId="69b41f3f-cce6-4833-b1b6-94a378442888" providerId="ADAL" clId="{FA41BB8B-E8DC-437A-BE24-1809D3E9AA1B}" dt="2022-10-20T14:02:57.914" v="266" actId="6549"/>
        <pc:sldMkLst>
          <pc:docMk/>
          <pc:sldMk cId="0" sldId="343"/>
        </pc:sldMkLst>
      </pc:sldChg>
      <pc:sldChg chg="modSp mod">
        <pc:chgData name="Patrik Hrkút" userId="69b41f3f-cce6-4833-b1b6-94a378442888" providerId="ADAL" clId="{FA41BB8B-E8DC-437A-BE24-1809D3E9AA1B}" dt="2022-10-20T14:03:26.340" v="270" actId="790"/>
        <pc:sldMkLst>
          <pc:docMk/>
          <pc:sldMk cId="0" sldId="344"/>
        </pc:sldMkLst>
      </pc:sldChg>
      <pc:sldChg chg="modSp mod">
        <pc:chgData name="Patrik Hrkút" userId="69b41f3f-cce6-4833-b1b6-94a378442888" providerId="ADAL" clId="{FA41BB8B-E8DC-437A-BE24-1809D3E9AA1B}" dt="2022-10-20T14:05:22.020" v="299" actId="790"/>
        <pc:sldMkLst>
          <pc:docMk/>
          <pc:sldMk cId="0" sldId="345"/>
        </pc:sldMkLst>
      </pc:sldChg>
      <pc:sldChg chg="modSp mod">
        <pc:chgData name="Patrik Hrkút" userId="69b41f3f-cce6-4833-b1b6-94a378442888" providerId="ADAL" clId="{FA41BB8B-E8DC-437A-BE24-1809D3E9AA1B}" dt="2022-10-20T14:05:48.865" v="307" actId="1076"/>
        <pc:sldMkLst>
          <pc:docMk/>
          <pc:sldMk cId="0" sldId="346"/>
        </pc:sldMkLst>
      </pc:sldChg>
      <pc:sldChg chg="modSp mod">
        <pc:chgData name="Patrik Hrkút" userId="69b41f3f-cce6-4833-b1b6-94a378442888" providerId="ADAL" clId="{FA41BB8B-E8DC-437A-BE24-1809D3E9AA1B}" dt="2022-10-20T14:06:09.857" v="311" actId="313"/>
        <pc:sldMkLst>
          <pc:docMk/>
          <pc:sldMk cId="0" sldId="347"/>
        </pc:sldMkLst>
      </pc:sldChg>
      <pc:sldChg chg="modSp mod">
        <pc:chgData name="Patrik Hrkút" userId="69b41f3f-cce6-4833-b1b6-94a378442888" providerId="ADAL" clId="{FA41BB8B-E8DC-437A-BE24-1809D3E9AA1B}" dt="2022-10-20T14:06:34.251" v="312" actId="790"/>
        <pc:sldMkLst>
          <pc:docMk/>
          <pc:sldMk cId="0" sldId="348"/>
        </pc:sldMkLst>
      </pc:sldChg>
      <pc:sldChg chg="modSp mod">
        <pc:chgData name="Patrik Hrkút" userId="69b41f3f-cce6-4833-b1b6-94a378442888" providerId="ADAL" clId="{FA41BB8B-E8DC-437A-BE24-1809D3E9AA1B}" dt="2022-10-20T14:06:44.974" v="315" actId="790"/>
        <pc:sldMkLst>
          <pc:docMk/>
          <pc:sldMk cId="0" sldId="349"/>
        </pc:sldMkLst>
      </pc:sldChg>
      <pc:sldChg chg="modSp mod">
        <pc:chgData name="Patrik Hrkút" userId="69b41f3f-cce6-4833-b1b6-94a378442888" providerId="ADAL" clId="{FA41BB8B-E8DC-437A-BE24-1809D3E9AA1B}" dt="2022-10-20T14:07:21.724" v="320" actId="948"/>
        <pc:sldMkLst>
          <pc:docMk/>
          <pc:sldMk cId="0" sldId="350"/>
        </pc:sldMkLst>
      </pc:sldChg>
      <pc:sldChg chg="modSp mod">
        <pc:chgData name="Patrik Hrkút" userId="69b41f3f-cce6-4833-b1b6-94a378442888" providerId="ADAL" clId="{FA41BB8B-E8DC-437A-BE24-1809D3E9AA1B}" dt="2022-10-20T14:08:02.082" v="327" actId="790"/>
        <pc:sldMkLst>
          <pc:docMk/>
          <pc:sldMk cId="0" sldId="351"/>
        </pc:sldMkLst>
      </pc:sldChg>
      <pc:sldChg chg="modSp mod">
        <pc:chgData name="Patrik Hrkút" userId="69b41f3f-cce6-4833-b1b6-94a378442888" providerId="ADAL" clId="{FA41BB8B-E8DC-437A-BE24-1809D3E9AA1B}" dt="2022-10-20T14:08:28.015" v="329" actId="15"/>
        <pc:sldMkLst>
          <pc:docMk/>
          <pc:sldMk cId="1370172148" sldId="352"/>
        </pc:sldMkLst>
      </pc:sldChg>
      <pc:sldChg chg="add">
        <pc:chgData name="Patrik Hrkút" userId="69b41f3f-cce6-4833-b1b6-94a378442888" providerId="ADAL" clId="{FA41BB8B-E8DC-437A-BE24-1809D3E9AA1B}" dt="2022-10-10T08:01:05.501" v="2"/>
        <pc:sldMkLst>
          <pc:docMk/>
          <pc:sldMk cId="0" sldId="353"/>
        </pc:sldMkLst>
      </pc:sldChg>
    </pc:docChg>
  </pc:docChgLst>
  <pc:docChgLst>
    <pc:chgData name="Patrik Hrkút" userId="69b41f3f-cce6-4833-b1b6-94a378442888" providerId="ADAL" clId="{260FA343-FED2-43A0-9E35-912B2AEA4B73}"/>
    <pc:docChg chg="undo custSel addSld delSld modSld">
      <pc:chgData name="Patrik Hrkút" userId="69b41f3f-cce6-4833-b1b6-94a378442888" providerId="ADAL" clId="{260FA343-FED2-43A0-9E35-912B2AEA4B73}" dt="2023-11-01T14:37:06.965" v="438" actId="207"/>
      <pc:docMkLst>
        <pc:docMk/>
      </pc:docMkLst>
      <pc:sldChg chg="modSp mod">
        <pc:chgData name="Patrik Hrkút" userId="69b41f3f-cce6-4833-b1b6-94a378442888" providerId="ADAL" clId="{260FA343-FED2-43A0-9E35-912B2AEA4B73}" dt="2023-11-01T10:09:27.970" v="88" actId="14100"/>
        <pc:sldMkLst>
          <pc:docMk/>
          <pc:sldMk cId="609830094" sldId="373"/>
        </pc:sldMkLst>
      </pc:sldChg>
      <pc:sldChg chg="modSp mod">
        <pc:chgData name="Patrik Hrkút" userId="69b41f3f-cce6-4833-b1b6-94a378442888" providerId="ADAL" clId="{260FA343-FED2-43A0-9E35-912B2AEA4B73}" dt="2023-11-01T12:47:56.971" v="175" actId="20577"/>
        <pc:sldMkLst>
          <pc:docMk/>
          <pc:sldMk cId="3351353942" sldId="374"/>
        </pc:sldMkLst>
      </pc:sldChg>
      <pc:sldChg chg="addSp modSp mod">
        <pc:chgData name="Patrik Hrkút" userId="69b41f3f-cce6-4833-b1b6-94a378442888" providerId="ADAL" clId="{260FA343-FED2-43A0-9E35-912B2AEA4B73}" dt="2023-11-01T14:37:06.965" v="438" actId="207"/>
        <pc:sldMkLst>
          <pc:docMk/>
          <pc:sldMk cId="1733834935" sldId="378"/>
        </pc:sldMkLst>
      </pc:sldChg>
      <pc:sldChg chg="addSp delSp modSp new del mod">
        <pc:chgData name="Patrik Hrkút" userId="69b41f3f-cce6-4833-b1b6-94a378442888" providerId="ADAL" clId="{260FA343-FED2-43A0-9E35-912B2AEA4B73}" dt="2023-11-01T14:36:56.436" v="436" actId="47"/>
        <pc:sldMkLst>
          <pc:docMk/>
          <pc:sldMk cId="1034725152" sldId="383"/>
        </pc:sldMkLst>
      </pc:sldChg>
    </pc:docChg>
  </pc:docChgLst>
  <pc:docChgLst>
    <pc:chgData name="Patrik Hrkút" userId="69b41f3f-cce6-4833-b1b6-94a378442888" providerId="ADAL" clId="{7B99D3AF-880F-4221-A809-06FF0B99387A}"/>
    <pc:docChg chg="modSld">
      <pc:chgData name="Patrik Hrkút" userId="69b41f3f-cce6-4833-b1b6-94a378442888" providerId="ADAL" clId="{7B99D3AF-880F-4221-A809-06FF0B99387A}" dt="2025-10-28T14:20:55.246" v="2" actId="20577"/>
      <pc:docMkLst>
        <pc:docMk/>
      </pc:docMkLst>
      <pc:sldChg chg="modSp mod">
        <pc:chgData name="Patrik Hrkút" userId="69b41f3f-cce6-4833-b1b6-94a378442888" providerId="ADAL" clId="{7B99D3AF-880F-4221-A809-06FF0B99387A}" dt="2025-10-28T14:20:55.246" v="2" actId="20577"/>
        <pc:sldMkLst>
          <pc:docMk/>
          <pc:sldMk cId="3008853423" sldId="381"/>
        </pc:sldMkLst>
        <pc:spChg chg="mod">
          <ac:chgData name="Patrik Hrkút" userId="69b41f3f-cce6-4833-b1b6-94a378442888" providerId="ADAL" clId="{7B99D3AF-880F-4221-A809-06FF0B99387A}" dt="2025-10-28T14:20:55.246" v="2" actId="20577"/>
          <ac:spMkLst>
            <pc:docMk/>
            <pc:sldMk cId="3008853423" sldId="381"/>
            <ac:spMk id="3" creationId="{33ED2678-02E1-CDA7-6F99-175C91AF9EDD}"/>
          </ac:spMkLst>
        </pc:spChg>
      </pc:sldChg>
    </pc:docChg>
  </pc:docChgLst>
  <pc:docChgLst>
    <pc:chgData name="Patrik Hrkút" userId="69b41f3f-cce6-4833-b1b6-94a378442888" providerId="ADAL" clId="{E69BF926-AC5B-4DEE-9FBA-6123BF96C88E}"/>
    <pc:docChg chg="custSel modSld">
      <pc:chgData name="Patrik Hrkút" userId="69b41f3f-cce6-4833-b1b6-94a378442888" providerId="ADAL" clId="{E69BF926-AC5B-4DEE-9FBA-6123BF96C88E}" dt="2021-11-09T09:44:18.690" v="57" actId="313"/>
      <pc:docMkLst>
        <pc:docMk/>
      </pc:docMkLst>
      <pc:sldChg chg="modSp mod">
        <pc:chgData name="Patrik Hrkút" userId="69b41f3f-cce6-4833-b1b6-94a378442888" providerId="ADAL" clId="{E69BF926-AC5B-4DEE-9FBA-6123BF96C88E}" dt="2021-11-09T09:44:18.690" v="57" actId="313"/>
        <pc:sldMkLst>
          <pc:docMk/>
          <pc:sldMk cId="1370172148" sldId="352"/>
        </pc:sldMkLst>
      </pc:sldChg>
    </pc:docChg>
  </pc:docChgLst>
  <pc:docChgLst>
    <pc:chgData name="Patrik Hrkút" userId="69b41f3f-cce6-4833-b1b6-94a378442888" providerId="ADAL" clId="{F165CC07-A447-4D6D-969F-A8920B3E405C}"/>
    <pc:docChg chg="undo custSel addSld delSld modSld">
      <pc:chgData name="Patrik Hrkút" userId="69b41f3f-cce6-4833-b1b6-94a378442888" providerId="ADAL" clId="{F165CC07-A447-4D6D-969F-A8920B3E405C}" dt="2021-10-29T10:47:29.467" v="625" actId="114"/>
      <pc:docMkLst>
        <pc:docMk/>
      </pc:docMkLst>
      <pc:sldChg chg="modSp mod">
        <pc:chgData name="Patrik Hrkút" userId="69b41f3f-cce6-4833-b1b6-94a378442888" providerId="ADAL" clId="{F165CC07-A447-4D6D-969F-A8920B3E405C}" dt="2021-10-28T06:21:30.465" v="3" actId="790"/>
        <pc:sldMkLst>
          <pc:docMk/>
          <pc:sldMk cId="0" sldId="256"/>
        </pc:sldMkLst>
      </pc:sldChg>
      <pc:sldChg chg="modSp mod">
        <pc:chgData name="Patrik Hrkút" userId="69b41f3f-cce6-4833-b1b6-94a378442888" providerId="ADAL" clId="{F165CC07-A447-4D6D-969F-A8920B3E405C}" dt="2021-10-29T10:47:29.467" v="625" actId="114"/>
        <pc:sldMkLst>
          <pc:docMk/>
          <pc:sldMk cId="0" sldId="257"/>
        </pc:sldMkLst>
      </pc:sldChg>
      <pc:sldChg chg="modSp mod">
        <pc:chgData name="Patrik Hrkút" userId="69b41f3f-cce6-4833-b1b6-94a378442888" providerId="ADAL" clId="{F165CC07-A447-4D6D-969F-A8920B3E405C}" dt="2021-10-28T06:21:30.507" v="9" actId="790"/>
        <pc:sldMkLst>
          <pc:docMk/>
          <pc:sldMk cId="0" sldId="258"/>
        </pc:sldMkLst>
      </pc:sldChg>
      <pc:sldChg chg="modSp mod">
        <pc:chgData name="Patrik Hrkút" userId="69b41f3f-cce6-4833-b1b6-94a378442888" providerId="ADAL" clId="{F165CC07-A447-4D6D-969F-A8920B3E405C}" dt="2021-10-28T06:21:30.539" v="12" actId="790"/>
        <pc:sldMkLst>
          <pc:docMk/>
          <pc:sldMk cId="0" sldId="259"/>
        </pc:sldMkLst>
      </pc:sldChg>
      <pc:sldChg chg="modSp mod">
        <pc:chgData name="Patrik Hrkút" userId="69b41f3f-cce6-4833-b1b6-94a378442888" providerId="ADAL" clId="{F165CC07-A447-4D6D-969F-A8920B3E405C}" dt="2021-10-28T06:21:30.582" v="15" actId="790"/>
        <pc:sldMkLst>
          <pc:docMk/>
          <pc:sldMk cId="0" sldId="260"/>
        </pc:sldMkLst>
      </pc:sldChg>
      <pc:sldChg chg="modSp mod">
        <pc:chgData name="Patrik Hrkút" userId="69b41f3f-cce6-4833-b1b6-94a378442888" providerId="ADAL" clId="{F165CC07-A447-4D6D-969F-A8920B3E405C}" dt="2021-10-28T06:36:28.542" v="267" actId="6549"/>
        <pc:sldMkLst>
          <pc:docMk/>
          <pc:sldMk cId="0" sldId="261"/>
        </pc:sldMkLst>
      </pc:sldChg>
      <pc:sldChg chg="modSp mod">
        <pc:chgData name="Patrik Hrkút" userId="69b41f3f-cce6-4833-b1b6-94a378442888" providerId="ADAL" clId="{F165CC07-A447-4D6D-969F-A8920B3E405C}" dt="2021-10-28T06:37:10.919" v="311" actId="790"/>
        <pc:sldMkLst>
          <pc:docMk/>
          <pc:sldMk cId="0" sldId="262"/>
        </pc:sldMkLst>
      </pc:sldChg>
      <pc:sldChg chg="modSp mod">
        <pc:chgData name="Patrik Hrkút" userId="69b41f3f-cce6-4833-b1b6-94a378442888" providerId="ADAL" clId="{F165CC07-A447-4D6D-969F-A8920B3E405C}" dt="2021-10-28T06:56:59.032" v="376" actId="255"/>
        <pc:sldMkLst>
          <pc:docMk/>
          <pc:sldMk cId="0" sldId="263"/>
        </pc:sldMkLst>
      </pc:sldChg>
      <pc:sldChg chg="modSp mod">
        <pc:chgData name="Patrik Hrkút" userId="69b41f3f-cce6-4833-b1b6-94a378442888" providerId="ADAL" clId="{F165CC07-A447-4D6D-969F-A8920B3E405C}" dt="2021-10-28T07:04:02.890" v="418" actId="20577"/>
        <pc:sldMkLst>
          <pc:docMk/>
          <pc:sldMk cId="0" sldId="264"/>
        </pc:sldMkLst>
      </pc:sldChg>
      <pc:sldChg chg="modSp mod">
        <pc:chgData name="Patrik Hrkút" userId="69b41f3f-cce6-4833-b1b6-94a378442888" providerId="ADAL" clId="{F165CC07-A447-4D6D-969F-A8920B3E405C}" dt="2021-10-28T06:41:29.537" v="330" actId="20577"/>
        <pc:sldMkLst>
          <pc:docMk/>
          <pc:sldMk cId="0" sldId="265"/>
        </pc:sldMkLst>
      </pc:sldChg>
      <pc:sldChg chg="modSp mod">
        <pc:chgData name="Patrik Hrkút" userId="69b41f3f-cce6-4833-b1b6-94a378442888" providerId="ADAL" clId="{F165CC07-A447-4D6D-969F-A8920B3E405C}" dt="2021-10-28T06:21:30.715" v="38"/>
        <pc:sldMkLst>
          <pc:docMk/>
          <pc:sldMk cId="0" sldId="266"/>
        </pc:sldMkLst>
      </pc:sldChg>
      <pc:sldChg chg="modSp mod">
        <pc:chgData name="Patrik Hrkút" userId="69b41f3f-cce6-4833-b1b6-94a378442888" providerId="ADAL" clId="{F165CC07-A447-4D6D-969F-A8920B3E405C}" dt="2021-10-28T06:21:31.035" v="63" actId="790"/>
        <pc:sldMkLst>
          <pc:docMk/>
          <pc:sldMk cId="0" sldId="267"/>
        </pc:sldMkLst>
      </pc:sldChg>
      <pc:sldChg chg="modSp mod">
        <pc:chgData name="Patrik Hrkút" userId="69b41f3f-cce6-4833-b1b6-94a378442888" providerId="ADAL" clId="{F165CC07-A447-4D6D-969F-A8920B3E405C}" dt="2021-10-28T06:21:31.050" v="67"/>
        <pc:sldMkLst>
          <pc:docMk/>
          <pc:sldMk cId="0" sldId="268"/>
        </pc:sldMkLst>
      </pc:sldChg>
      <pc:sldChg chg="addSp delSp modSp mod">
        <pc:chgData name="Patrik Hrkút" userId="69b41f3f-cce6-4833-b1b6-94a378442888" providerId="ADAL" clId="{F165CC07-A447-4D6D-969F-A8920B3E405C}" dt="2021-10-28T06:56:08.781" v="364" actId="478"/>
        <pc:sldMkLst>
          <pc:docMk/>
          <pc:sldMk cId="0" sldId="269"/>
        </pc:sldMkLst>
      </pc:sldChg>
      <pc:sldChg chg="modSp mod">
        <pc:chgData name="Patrik Hrkút" userId="69b41f3f-cce6-4833-b1b6-94a378442888" providerId="ADAL" clId="{F165CC07-A447-4D6D-969F-A8920B3E405C}" dt="2021-10-28T06:56:27.981" v="374" actId="20577"/>
        <pc:sldMkLst>
          <pc:docMk/>
          <pc:sldMk cId="1540494505" sldId="270"/>
        </pc:sldMkLst>
      </pc:sldChg>
      <pc:sldChg chg="modSp mod">
        <pc:chgData name="Patrik Hrkút" userId="69b41f3f-cce6-4833-b1b6-94a378442888" providerId="ADAL" clId="{F165CC07-A447-4D6D-969F-A8920B3E405C}" dt="2021-10-28T06:21:30.817" v="52"/>
        <pc:sldMkLst>
          <pc:docMk/>
          <pc:sldMk cId="0" sldId="271"/>
        </pc:sldMkLst>
      </pc:sldChg>
      <pc:sldChg chg="addSp modSp mod">
        <pc:chgData name="Patrik Hrkút" userId="69b41f3f-cce6-4833-b1b6-94a378442888" providerId="ADAL" clId="{F165CC07-A447-4D6D-969F-A8920B3E405C}" dt="2021-10-28T07:10:54.981" v="484" actId="1076"/>
        <pc:sldMkLst>
          <pc:docMk/>
          <pc:sldMk cId="3539811185" sldId="272"/>
        </pc:sldMkLst>
      </pc:sldChg>
      <pc:sldChg chg="modSp mod">
        <pc:chgData name="Patrik Hrkút" userId="69b41f3f-cce6-4833-b1b6-94a378442888" providerId="ADAL" clId="{F165CC07-A447-4D6D-969F-A8920B3E405C}" dt="2021-10-28T06:21:31.146" v="85"/>
        <pc:sldMkLst>
          <pc:docMk/>
          <pc:sldMk cId="0" sldId="273"/>
        </pc:sldMkLst>
      </pc:sldChg>
      <pc:sldChg chg="modSp mod">
        <pc:chgData name="Patrik Hrkút" userId="69b41f3f-cce6-4833-b1b6-94a378442888" providerId="ADAL" clId="{F165CC07-A447-4D6D-969F-A8920B3E405C}" dt="2021-10-28T06:21:31.189" v="88" actId="790"/>
        <pc:sldMkLst>
          <pc:docMk/>
          <pc:sldMk cId="0" sldId="274"/>
        </pc:sldMkLst>
      </pc:sldChg>
      <pc:sldChg chg="modSp mod">
        <pc:chgData name="Patrik Hrkút" userId="69b41f3f-cce6-4833-b1b6-94a378442888" providerId="ADAL" clId="{F165CC07-A447-4D6D-969F-A8920B3E405C}" dt="2021-10-28T06:21:31.213" v="92"/>
        <pc:sldMkLst>
          <pc:docMk/>
          <pc:sldMk cId="0" sldId="275"/>
        </pc:sldMkLst>
      </pc:sldChg>
      <pc:sldChg chg="modSp mod">
        <pc:chgData name="Patrik Hrkút" userId="69b41f3f-cce6-4833-b1b6-94a378442888" providerId="ADAL" clId="{F165CC07-A447-4D6D-969F-A8920B3E405C}" dt="2021-10-28T07:12:09.447" v="492" actId="6549"/>
        <pc:sldMkLst>
          <pc:docMk/>
          <pc:sldMk cId="0" sldId="276"/>
        </pc:sldMkLst>
      </pc:sldChg>
      <pc:sldChg chg="modSp mod">
        <pc:chgData name="Patrik Hrkút" userId="69b41f3f-cce6-4833-b1b6-94a378442888" providerId="ADAL" clId="{F165CC07-A447-4D6D-969F-A8920B3E405C}" dt="2021-10-28T06:21:31.287" v="98" actId="790"/>
        <pc:sldMkLst>
          <pc:docMk/>
          <pc:sldMk cId="0" sldId="277"/>
        </pc:sldMkLst>
      </pc:sldChg>
      <pc:sldChg chg="modSp mod">
        <pc:chgData name="Patrik Hrkút" userId="69b41f3f-cce6-4833-b1b6-94a378442888" providerId="ADAL" clId="{F165CC07-A447-4D6D-969F-A8920B3E405C}" dt="2021-10-28T07:12:36.205" v="495" actId="6549"/>
        <pc:sldMkLst>
          <pc:docMk/>
          <pc:sldMk cId="0" sldId="278"/>
        </pc:sldMkLst>
      </pc:sldChg>
      <pc:sldChg chg="modSp mod">
        <pc:chgData name="Patrik Hrkút" userId="69b41f3f-cce6-4833-b1b6-94a378442888" providerId="ADAL" clId="{F165CC07-A447-4D6D-969F-A8920B3E405C}" dt="2021-10-28T07:13:01.022" v="497" actId="108"/>
        <pc:sldMkLst>
          <pc:docMk/>
          <pc:sldMk cId="0" sldId="279"/>
        </pc:sldMkLst>
      </pc:sldChg>
      <pc:sldChg chg="modSp mod">
        <pc:chgData name="Patrik Hrkút" userId="69b41f3f-cce6-4833-b1b6-94a378442888" providerId="ADAL" clId="{F165CC07-A447-4D6D-969F-A8920B3E405C}" dt="2021-10-28T06:21:31.377" v="111"/>
        <pc:sldMkLst>
          <pc:docMk/>
          <pc:sldMk cId="0" sldId="280"/>
        </pc:sldMkLst>
      </pc:sldChg>
      <pc:sldChg chg="modSp mod">
        <pc:chgData name="Patrik Hrkút" userId="69b41f3f-cce6-4833-b1b6-94a378442888" providerId="ADAL" clId="{F165CC07-A447-4D6D-969F-A8920B3E405C}" dt="2021-10-28T07:13:53.938" v="501" actId="2711"/>
        <pc:sldMkLst>
          <pc:docMk/>
          <pc:sldMk cId="0" sldId="281"/>
        </pc:sldMkLst>
      </pc:sldChg>
      <pc:sldChg chg="modSp mod">
        <pc:chgData name="Patrik Hrkút" userId="69b41f3f-cce6-4833-b1b6-94a378442888" providerId="ADAL" clId="{F165CC07-A447-4D6D-969F-A8920B3E405C}" dt="2021-10-28T06:21:31.438" v="117" actId="790"/>
        <pc:sldMkLst>
          <pc:docMk/>
          <pc:sldMk cId="0" sldId="282"/>
        </pc:sldMkLst>
      </pc:sldChg>
      <pc:sldChg chg="modSp mod">
        <pc:chgData name="Patrik Hrkút" userId="69b41f3f-cce6-4833-b1b6-94a378442888" providerId="ADAL" clId="{F165CC07-A447-4D6D-969F-A8920B3E405C}" dt="2021-10-28T07:15:00.287" v="533" actId="20577"/>
        <pc:sldMkLst>
          <pc:docMk/>
          <pc:sldMk cId="0" sldId="283"/>
        </pc:sldMkLst>
      </pc:sldChg>
      <pc:sldChg chg="modSp mod">
        <pc:chgData name="Patrik Hrkút" userId="69b41f3f-cce6-4833-b1b6-94a378442888" providerId="ADAL" clId="{F165CC07-A447-4D6D-969F-A8920B3E405C}" dt="2021-10-28T07:15:10.250" v="536" actId="20577"/>
        <pc:sldMkLst>
          <pc:docMk/>
          <pc:sldMk cId="0" sldId="284"/>
        </pc:sldMkLst>
      </pc:sldChg>
      <pc:sldChg chg="modSp mod">
        <pc:chgData name="Patrik Hrkút" userId="69b41f3f-cce6-4833-b1b6-94a378442888" providerId="ADAL" clId="{F165CC07-A447-4D6D-969F-A8920B3E405C}" dt="2021-10-28T06:21:31.511" v="126" actId="790"/>
        <pc:sldMkLst>
          <pc:docMk/>
          <pc:sldMk cId="0" sldId="285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86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87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88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89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0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1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2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3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4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5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6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7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8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299"/>
        </pc:sldMkLst>
      </pc:sldChg>
      <pc:sldChg chg="modSp del mod">
        <pc:chgData name="Patrik Hrkút" userId="69b41f3f-cce6-4833-b1b6-94a378442888" providerId="ADAL" clId="{F165CC07-A447-4D6D-969F-A8920B3E405C}" dt="2021-10-28T07:16:36.533" v="537" actId="47"/>
        <pc:sldMkLst>
          <pc:docMk/>
          <pc:sldMk cId="0" sldId="300"/>
        </pc:sldMkLst>
      </pc:sldChg>
      <pc:sldChg chg="modSp del mod">
        <pc:chgData name="Patrik Hrkút" userId="69b41f3f-cce6-4833-b1b6-94a378442888" providerId="ADAL" clId="{F165CC07-A447-4D6D-969F-A8920B3E405C}" dt="2021-10-28T07:17:03.211" v="538" actId="47"/>
        <pc:sldMkLst>
          <pc:docMk/>
          <pc:sldMk cId="0" sldId="301"/>
        </pc:sldMkLst>
      </pc:sldChg>
      <pc:sldChg chg="modSp del mod">
        <pc:chgData name="Patrik Hrkút" userId="69b41f3f-cce6-4833-b1b6-94a378442888" providerId="ADAL" clId="{F165CC07-A447-4D6D-969F-A8920B3E405C}" dt="2021-10-28T07:17:03.211" v="538" actId="47"/>
        <pc:sldMkLst>
          <pc:docMk/>
          <pc:sldMk cId="0" sldId="302"/>
        </pc:sldMkLst>
      </pc:sldChg>
      <pc:sldChg chg="modSp del mod">
        <pc:chgData name="Patrik Hrkút" userId="69b41f3f-cce6-4833-b1b6-94a378442888" providerId="ADAL" clId="{F165CC07-A447-4D6D-969F-A8920B3E405C}" dt="2021-10-28T07:17:03.211" v="538" actId="47"/>
        <pc:sldMkLst>
          <pc:docMk/>
          <pc:sldMk cId="0" sldId="303"/>
        </pc:sldMkLst>
      </pc:sldChg>
      <pc:sldChg chg="modSp del mod">
        <pc:chgData name="Patrik Hrkút" userId="69b41f3f-cce6-4833-b1b6-94a378442888" providerId="ADAL" clId="{F165CC07-A447-4D6D-969F-A8920B3E405C}" dt="2021-10-28T07:17:03.211" v="538" actId="47"/>
        <pc:sldMkLst>
          <pc:docMk/>
          <pc:sldMk cId="0" sldId="304"/>
        </pc:sldMkLst>
      </pc:sldChg>
      <pc:sldChg chg="modSp del mod">
        <pc:chgData name="Patrik Hrkút" userId="69b41f3f-cce6-4833-b1b6-94a378442888" providerId="ADAL" clId="{F165CC07-A447-4D6D-969F-A8920B3E405C}" dt="2021-10-28T07:17:03.211" v="538" actId="47"/>
        <pc:sldMkLst>
          <pc:docMk/>
          <pc:sldMk cId="0" sldId="305"/>
        </pc:sldMkLst>
      </pc:sldChg>
      <pc:sldChg chg="modSp del mod">
        <pc:chgData name="Patrik Hrkút" userId="69b41f3f-cce6-4833-b1b6-94a378442888" providerId="ADAL" clId="{F165CC07-A447-4D6D-969F-A8920B3E405C}" dt="2021-10-28T07:17:03.211" v="538" actId="47"/>
        <pc:sldMkLst>
          <pc:docMk/>
          <pc:sldMk cId="0" sldId="306"/>
        </pc:sldMkLst>
      </pc:sldChg>
      <pc:sldChg chg="modSp mod">
        <pc:chgData name="Patrik Hrkút" userId="69b41f3f-cce6-4833-b1b6-94a378442888" providerId="ADAL" clId="{F165CC07-A447-4D6D-969F-A8920B3E405C}" dt="2021-10-28T07:17:32.738" v="589" actId="20577"/>
        <pc:sldMkLst>
          <pc:docMk/>
          <pc:sldMk cId="0" sldId="307"/>
        </pc:sldMkLst>
      </pc:sldChg>
      <pc:sldChg chg="modSp mod">
        <pc:chgData name="Patrik Hrkút" userId="69b41f3f-cce6-4833-b1b6-94a378442888" providerId="ADAL" clId="{F165CC07-A447-4D6D-969F-A8920B3E405C}" dt="2021-10-28T06:21:32.507" v="198" actId="790"/>
        <pc:sldMkLst>
          <pc:docMk/>
          <pc:sldMk cId="0" sldId="308"/>
        </pc:sldMkLst>
      </pc:sldChg>
      <pc:sldChg chg="modSp mod">
        <pc:chgData name="Patrik Hrkút" userId="69b41f3f-cce6-4833-b1b6-94a378442888" providerId="ADAL" clId="{F165CC07-A447-4D6D-969F-A8920B3E405C}" dt="2021-10-28T06:21:32.534" v="203"/>
        <pc:sldMkLst>
          <pc:docMk/>
          <pc:sldMk cId="0" sldId="309"/>
        </pc:sldMkLst>
      </pc:sldChg>
      <pc:sldChg chg="modSp mod">
        <pc:chgData name="Patrik Hrkút" userId="69b41f3f-cce6-4833-b1b6-94a378442888" providerId="ADAL" clId="{F165CC07-A447-4D6D-969F-A8920B3E405C}" dt="2021-10-28T06:21:32.663" v="206" actId="790"/>
        <pc:sldMkLst>
          <pc:docMk/>
          <pc:sldMk cId="0" sldId="310"/>
        </pc:sldMkLst>
      </pc:sldChg>
      <pc:sldChg chg="modSp mod">
        <pc:chgData name="Patrik Hrkút" userId="69b41f3f-cce6-4833-b1b6-94a378442888" providerId="ADAL" clId="{F165CC07-A447-4D6D-969F-A8920B3E405C}" dt="2021-10-28T06:21:32.690" v="209" actId="790"/>
        <pc:sldMkLst>
          <pc:docMk/>
          <pc:sldMk cId="0" sldId="311"/>
        </pc:sldMkLst>
      </pc:sldChg>
      <pc:sldChg chg="modSp mod">
        <pc:chgData name="Patrik Hrkút" userId="69b41f3f-cce6-4833-b1b6-94a378442888" providerId="ADAL" clId="{F165CC07-A447-4D6D-969F-A8920B3E405C}" dt="2021-10-28T06:21:32.725" v="212" actId="790"/>
        <pc:sldMkLst>
          <pc:docMk/>
          <pc:sldMk cId="0" sldId="312"/>
        </pc:sldMkLst>
      </pc:sldChg>
      <pc:sldChg chg="modSp mod">
        <pc:chgData name="Patrik Hrkút" userId="69b41f3f-cce6-4833-b1b6-94a378442888" providerId="ADAL" clId="{F165CC07-A447-4D6D-969F-A8920B3E405C}" dt="2021-10-28T06:21:32.748" v="215" actId="790"/>
        <pc:sldMkLst>
          <pc:docMk/>
          <pc:sldMk cId="0" sldId="313"/>
        </pc:sldMkLst>
      </pc:sldChg>
      <pc:sldChg chg="modSp mod">
        <pc:chgData name="Patrik Hrkút" userId="69b41f3f-cce6-4833-b1b6-94a378442888" providerId="ADAL" clId="{F165CC07-A447-4D6D-969F-A8920B3E405C}" dt="2021-10-28T06:21:32.767" v="218" actId="790"/>
        <pc:sldMkLst>
          <pc:docMk/>
          <pc:sldMk cId="0" sldId="314"/>
        </pc:sldMkLst>
      </pc:sldChg>
      <pc:sldChg chg="modSp mod">
        <pc:chgData name="Patrik Hrkút" userId="69b41f3f-cce6-4833-b1b6-94a378442888" providerId="ADAL" clId="{F165CC07-A447-4D6D-969F-A8920B3E405C}" dt="2021-10-28T06:21:32.812" v="223" actId="790"/>
        <pc:sldMkLst>
          <pc:docMk/>
          <pc:sldMk cId="0" sldId="315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16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17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18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19"/>
        </pc:sldMkLst>
      </pc:sldChg>
      <pc:sldChg chg="add">
        <pc:chgData name="Patrik Hrkút" userId="69b41f3f-cce6-4833-b1b6-94a378442888" providerId="ADAL" clId="{F165CC07-A447-4D6D-969F-A8920B3E405C}" dt="2021-10-29T10:42:53.637" v="604"/>
        <pc:sldMkLst>
          <pc:docMk/>
          <pc:sldMk cId="0" sldId="320"/>
        </pc:sldMkLst>
      </pc:sldChg>
      <pc:sldChg chg="add">
        <pc:chgData name="Patrik Hrkút" userId="69b41f3f-cce6-4833-b1b6-94a378442888" providerId="ADAL" clId="{F165CC07-A447-4D6D-969F-A8920B3E405C}" dt="2021-10-29T10:42:53.637" v="604"/>
        <pc:sldMkLst>
          <pc:docMk/>
          <pc:sldMk cId="0" sldId="321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22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23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24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25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26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27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28"/>
        </pc:sldMkLst>
      </pc:sldChg>
      <pc:sldChg chg="modSp add del mod">
        <pc:chgData name="Patrik Hrkút" userId="69b41f3f-cce6-4833-b1b6-94a378442888" providerId="ADAL" clId="{F165CC07-A447-4D6D-969F-A8920B3E405C}" dt="2021-10-29T10:42:53.637" v="604"/>
        <pc:sldMkLst>
          <pc:docMk/>
          <pc:sldMk cId="0" sldId="329"/>
        </pc:sldMkLst>
      </pc:sldChg>
      <pc:sldChg chg="modSp mod">
        <pc:chgData name="Patrik Hrkút" userId="69b41f3f-cce6-4833-b1b6-94a378442888" providerId="ADAL" clId="{F165CC07-A447-4D6D-969F-A8920B3E405C}" dt="2021-10-28T06:43:56.505" v="351" actId="108"/>
        <pc:sldMkLst>
          <pc:docMk/>
          <pc:sldMk cId="3358741002" sldId="332"/>
        </pc:sldMkLst>
      </pc:sldChg>
      <pc:sldChg chg="modSp mod">
        <pc:chgData name="Patrik Hrkút" userId="69b41f3f-cce6-4833-b1b6-94a378442888" providerId="ADAL" clId="{F165CC07-A447-4D6D-969F-A8920B3E405C}" dt="2021-10-28T06:21:31.068" v="71"/>
        <pc:sldMkLst>
          <pc:docMk/>
          <pc:sldMk cId="4124471580" sldId="334"/>
        </pc:sldMkLst>
      </pc:sldChg>
      <pc:sldChg chg="modSp mod">
        <pc:chgData name="Patrik Hrkút" userId="69b41f3f-cce6-4833-b1b6-94a378442888" providerId="ADAL" clId="{F165CC07-A447-4D6D-969F-A8920B3E405C}" dt="2021-10-28T07:05:37.490" v="443" actId="255"/>
        <pc:sldMkLst>
          <pc:docMk/>
          <pc:sldMk cId="1188967882" sldId="335"/>
        </pc:sldMkLst>
      </pc:sldChg>
      <pc:sldChg chg="addSp modSp mod">
        <pc:chgData name="Patrik Hrkút" userId="69b41f3f-cce6-4833-b1b6-94a378442888" providerId="ADAL" clId="{F165CC07-A447-4D6D-969F-A8920B3E405C}" dt="2021-10-28T07:11:08.993" v="486" actId="1076"/>
        <pc:sldMkLst>
          <pc:docMk/>
          <pc:sldMk cId="1128076540" sldId="336"/>
        </pc:sldMkLst>
      </pc:sldChg>
      <pc:sldChg chg="add">
        <pc:chgData name="Patrik Hrkút" userId="69b41f3f-cce6-4833-b1b6-94a378442888" providerId="ADAL" clId="{F165CC07-A447-4D6D-969F-A8920B3E405C}" dt="2021-10-29T10:42:53.637" v="604"/>
        <pc:sldMkLst>
          <pc:docMk/>
          <pc:sldMk cId="0" sldId="337"/>
        </pc:sldMkLst>
      </pc:sldChg>
      <pc:sldChg chg="add">
        <pc:chgData name="Patrik Hrkút" userId="69b41f3f-cce6-4833-b1b6-94a378442888" providerId="ADAL" clId="{F165CC07-A447-4D6D-969F-A8920B3E405C}" dt="2021-10-29T10:42:53.637" v="604"/>
        <pc:sldMkLst>
          <pc:docMk/>
          <pc:sldMk cId="0" sldId="338"/>
        </pc:sldMkLst>
      </pc:sldChg>
      <pc:sldChg chg="add">
        <pc:chgData name="Patrik Hrkút" userId="69b41f3f-cce6-4833-b1b6-94a378442888" providerId="ADAL" clId="{F165CC07-A447-4D6D-969F-A8920B3E405C}" dt="2021-10-29T10:42:53.637" v="604"/>
        <pc:sldMkLst>
          <pc:docMk/>
          <pc:sldMk cId="1931050978" sldId="339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0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1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2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3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4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5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6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7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8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49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50"/>
        </pc:sldMkLst>
      </pc:sldChg>
      <pc:sldChg chg="add">
        <pc:chgData name="Patrik Hrkút" userId="69b41f3f-cce6-4833-b1b6-94a378442888" providerId="ADAL" clId="{F165CC07-A447-4D6D-969F-A8920B3E405C}" dt="2021-10-29T10:46:59.618" v="605"/>
        <pc:sldMkLst>
          <pc:docMk/>
          <pc:sldMk cId="0" sldId="351"/>
        </pc:sldMkLst>
      </pc:sldChg>
    </pc:docChg>
  </pc:docChgLst>
  <pc:docChgLst>
    <pc:chgData name="Patrik Hrkút" userId="69b41f3f-cce6-4833-b1b6-94a378442888" providerId="ADAL" clId="{C20C0F36-0617-4EA2-9F9D-5896C205A54F}"/>
    <pc:docChg chg="undo custSel addSld delSld modSld sldOrd">
      <pc:chgData name="Patrik Hrkút" userId="69b41f3f-cce6-4833-b1b6-94a378442888" providerId="ADAL" clId="{C20C0F36-0617-4EA2-9F9D-5896C205A54F}" dt="2023-11-07T07:07:23.451" v="4962" actId="20577"/>
      <pc:docMkLst>
        <pc:docMk/>
      </pc:docMkLst>
      <pc:sldChg chg="addSp delSp modSp mod">
        <pc:chgData name="Patrik Hrkút" userId="69b41f3f-cce6-4833-b1b6-94a378442888" providerId="ADAL" clId="{C20C0F36-0617-4EA2-9F9D-5896C205A54F}" dt="2023-11-03T08:37:33.303" v="4907" actId="478"/>
        <pc:sldMkLst>
          <pc:docMk/>
          <pc:sldMk cId="0" sldId="256"/>
        </pc:sldMkLst>
      </pc:sldChg>
      <pc:sldChg chg="modSp mod">
        <pc:chgData name="Patrik Hrkút" userId="69b41f3f-cce6-4833-b1b6-94a378442888" providerId="ADAL" clId="{C20C0F36-0617-4EA2-9F9D-5896C205A54F}" dt="2023-10-31T09:33:11.225" v="729" actId="20577"/>
        <pc:sldMkLst>
          <pc:docMk/>
          <pc:sldMk cId="0" sldId="257"/>
        </pc:sldMkLst>
      </pc:sldChg>
      <pc:sldChg chg="modSp mod">
        <pc:chgData name="Patrik Hrkút" userId="69b41f3f-cce6-4833-b1b6-94a378442888" providerId="ADAL" clId="{C20C0F36-0617-4EA2-9F9D-5896C205A54F}" dt="2023-10-31T08:28:21.990" v="235" actId="790"/>
        <pc:sldMkLst>
          <pc:docMk/>
          <pc:sldMk cId="0" sldId="259"/>
        </pc:sldMkLst>
      </pc:sldChg>
      <pc:sldChg chg="delSp modSp mod">
        <pc:chgData name="Patrik Hrkút" userId="69b41f3f-cce6-4833-b1b6-94a378442888" providerId="ADAL" clId="{C20C0F36-0617-4EA2-9F9D-5896C205A54F}" dt="2023-10-31T08:36:16.964" v="246" actId="14100"/>
        <pc:sldMkLst>
          <pc:docMk/>
          <pc:sldMk cId="0" sldId="262"/>
        </pc:sldMkLst>
      </pc:sldChg>
      <pc:sldChg chg="modSp mod">
        <pc:chgData name="Patrik Hrkút" userId="69b41f3f-cce6-4833-b1b6-94a378442888" providerId="ADAL" clId="{C20C0F36-0617-4EA2-9F9D-5896C205A54F}" dt="2023-10-31T08:41:57.783" v="310" actId="1076"/>
        <pc:sldMkLst>
          <pc:docMk/>
          <pc:sldMk cId="0" sldId="263"/>
        </pc:sldMkLst>
      </pc:sldChg>
      <pc:sldChg chg="modSp mod">
        <pc:chgData name="Patrik Hrkút" userId="69b41f3f-cce6-4833-b1b6-94a378442888" providerId="ADAL" clId="{C20C0F36-0617-4EA2-9F9D-5896C205A54F}" dt="2023-11-02T10:02:51.052" v="4906" actId="6549"/>
        <pc:sldMkLst>
          <pc:docMk/>
          <pc:sldMk cId="0" sldId="265"/>
        </pc:sldMkLst>
      </pc:sldChg>
      <pc:sldChg chg="modSp mod">
        <pc:chgData name="Patrik Hrkút" userId="69b41f3f-cce6-4833-b1b6-94a378442888" providerId="ADAL" clId="{C20C0F36-0617-4EA2-9F9D-5896C205A54F}" dt="2023-10-31T08:40:27.963" v="294" actId="1076"/>
        <pc:sldMkLst>
          <pc:docMk/>
          <pc:sldMk cId="0" sldId="266"/>
        </pc:sldMkLst>
      </pc:sldChg>
      <pc:sldChg chg="modSp mod">
        <pc:chgData name="Patrik Hrkút" userId="69b41f3f-cce6-4833-b1b6-94a378442888" providerId="ADAL" clId="{C20C0F36-0617-4EA2-9F9D-5896C205A54F}" dt="2023-10-31T08:43:02.288" v="313" actId="1076"/>
        <pc:sldMkLst>
          <pc:docMk/>
          <pc:sldMk cId="0" sldId="268"/>
        </pc:sldMkLst>
      </pc:sldChg>
      <pc:sldChg chg="modSp mod">
        <pc:chgData name="Patrik Hrkút" userId="69b41f3f-cce6-4833-b1b6-94a378442888" providerId="ADAL" clId="{C20C0F36-0617-4EA2-9F9D-5896C205A54F}" dt="2023-10-31T08:40:09.108" v="293" actId="108"/>
        <pc:sldMkLst>
          <pc:docMk/>
          <pc:sldMk cId="0" sldId="269"/>
        </pc:sldMkLst>
      </pc:sldChg>
      <pc:sldChg chg="del">
        <pc:chgData name="Patrik Hrkút" userId="69b41f3f-cce6-4833-b1b6-94a378442888" providerId="ADAL" clId="{C20C0F36-0617-4EA2-9F9D-5896C205A54F}" dt="2023-10-31T08:40:57.992" v="295" actId="47"/>
        <pc:sldMkLst>
          <pc:docMk/>
          <pc:sldMk cId="1540494505" sldId="270"/>
        </pc:sldMkLst>
      </pc:sldChg>
      <pc:sldChg chg="modSp mod">
        <pc:chgData name="Patrik Hrkút" userId="69b41f3f-cce6-4833-b1b6-94a378442888" providerId="ADAL" clId="{C20C0F36-0617-4EA2-9F9D-5896C205A54F}" dt="2023-10-31T08:41:26.972" v="308" actId="20577"/>
        <pc:sldMkLst>
          <pc:docMk/>
          <pc:sldMk cId="0" sldId="271"/>
        </pc:sldMkLst>
      </pc:sldChg>
      <pc:sldChg chg="modSp mod">
        <pc:chgData name="Patrik Hrkút" userId="69b41f3f-cce6-4833-b1b6-94a378442888" providerId="ADAL" clId="{C20C0F36-0617-4EA2-9F9D-5896C205A54F}" dt="2023-10-31T08:45:16.838" v="318" actId="948"/>
        <pc:sldMkLst>
          <pc:docMk/>
          <pc:sldMk cId="3539811185" sldId="272"/>
        </pc:sldMkLst>
      </pc:sldChg>
      <pc:sldChg chg="modSp mod">
        <pc:chgData name="Patrik Hrkút" userId="69b41f3f-cce6-4833-b1b6-94a378442888" providerId="ADAL" clId="{C20C0F36-0617-4EA2-9F9D-5896C205A54F}" dt="2023-10-31T08:45:37.845" v="320" actId="948"/>
        <pc:sldMkLst>
          <pc:docMk/>
          <pc:sldMk cId="0" sldId="273"/>
        </pc:sldMkLst>
      </pc:sldChg>
      <pc:sldChg chg="modSp mod">
        <pc:chgData name="Patrik Hrkút" userId="69b41f3f-cce6-4833-b1b6-94a378442888" providerId="ADAL" clId="{C20C0F36-0617-4EA2-9F9D-5896C205A54F}" dt="2023-10-31T08:45:53.394" v="329" actId="6549"/>
        <pc:sldMkLst>
          <pc:docMk/>
          <pc:sldMk cId="0" sldId="274"/>
        </pc:sldMkLst>
      </pc:sldChg>
      <pc:sldChg chg="modSp mod">
        <pc:chgData name="Patrik Hrkút" userId="69b41f3f-cce6-4833-b1b6-94a378442888" providerId="ADAL" clId="{C20C0F36-0617-4EA2-9F9D-5896C205A54F}" dt="2023-10-31T08:46:24.490" v="330" actId="948"/>
        <pc:sldMkLst>
          <pc:docMk/>
          <pc:sldMk cId="0" sldId="275"/>
        </pc:sldMkLst>
      </pc:sldChg>
      <pc:sldChg chg="modSp mod">
        <pc:chgData name="Patrik Hrkút" userId="69b41f3f-cce6-4833-b1b6-94a378442888" providerId="ADAL" clId="{C20C0F36-0617-4EA2-9F9D-5896C205A54F}" dt="2023-10-31T15:33:33.910" v="4873" actId="20577"/>
        <pc:sldMkLst>
          <pc:docMk/>
          <pc:sldMk cId="0" sldId="276"/>
        </pc:sldMkLst>
      </pc:sldChg>
      <pc:sldChg chg="del">
        <pc:chgData name="Patrik Hrkút" userId="69b41f3f-cce6-4833-b1b6-94a378442888" providerId="ADAL" clId="{C20C0F36-0617-4EA2-9F9D-5896C205A54F}" dt="2023-10-31T13:44:08.220" v="3235" actId="47"/>
        <pc:sldMkLst>
          <pc:docMk/>
          <pc:sldMk cId="0" sldId="278"/>
        </pc:sldMkLst>
      </pc:sldChg>
      <pc:sldChg chg="modSp mod">
        <pc:chgData name="Patrik Hrkút" userId="69b41f3f-cce6-4833-b1b6-94a378442888" providerId="ADAL" clId="{C20C0F36-0617-4EA2-9F9D-5896C205A54F}" dt="2023-10-31T08:49:02.664" v="341" actId="948"/>
        <pc:sldMkLst>
          <pc:docMk/>
          <pc:sldMk cId="0" sldId="279"/>
        </pc:sldMkLst>
      </pc:sldChg>
      <pc:sldChg chg="modSp mod">
        <pc:chgData name="Patrik Hrkút" userId="69b41f3f-cce6-4833-b1b6-94a378442888" providerId="ADAL" clId="{C20C0F36-0617-4EA2-9F9D-5896C205A54F}" dt="2023-10-31T08:50:12.289" v="343" actId="948"/>
        <pc:sldMkLst>
          <pc:docMk/>
          <pc:sldMk cId="0" sldId="280"/>
        </pc:sldMkLst>
      </pc:sldChg>
      <pc:sldChg chg="modSp mod">
        <pc:chgData name="Patrik Hrkút" userId="69b41f3f-cce6-4833-b1b6-94a378442888" providerId="ADAL" clId="{C20C0F36-0617-4EA2-9F9D-5896C205A54F}" dt="2023-10-31T15:25:02.629" v="4780" actId="108"/>
        <pc:sldMkLst>
          <pc:docMk/>
          <pc:sldMk cId="0" sldId="284"/>
        </pc:sldMkLst>
      </pc:sldChg>
      <pc:sldChg chg="del">
        <pc:chgData name="Patrik Hrkút" userId="69b41f3f-cce6-4833-b1b6-94a378442888" providerId="ADAL" clId="{C20C0F36-0617-4EA2-9F9D-5896C205A54F}" dt="2023-10-31T15:19:29.821" v="4650" actId="47"/>
        <pc:sldMkLst>
          <pc:docMk/>
          <pc:sldMk cId="0" sldId="285"/>
        </pc:sldMkLst>
      </pc:sldChg>
      <pc:sldChg chg="del">
        <pc:chgData name="Patrik Hrkút" userId="69b41f3f-cce6-4833-b1b6-94a378442888" providerId="ADAL" clId="{C20C0F36-0617-4EA2-9F9D-5896C205A54F}" dt="2023-10-31T09:28:03.492" v="650" actId="47"/>
        <pc:sldMkLst>
          <pc:docMk/>
          <pc:sldMk cId="0" sldId="307"/>
        </pc:sldMkLst>
      </pc:sldChg>
      <pc:sldChg chg="del">
        <pc:chgData name="Patrik Hrkút" userId="69b41f3f-cce6-4833-b1b6-94a378442888" providerId="ADAL" clId="{C20C0F36-0617-4EA2-9F9D-5896C205A54F}" dt="2023-10-31T09:28:05.797" v="651" actId="47"/>
        <pc:sldMkLst>
          <pc:docMk/>
          <pc:sldMk cId="0" sldId="308"/>
        </pc:sldMkLst>
      </pc:sldChg>
      <pc:sldChg chg="del">
        <pc:chgData name="Patrik Hrkút" userId="69b41f3f-cce6-4833-b1b6-94a378442888" providerId="ADAL" clId="{C20C0F36-0617-4EA2-9F9D-5896C205A54F}" dt="2023-10-31T09:28:06.650" v="652" actId="47"/>
        <pc:sldMkLst>
          <pc:docMk/>
          <pc:sldMk cId="0" sldId="309"/>
        </pc:sldMkLst>
      </pc:sldChg>
      <pc:sldChg chg="del">
        <pc:chgData name="Patrik Hrkút" userId="69b41f3f-cce6-4833-b1b6-94a378442888" providerId="ADAL" clId="{C20C0F36-0617-4EA2-9F9D-5896C205A54F}" dt="2023-10-31T09:28:07.091" v="653" actId="47"/>
        <pc:sldMkLst>
          <pc:docMk/>
          <pc:sldMk cId="0" sldId="310"/>
        </pc:sldMkLst>
      </pc:sldChg>
      <pc:sldChg chg="del">
        <pc:chgData name="Patrik Hrkút" userId="69b41f3f-cce6-4833-b1b6-94a378442888" providerId="ADAL" clId="{C20C0F36-0617-4EA2-9F9D-5896C205A54F}" dt="2023-10-31T09:28:07.270" v="654" actId="47"/>
        <pc:sldMkLst>
          <pc:docMk/>
          <pc:sldMk cId="0" sldId="311"/>
        </pc:sldMkLst>
      </pc:sldChg>
      <pc:sldChg chg="del">
        <pc:chgData name="Patrik Hrkút" userId="69b41f3f-cce6-4833-b1b6-94a378442888" providerId="ADAL" clId="{C20C0F36-0617-4EA2-9F9D-5896C205A54F}" dt="2023-10-31T09:28:07.474" v="655" actId="47"/>
        <pc:sldMkLst>
          <pc:docMk/>
          <pc:sldMk cId="0" sldId="312"/>
        </pc:sldMkLst>
      </pc:sldChg>
      <pc:sldChg chg="del">
        <pc:chgData name="Patrik Hrkút" userId="69b41f3f-cce6-4833-b1b6-94a378442888" providerId="ADAL" clId="{C20C0F36-0617-4EA2-9F9D-5896C205A54F}" dt="2023-10-31T09:28:07.697" v="656" actId="47"/>
        <pc:sldMkLst>
          <pc:docMk/>
          <pc:sldMk cId="0" sldId="313"/>
        </pc:sldMkLst>
      </pc:sldChg>
      <pc:sldChg chg="del">
        <pc:chgData name="Patrik Hrkút" userId="69b41f3f-cce6-4833-b1b6-94a378442888" providerId="ADAL" clId="{C20C0F36-0617-4EA2-9F9D-5896C205A54F}" dt="2023-10-31T09:28:07.872" v="657" actId="47"/>
        <pc:sldMkLst>
          <pc:docMk/>
          <pc:sldMk cId="0" sldId="314"/>
        </pc:sldMkLst>
      </pc:sldChg>
      <pc:sldChg chg="del">
        <pc:chgData name="Patrik Hrkút" userId="69b41f3f-cce6-4833-b1b6-94a378442888" providerId="ADAL" clId="{C20C0F36-0617-4EA2-9F9D-5896C205A54F}" dt="2023-10-31T09:28:08.067" v="658" actId="47"/>
        <pc:sldMkLst>
          <pc:docMk/>
          <pc:sldMk cId="0" sldId="315"/>
        </pc:sldMkLst>
      </pc:sldChg>
      <pc:sldChg chg="modSp mod">
        <pc:chgData name="Patrik Hrkút" userId="69b41f3f-cce6-4833-b1b6-94a378442888" providerId="ADAL" clId="{C20C0F36-0617-4EA2-9F9D-5896C205A54F}" dt="2023-10-31T08:52:49.809" v="351" actId="108"/>
        <pc:sldMkLst>
          <pc:docMk/>
          <pc:sldMk cId="0" sldId="319"/>
        </pc:sldMkLst>
      </pc:sldChg>
      <pc:sldChg chg="modSp add del mod">
        <pc:chgData name="Patrik Hrkút" userId="69b41f3f-cce6-4833-b1b6-94a378442888" providerId="ADAL" clId="{C20C0F36-0617-4EA2-9F9D-5896C205A54F}" dt="2023-10-31T08:53:49.642" v="354" actId="47"/>
        <pc:sldMkLst>
          <pc:docMk/>
          <pc:sldMk cId="0" sldId="323"/>
        </pc:sldMkLst>
      </pc:sldChg>
      <pc:sldChg chg="modSp mod">
        <pc:chgData name="Patrik Hrkút" userId="69b41f3f-cce6-4833-b1b6-94a378442888" providerId="ADAL" clId="{C20C0F36-0617-4EA2-9F9D-5896C205A54F}" dt="2023-10-31T08:54:58.203" v="363" actId="790"/>
        <pc:sldMkLst>
          <pc:docMk/>
          <pc:sldMk cId="0" sldId="325"/>
        </pc:sldMkLst>
      </pc:sldChg>
      <pc:sldChg chg="modSp mod">
        <pc:chgData name="Patrik Hrkút" userId="69b41f3f-cce6-4833-b1b6-94a378442888" providerId="ADAL" clId="{C20C0F36-0617-4EA2-9F9D-5896C205A54F}" dt="2023-10-31T08:55:14.120" v="365" actId="1076"/>
        <pc:sldMkLst>
          <pc:docMk/>
          <pc:sldMk cId="0" sldId="326"/>
        </pc:sldMkLst>
      </pc:sldChg>
      <pc:sldChg chg="addSp modSp mod">
        <pc:chgData name="Patrik Hrkút" userId="69b41f3f-cce6-4833-b1b6-94a378442888" providerId="ADAL" clId="{C20C0F36-0617-4EA2-9F9D-5896C205A54F}" dt="2023-10-31T15:13:51.639" v="4636" actId="14100"/>
        <pc:sldMkLst>
          <pc:docMk/>
          <pc:sldMk cId="0" sldId="327"/>
        </pc:sldMkLst>
      </pc:sldChg>
      <pc:sldChg chg="addSp delSp modSp mod">
        <pc:chgData name="Patrik Hrkút" userId="69b41f3f-cce6-4833-b1b6-94a378442888" providerId="ADAL" clId="{C20C0F36-0617-4EA2-9F9D-5896C205A54F}" dt="2023-11-07T07:07:23.451" v="4962" actId="20577"/>
        <pc:sldMkLst>
          <pc:docMk/>
          <pc:sldMk cId="0" sldId="329"/>
        </pc:sldMkLst>
      </pc:sldChg>
      <pc:sldChg chg="modSp mod">
        <pc:chgData name="Patrik Hrkút" userId="69b41f3f-cce6-4833-b1b6-94a378442888" providerId="ADAL" clId="{C20C0F36-0617-4EA2-9F9D-5896C205A54F}" dt="2023-10-31T08:43:51.112" v="316" actId="1076"/>
        <pc:sldMkLst>
          <pc:docMk/>
          <pc:sldMk cId="4124471580" sldId="334"/>
        </pc:sldMkLst>
      </pc:sldChg>
      <pc:sldChg chg="del">
        <pc:chgData name="Patrik Hrkút" userId="69b41f3f-cce6-4833-b1b6-94a378442888" providerId="ADAL" clId="{C20C0F36-0617-4EA2-9F9D-5896C205A54F}" dt="2023-10-31T14:45:17.225" v="4110" actId="47"/>
        <pc:sldMkLst>
          <pc:docMk/>
          <pc:sldMk cId="0" sldId="337"/>
        </pc:sldMkLst>
      </pc:sldChg>
      <pc:sldChg chg="modSp del mod">
        <pc:chgData name="Patrik Hrkút" userId="69b41f3f-cce6-4833-b1b6-94a378442888" providerId="ADAL" clId="{C20C0F36-0617-4EA2-9F9D-5896C205A54F}" dt="2023-10-31T14:45:17.225" v="4110" actId="47"/>
        <pc:sldMkLst>
          <pc:docMk/>
          <pc:sldMk cId="0" sldId="338"/>
        </pc:sldMkLst>
      </pc:sldChg>
      <pc:sldChg chg="modSp del mod">
        <pc:chgData name="Patrik Hrkút" userId="69b41f3f-cce6-4833-b1b6-94a378442888" providerId="ADAL" clId="{C20C0F36-0617-4EA2-9F9D-5896C205A54F}" dt="2023-10-31T14:45:17.225" v="4110" actId="47"/>
        <pc:sldMkLst>
          <pc:docMk/>
          <pc:sldMk cId="1931050978" sldId="339"/>
        </pc:sldMkLst>
      </pc:sldChg>
      <pc:sldChg chg="del">
        <pc:chgData name="Patrik Hrkút" userId="69b41f3f-cce6-4833-b1b6-94a378442888" providerId="ADAL" clId="{C20C0F36-0617-4EA2-9F9D-5896C205A54F}" dt="2023-10-31T09:28:08.297" v="659" actId="47"/>
        <pc:sldMkLst>
          <pc:docMk/>
          <pc:sldMk cId="0" sldId="340"/>
        </pc:sldMkLst>
      </pc:sldChg>
      <pc:sldChg chg="del">
        <pc:chgData name="Patrik Hrkút" userId="69b41f3f-cce6-4833-b1b6-94a378442888" providerId="ADAL" clId="{C20C0F36-0617-4EA2-9F9D-5896C205A54F}" dt="2023-10-31T09:28:08.506" v="660" actId="47"/>
        <pc:sldMkLst>
          <pc:docMk/>
          <pc:sldMk cId="0" sldId="341"/>
        </pc:sldMkLst>
      </pc:sldChg>
      <pc:sldChg chg="del">
        <pc:chgData name="Patrik Hrkút" userId="69b41f3f-cce6-4833-b1b6-94a378442888" providerId="ADAL" clId="{C20C0F36-0617-4EA2-9F9D-5896C205A54F}" dt="2023-10-31T09:28:08.693" v="661" actId="47"/>
        <pc:sldMkLst>
          <pc:docMk/>
          <pc:sldMk cId="0" sldId="342"/>
        </pc:sldMkLst>
      </pc:sldChg>
      <pc:sldChg chg="del">
        <pc:chgData name="Patrik Hrkút" userId="69b41f3f-cce6-4833-b1b6-94a378442888" providerId="ADAL" clId="{C20C0F36-0617-4EA2-9F9D-5896C205A54F}" dt="2023-10-31T09:28:08.897" v="662" actId="47"/>
        <pc:sldMkLst>
          <pc:docMk/>
          <pc:sldMk cId="0" sldId="343"/>
        </pc:sldMkLst>
      </pc:sldChg>
      <pc:sldChg chg="del">
        <pc:chgData name="Patrik Hrkút" userId="69b41f3f-cce6-4833-b1b6-94a378442888" providerId="ADAL" clId="{C20C0F36-0617-4EA2-9F9D-5896C205A54F}" dt="2023-10-31T09:28:09.087" v="663" actId="47"/>
        <pc:sldMkLst>
          <pc:docMk/>
          <pc:sldMk cId="0" sldId="344"/>
        </pc:sldMkLst>
      </pc:sldChg>
      <pc:sldChg chg="del">
        <pc:chgData name="Patrik Hrkút" userId="69b41f3f-cce6-4833-b1b6-94a378442888" providerId="ADAL" clId="{C20C0F36-0617-4EA2-9F9D-5896C205A54F}" dt="2023-10-31T09:28:09.297" v="664" actId="47"/>
        <pc:sldMkLst>
          <pc:docMk/>
          <pc:sldMk cId="0" sldId="345"/>
        </pc:sldMkLst>
      </pc:sldChg>
      <pc:sldChg chg="del">
        <pc:chgData name="Patrik Hrkút" userId="69b41f3f-cce6-4833-b1b6-94a378442888" providerId="ADAL" clId="{C20C0F36-0617-4EA2-9F9D-5896C205A54F}" dt="2023-10-31T09:28:09.517" v="665" actId="47"/>
        <pc:sldMkLst>
          <pc:docMk/>
          <pc:sldMk cId="0" sldId="346"/>
        </pc:sldMkLst>
      </pc:sldChg>
      <pc:sldChg chg="del">
        <pc:chgData name="Patrik Hrkút" userId="69b41f3f-cce6-4833-b1b6-94a378442888" providerId="ADAL" clId="{C20C0F36-0617-4EA2-9F9D-5896C205A54F}" dt="2023-10-31T09:28:09.727" v="666" actId="47"/>
        <pc:sldMkLst>
          <pc:docMk/>
          <pc:sldMk cId="0" sldId="347"/>
        </pc:sldMkLst>
      </pc:sldChg>
      <pc:sldChg chg="del">
        <pc:chgData name="Patrik Hrkút" userId="69b41f3f-cce6-4833-b1b6-94a378442888" providerId="ADAL" clId="{C20C0F36-0617-4EA2-9F9D-5896C205A54F}" dt="2023-10-31T09:28:10.147" v="667" actId="47"/>
        <pc:sldMkLst>
          <pc:docMk/>
          <pc:sldMk cId="0" sldId="348"/>
        </pc:sldMkLst>
      </pc:sldChg>
      <pc:sldChg chg="del">
        <pc:chgData name="Patrik Hrkút" userId="69b41f3f-cce6-4833-b1b6-94a378442888" providerId="ADAL" clId="{C20C0F36-0617-4EA2-9F9D-5896C205A54F}" dt="2023-10-31T09:28:10.501" v="668" actId="47"/>
        <pc:sldMkLst>
          <pc:docMk/>
          <pc:sldMk cId="0" sldId="349"/>
        </pc:sldMkLst>
      </pc:sldChg>
      <pc:sldChg chg="del">
        <pc:chgData name="Patrik Hrkút" userId="69b41f3f-cce6-4833-b1b6-94a378442888" providerId="ADAL" clId="{C20C0F36-0617-4EA2-9F9D-5896C205A54F}" dt="2023-10-31T09:28:10.877" v="669" actId="47"/>
        <pc:sldMkLst>
          <pc:docMk/>
          <pc:sldMk cId="0" sldId="350"/>
        </pc:sldMkLst>
      </pc:sldChg>
      <pc:sldChg chg="del">
        <pc:chgData name="Patrik Hrkút" userId="69b41f3f-cce6-4833-b1b6-94a378442888" providerId="ADAL" clId="{C20C0F36-0617-4EA2-9F9D-5896C205A54F}" dt="2023-10-31T09:28:11.219" v="670" actId="47"/>
        <pc:sldMkLst>
          <pc:docMk/>
          <pc:sldMk cId="0" sldId="351"/>
        </pc:sldMkLst>
      </pc:sldChg>
      <pc:sldChg chg="del">
        <pc:chgData name="Patrik Hrkút" userId="69b41f3f-cce6-4833-b1b6-94a378442888" providerId="ADAL" clId="{C20C0F36-0617-4EA2-9F9D-5896C205A54F}" dt="2023-10-31T09:30:19.119" v="671" actId="47"/>
        <pc:sldMkLst>
          <pc:docMk/>
          <pc:sldMk cId="1370172148" sldId="352"/>
        </pc:sldMkLst>
      </pc:sldChg>
      <pc:sldChg chg="modSp mod">
        <pc:chgData name="Patrik Hrkút" userId="69b41f3f-cce6-4833-b1b6-94a378442888" providerId="ADAL" clId="{C20C0F36-0617-4EA2-9F9D-5896C205A54F}" dt="2023-10-31T15:33:55.311" v="4877" actId="6549"/>
        <pc:sldMkLst>
          <pc:docMk/>
          <pc:sldMk cId="0" sldId="353"/>
        </pc:sldMkLst>
      </pc:sldChg>
      <pc:sldChg chg="add">
        <pc:chgData name="Patrik Hrkút" userId="69b41f3f-cce6-4833-b1b6-94a378442888" providerId="ADAL" clId="{C20C0F36-0617-4EA2-9F9D-5896C205A54F}" dt="2023-10-31T09:15:26.182" v="478"/>
        <pc:sldMkLst>
          <pc:docMk/>
          <pc:sldMk cId="3487162896" sldId="354"/>
        </pc:sldMkLst>
      </pc:sldChg>
      <pc:sldChg chg="modSp add mod">
        <pc:chgData name="Patrik Hrkút" userId="69b41f3f-cce6-4833-b1b6-94a378442888" providerId="ADAL" clId="{C20C0F36-0617-4EA2-9F9D-5896C205A54F}" dt="2023-10-31T09:17:54.345" v="489" actId="20577"/>
        <pc:sldMkLst>
          <pc:docMk/>
          <pc:sldMk cId="0" sldId="355"/>
        </pc:sldMkLst>
      </pc:sldChg>
      <pc:sldChg chg="modSp add mod">
        <pc:chgData name="Patrik Hrkút" userId="69b41f3f-cce6-4833-b1b6-94a378442888" providerId="ADAL" clId="{C20C0F36-0617-4EA2-9F9D-5896C205A54F}" dt="2023-10-31T09:18:14.099" v="498" actId="20577"/>
        <pc:sldMkLst>
          <pc:docMk/>
          <pc:sldMk cId="0" sldId="356"/>
        </pc:sldMkLst>
      </pc:sldChg>
      <pc:sldChg chg="modSp add mod">
        <pc:chgData name="Patrik Hrkút" userId="69b41f3f-cce6-4833-b1b6-94a378442888" providerId="ADAL" clId="{C20C0F36-0617-4EA2-9F9D-5896C205A54F}" dt="2023-10-31T15:25:37.623" v="4790" actId="20577"/>
        <pc:sldMkLst>
          <pc:docMk/>
          <pc:sldMk cId="0" sldId="357"/>
        </pc:sldMkLst>
      </pc:sldChg>
      <pc:sldChg chg="modSp add mod">
        <pc:chgData name="Patrik Hrkút" userId="69b41f3f-cce6-4833-b1b6-94a378442888" providerId="ADAL" clId="{C20C0F36-0617-4EA2-9F9D-5896C205A54F}" dt="2023-10-31T09:20:46.457" v="579" actId="108"/>
        <pc:sldMkLst>
          <pc:docMk/>
          <pc:sldMk cId="0" sldId="358"/>
        </pc:sldMkLst>
      </pc:sldChg>
      <pc:sldChg chg="modSp add mod">
        <pc:chgData name="Patrik Hrkút" userId="69b41f3f-cce6-4833-b1b6-94a378442888" providerId="ADAL" clId="{C20C0F36-0617-4EA2-9F9D-5896C205A54F}" dt="2023-10-31T15:27:30.656" v="4812" actId="20577"/>
        <pc:sldMkLst>
          <pc:docMk/>
          <pc:sldMk cId="0" sldId="359"/>
        </pc:sldMkLst>
      </pc:sldChg>
      <pc:sldChg chg="add del">
        <pc:chgData name="Patrik Hrkút" userId="69b41f3f-cce6-4833-b1b6-94a378442888" providerId="ADAL" clId="{C20C0F36-0617-4EA2-9F9D-5896C205A54F}" dt="2023-10-31T09:21:13.058" v="620" actId="47"/>
        <pc:sldMkLst>
          <pc:docMk/>
          <pc:sldMk cId="0" sldId="360"/>
        </pc:sldMkLst>
      </pc:sldChg>
      <pc:sldChg chg="add del">
        <pc:chgData name="Patrik Hrkút" userId="69b41f3f-cce6-4833-b1b6-94a378442888" providerId="ADAL" clId="{C20C0F36-0617-4EA2-9F9D-5896C205A54F}" dt="2023-10-31T09:21:15.391" v="621" actId="47"/>
        <pc:sldMkLst>
          <pc:docMk/>
          <pc:sldMk cId="0" sldId="361"/>
        </pc:sldMkLst>
      </pc:sldChg>
      <pc:sldChg chg="modSp add mod">
        <pc:chgData name="Patrik Hrkút" userId="69b41f3f-cce6-4833-b1b6-94a378442888" providerId="ADAL" clId="{C20C0F36-0617-4EA2-9F9D-5896C205A54F}" dt="2023-10-31T15:30:41.860" v="4862" actId="1076"/>
        <pc:sldMkLst>
          <pc:docMk/>
          <pc:sldMk cId="0" sldId="362"/>
        </pc:sldMkLst>
      </pc:sldChg>
      <pc:sldChg chg="add">
        <pc:chgData name="Patrik Hrkút" userId="69b41f3f-cce6-4833-b1b6-94a378442888" providerId="ADAL" clId="{C20C0F36-0617-4EA2-9F9D-5896C205A54F}" dt="2023-10-31T09:15:26.182" v="478"/>
        <pc:sldMkLst>
          <pc:docMk/>
          <pc:sldMk cId="0" sldId="363"/>
        </pc:sldMkLst>
      </pc:sldChg>
      <pc:sldChg chg="modSp add del mod">
        <pc:chgData name="Patrik Hrkút" userId="69b41f3f-cce6-4833-b1b6-94a378442888" providerId="ADAL" clId="{C20C0F36-0617-4EA2-9F9D-5896C205A54F}" dt="2023-10-31T09:24:27.923" v="633" actId="47"/>
        <pc:sldMkLst>
          <pc:docMk/>
          <pc:sldMk cId="0" sldId="364"/>
        </pc:sldMkLst>
      </pc:sldChg>
      <pc:sldChg chg="modSp add mod">
        <pc:chgData name="Patrik Hrkút" userId="69b41f3f-cce6-4833-b1b6-94a378442888" providerId="ADAL" clId="{C20C0F36-0617-4EA2-9F9D-5896C205A54F}" dt="2023-10-31T15:28:54.111" v="4826" actId="1076"/>
        <pc:sldMkLst>
          <pc:docMk/>
          <pc:sldMk cId="0" sldId="365"/>
        </pc:sldMkLst>
      </pc:sldChg>
      <pc:sldChg chg="modSp add mod">
        <pc:chgData name="Patrik Hrkút" userId="69b41f3f-cce6-4833-b1b6-94a378442888" providerId="ADAL" clId="{C20C0F36-0617-4EA2-9F9D-5896C205A54F}" dt="2023-10-31T09:24:51.863" v="634" actId="6549"/>
        <pc:sldMkLst>
          <pc:docMk/>
          <pc:sldMk cId="0" sldId="366"/>
        </pc:sldMkLst>
      </pc:sldChg>
      <pc:sldChg chg="modSp add mod">
        <pc:chgData name="Patrik Hrkút" userId="69b41f3f-cce6-4833-b1b6-94a378442888" providerId="ADAL" clId="{C20C0F36-0617-4EA2-9F9D-5896C205A54F}" dt="2023-10-31T15:28:33.860" v="4822" actId="948"/>
        <pc:sldMkLst>
          <pc:docMk/>
          <pc:sldMk cId="0" sldId="367"/>
        </pc:sldMkLst>
      </pc:sldChg>
      <pc:sldChg chg="modSp add mod">
        <pc:chgData name="Patrik Hrkút" userId="69b41f3f-cce6-4833-b1b6-94a378442888" providerId="ADAL" clId="{C20C0F36-0617-4EA2-9F9D-5896C205A54F}" dt="2023-10-31T09:26:08.228" v="646" actId="108"/>
        <pc:sldMkLst>
          <pc:docMk/>
          <pc:sldMk cId="0" sldId="368"/>
        </pc:sldMkLst>
      </pc:sldChg>
      <pc:sldChg chg="modSp add mod">
        <pc:chgData name="Patrik Hrkút" userId="69b41f3f-cce6-4833-b1b6-94a378442888" providerId="ADAL" clId="{C20C0F36-0617-4EA2-9F9D-5896C205A54F}" dt="2023-10-31T09:26:48.561" v="649" actId="1076"/>
        <pc:sldMkLst>
          <pc:docMk/>
          <pc:sldMk cId="0" sldId="369"/>
        </pc:sldMkLst>
      </pc:sldChg>
      <pc:sldChg chg="modSp new mod">
        <pc:chgData name="Patrik Hrkút" userId="69b41f3f-cce6-4833-b1b6-94a378442888" providerId="ADAL" clId="{C20C0F36-0617-4EA2-9F9D-5896C205A54F}" dt="2023-10-31T09:31:17.401" v="704" actId="20577"/>
        <pc:sldMkLst>
          <pc:docMk/>
          <pc:sldMk cId="3976205909" sldId="370"/>
        </pc:sldMkLst>
      </pc:sldChg>
      <pc:sldChg chg="modSp add mod">
        <pc:chgData name="Patrik Hrkút" userId="69b41f3f-cce6-4833-b1b6-94a378442888" providerId="ADAL" clId="{C20C0F36-0617-4EA2-9F9D-5896C205A54F}" dt="2023-10-31T13:12:08.099" v="2600" actId="108"/>
        <pc:sldMkLst>
          <pc:docMk/>
          <pc:sldMk cId="2651750326" sldId="371"/>
        </pc:sldMkLst>
      </pc:sldChg>
      <pc:sldChg chg="addSp modSp add mod ord">
        <pc:chgData name="Patrik Hrkút" userId="69b41f3f-cce6-4833-b1b6-94a378442888" providerId="ADAL" clId="{C20C0F36-0617-4EA2-9F9D-5896C205A54F}" dt="2023-10-31T11:23:27.196" v="1162" actId="20577"/>
        <pc:sldMkLst>
          <pc:docMk/>
          <pc:sldMk cId="4100570575" sldId="372"/>
        </pc:sldMkLst>
      </pc:sldChg>
      <pc:sldChg chg="addSp delSp modSp new mod">
        <pc:chgData name="Patrik Hrkút" userId="69b41f3f-cce6-4833-b1b6-94a378442888" providerId="ADAL" clId="{C20C0F36-0617-4EA2-9F9D-5896C205A54F}" dt="2023-10-31T16:01:47.180" v="4880" actId="113"/>
        <pc:sldMkLst>
          <pc:docMk/>
          <pc:sldMk cId="609830094" sldId="373"/>
        </pc:sldMkLst>
      </pc:sldChg>
      <pc:sldChg chg="addSp delSp modSp new mod">
        <pc:chgData name="Patrik Hrkút" userId="69b41f3f-cce6-4833-b1b6-94a378442888" providerId="ADAL" clId="{C20C0F36-0617-4EA2-9F9D-5896C205A54F}" dt="2023-10-31T11:51:32.674" v="1958" actId="20577"/>
        <pc:sldMkLst>
          <pc:docMk/>
          <pc:sldMk cId="3351353942" sldId="374"/>
        </pc:sldMkLst>
      </pc:sldChg>
      <pc:sldChg chg="addSp modSp new mod">
        <pc:chgData name="Patrik Hrkút" userId="69b41f3f-cce6-4833-b1b6-94a378442888" providerId="ADAL" clId="{C20C0F36-0617-4EA2-9F9D-5896C205A54F}" dt="2023-10-31T12:02:06.971" v="2042" actId="20577"/>
        <pc:sldMkLst>
          <pc:docMk/>
          <pc:sldMk cId="3291189532" sldId="375"/>
        </pc:sldMkLst>
      </pc:sldChg>
      <pc:sldChg chg="addSp delSp modSp new mod">
        <pc:chgData name="Patrik Hrkút" userId="69b41f3f-cce6-4833-b1b6-94a378442888" providerId="ADAL" clId="{C20C0F36-0617-4EA2-9F9D-5896C205A54F}" dt="2023-10-31T13:40:17.146" v="3222" actId="790"/>
        <pc:sldMkLst>
          <pc:docMk/>
          <pc:sldMk cId="471867410" sldId="376"/>
        </pc:sldMkLst>
      </pc:sldChg>
      <pc:sldChg chg="modSp new del mod">
        <pc:chgData name="Patrik Hrkút" userId="69b41f3f-cce6-4833-b1b6-94a378442888" providerId="ADAL" clId="{C20C0F36-0617-4EA2-9F9D-5896C205A54F}" dt="2023-10-31T13:30:56.585" v="3161" actId="47"/>
        <pc:sldMkLst>
          <pc:docMk/>
          <pc:sldMk cId="2184175877" sldId="377"/>
        </pc:sldMkLst>
      </pc:sldChg>
      <pc:sldChg chg="modSp add mod">
        <pc:chgData name="Patrik Hrkút" userId="69b41f3f-cce6-4833-b1b6-94a378442888" providerId="ADAL" clId="{C20C0F36-0617-4EA2-9F9D-5896C205A54F}" dt="2023-11-06T10:31:19.050" v="4948" actId="6549"/>
        <pc:sldMkLst>
          <pc:docMk/>
          <pc:sldMk cId="1733834935" sldId="378"/>
        </pc:sldMkLst>
      </pc:sldChg>
      <pc:sldChg chg="addSp modSp new mod">
        <pc:chgData name="Patrik Hrkút" userId="69b41f3f-cce6-4833-b1b6-94a378442888" providerId="ADAL" clId="{C20C0F36-0617-4EA2-9F9D-5896C205A54F}" dt="2023-10-31T14:39:58.250" v="3944" actId="1076"/>
        <pc:sldMkLst>
          <pc:docMk/>
          <pc:sldMk cId="430045559" sldId="379"/>
        </pc:sldMkLst>
      </pc:sldChg>
      <pc:sldChg chg="delSp modSp add mod ord">
        <pc:chgData name="Patrik Hrkút" userId="69b41f3f-cce6-4833-b1b6-94a378442888" providerId="ADAL" clId="{C20C0F36-0617-4EA2-9F9D-5896C205A54F}" dt="2023-10-31T14:45:44.965" v="4132" actId="20577"/>
        <pc:sldMkLst>
          <pc:docMk/>
          <pc:sldMk cId="268509680" sldId="380"/>
        </pc:sldMkLst>
      </pc:sldChg>
      <pc:sldChg chg="modSp new mod">
        <pc:chgData name="Patrik Hrkút" userId="69b41f3f-cce6-4833-b1b6-94a378442888" providerId="ADAL" clId="{C20C0F36-0617-4EA2-9F9D-5896C205A54F}" dt="2023-10-31T15:06:29.977" v="4314" actId="790"/>
        <pc:sldMkLst>
          <pc:docMk/>
          <pc:sldMk cId="3008853423" sldId="381"/>
        </pc:sldMkLst>
      </pc:sldChg>
      <pc:sldChg chg="modSp new mod">
        <pc:chgData name="Patrik Hrkút" userId="69b41f3f-cce6-4833-b1b6-94a378442888" providerId="ADAL" clId="{C20C0F36-0617-4EA2-9F9D-5896C205A54F}" dt="2023-10-31T15:12:27.317" v="4632" actId="20577"/>
        <pc:sldMkLst>
          <pc:docMk/>
          <pc:sldMk cId="653964013" sldId="382"/>
        </pc:sldMkLst>
      </pc:sldChg>
    </pc:docChg>
  </pc:docChgLst>
  <pc:docChgLst>
    <pc:chgData name="Patrik Hrkút" userId="69b41f3f-cce6-4833-b1b6-94a378442888" providerId="ADAL" clId="{D031D3F5-577B-4578-880B-9E26709E9EEA}"/>
    <pc:docChg chg="custSel modSld">
      <pc:chgData name="Patrik Hrkút" userId="69b41f3f-cce6-4833-b1b6-94a378442888" providerId="ADAL" clId="{D031D3F5-577B-4578-880B-9E26709E9EEA}" dt="2022-11-01T15:03:46.627" v="206" actId="108"/>
      <pc:docMkLst>
        <pc:docMk/>
      </pc:docMkLst>
      <pc:sldChg chg="modSp mod">
        <pc:chgData name="Patrik Hrkút" userId="69b41f3f-cce6-4833-b1b6-94a378442888" providerId="ADAL" clId="{D031D3F5-577B-4578-880B-9E26709E9EEA}" dt="2022-11-01T14:50:35.117" v="29" actId="790"/>
        <pc:sldMkLst>
          <pc:docMk/>
          <pc:sldMk cId="0" sldId="260"/>
        </pc:sldMkLst>
      </pc:sldChg>
      <pc:sldChg chg="modSp mod">
        <pc:chgData name="Patrik Hrkút" userId="69b41f3f-cce6-4833-b1b6-94a378442888" providerId="ADAL" clId="{D031D3F5-577B-4578-880B-9E26709E9EEA}" dt="2022-11-01T14:49:44.312" v="17" actId="790"/>
        <pc:sldMkLst>
          <pc:docMk/>
          <pc:sldMk cId="0" sldId="261"/>
        </pc:sldMkLst>
      </pc:sldChg>
      <pc:sldChg chg="modSp mod">
        <pc:chgData name="Patrik Hrkút" userId="69b41f3f-cce6-4833-b1b6-94a378442888" providerId="ADAL" clId="{D031D3F5-577B-4578-880B-9E26709E9EEA}" dt="2022-11-01T14:54:16.165" v="106" actId="790"/>
        <pc:sldMkLst>
          <pc:docMk/>
          <pc:sldMk cId="0" sldId="264"/>
        </pc:sldMkLst>
      </pc:sldChg>
      <pc:sldChg chg="modSp">
        <pc:chgData name="Patrik Hrkút" userId="69b41f3f-cce6-4833-b1b6-94a378442888" providerId="ADAL" clId="{D031D3F5-577B-4578-880B-9E26709E9EEA}" dt="2022-11-01T14:51:18.440" v="82" actId="552"/>
        <pc:sldMkLst>
          <pc:docMk/>
          <pc:sldMk cId="0" sldId="265"/>
        </pc:sldMkLst>
      </pc:sldChg>
      <pc:sldChg chg="modSp mod">
        <pc:chgData name="Patrik Hrkút" userId="69b41f3f-cce6-4833-b1b6-94a378442888" providerId="ADAL" clId="{D031D3F5-577B-4578-880B-9E26709E9EEA}" dt="2022-11-01T14:54:31.525" v="108" actId="790"/>
        <pc:sldMkLst>
          <pc:docMk/>
          <pc:sldMk cId="0" sldId="267"/>
        </pc:sldMkLst>
      </pc:sldChg>
      <pc:sldChg chg="modSp">
        <pc:chgData name="Patrik Hrkút" userId="69b41f3f-cce6-4833-b1b6-94a378442888" providerId="ADAL" clId="{D031D3F5-577B-4578-880B-9E26709E9EEA}" dt="2022-11-01T14:52:25.877" v="92" actId="1037"/>
        <pc:sldMkLst>
          <pc:docMk/>
          <pc:sldMk cId="0" sldId="269"/>
        </pc:sldMkLst>
      </pc:sldChg>
      <pc:sldChg chg="modSp mod">
        <pc:chgData name="Patrik Hrkút" userId="69b41f3f-cce6-4833-b1b6-94a378442888" providerId="ADAL" clId="{D031D3F5-577B-4578-880B-9E26709E9EEA}" dt="2022-11-01T14:53:25.617" v="103" actId="790"/>
        <pc:sldMkLst>
          <pc:docMk/>
          <pc:sldMk cId="0" sldId="271"/>
        </pc:sldMkLst>
      </pc:sldChg>
      <pc:sldChg chg="modSp mod">
        <pc:chgData name="Patrik Hrkút" userId="69b41f3f-cce6-4833-b1b6-94a378442888" providerId="ADAL" clId="{D031D3F5-577B-4578-880B-9E26709E9EEA}" dt="2022-11-01T14:56:39.970" v="125" actId="1076"/>
        <pc:sldMkLst>
          <pc:docMk/>
          <pc:sldMk cId="3539811185" sldId="272"/>
        </pc:sldMkLst>
      </pc:sldChg>
      <pc:sldChg chg="modSp mod">
        <pc:chgData name="Patrik Hrkút" userId="69b41f3f-cce6-4833-b1b6-94a378442888" providerId="ADAL" clId="{D031D3F5-577B-4578-880B-9E26709E9EEA}" dt="2022-11-01T15:03:09.268" v="195" actId="20577"/>
        <pc:sldMkLst>
          <pc:docMk/>
          <pc:sldMk cId="0" sldId="283"/>
        </pc:sldMkLst>
      </pc:sldChg>
      <pc:sldChg chg="modSp mod">
        <pc:chgData name="Patrik Hrkút" userId="69b41f3f-cce6-4833-b1b6-94a378442888" providerId="ADAL" clId="{D031D3F5-577B-4578-880B-9E26709E9EEA}" dt="2022-11-01T15:03:46.627" v="206" actId="108"/>
        <pc:sldMkLst>
          <pc:docMk/>
          <pc:sldMk cId="0" sldId="285"/>
        </pc:sldMkLst>
      </pc:sldChg>
      <pc:sldChg chg="modSp mod">
        <pc:chgData name="Patrik Hrkút" userId="69b41f3f-cce6-4833-b1b6-94a378442888" providerId="ADAL" clId="{D031D3F5-577B-4578-880B-9E26709E9EEA}" dt="2022-11-01T14:59:17.932" v="135" actId="790"/>
        <pc:sldMkLst>
          <pc:docMk/>
          <pc:sldMk cId="0" sldId="319"/>
        </pc:sldMkLst>
      </pc:sldChg>
      <pc:sldChg chg="modSp mod">
        <pc:chgData name="Patrik Hrkút" userId="69b41f3f-cce6-4833-b1b6-94a378442888" providerId="ADAL" clId="{D031D3F5-577B-4578-880B-9E26709E9EEA}" dt="2022-11-01T15:00:18.028" v="142" actId="20577"/>
        <pc:sldMkLst>
          <pc:docMk/>
          <pc:sldMk cId="0" sldId="320"/>
        </pc:sldMkLst>
      </pc:sldChg>
      <pc:sldChg chg="modSp mod">
        <pc:chgData name="Patrik Hrkút" userId="69b41f3f-cce6-4833-b1b6-94a378442888" providerId="ADAL" clId="{D031D3F5-577B-4578-880B-9E26709E9EEA}" dt="2022-11-01T15:01:11.164" v="143" actId="20577"/>
        <pc:sldMkLst>
          <pc:docMk/>
          <pc:sldMk cId="0" sldId="322"/>
        </pc:sldMkLst>
      </pc:sldChg>
      <pc:sldChg chg="modSp mod">
        <pc:chgData name="Patrik Hrkút" userId="69b41f3f-cce6-4833-b1b6-94a378442888" providerId="ADAL" clId="{D031D3F5-577B-4578-880B-9E26709E9EEA}" dt="2022-11-01T15:02:31.303" v="145" actId="948"/>
        <pc:sldMkLst>
          <pc:docMk/>
          <pc:sldMk cId="0" sldId="329"/>
        </pc:sldMkLst>
      </pc:sldChg>
      <pc:sldChg chg="modSp mod">
        <pc:chgData name="Patrik Hrkút" userId="69b41f3f-cce6-4833-b1b6-94a378442888" providerId="ADAL" clId="{D031D3F5-577B-4578-880B-9E26709E9EEA}" dt="2022-11-01T14:57:16.367" v="132" actId="1076"/>
        <pc:sldMkLst>
          <pc:docMk/>
          <pc:sldMk cId="3358741002" sldId="332"/>
        </pc:sldMkLst>
      </pc:sldChg>
      <pc:sldChg chg="modSp mod">
        <pc:chgData name="Patrik Hrkút" userId="69b41f3f-cce6-4833-b1b6-94a378442888" providerId="ADAL" clId="{D031D3F5-577B-4578-880B-9E26709E9EEA}" dt="2022-11-01T14:55:35.043" v="115" actId="790"/>
        <pc:sldMkLst>
          <pc:docMk/>
          <pc:sldMk cId="1188967882" sldId="335"/>
        </pc:sldMkLst>
      </pc:sldChg>
      <pc:sldChg chg="modSp mod">
        <pc:chgData name="Patrik Hrkút" userId="69b41f3f-cce6-4833-b1b6-94a378442888" providerId="ADAL" clId="{D031D3F5-577B-4578-880B-9E26709E9EEA}" dt="2022-11-01T14:56:55.052" v="129" actId="1076"/>
        <pc:sldMkLst>
          <pc:docMk/>
          <pc:sldMk cId="1128076540" sldId="336"/>
        </pc:sldMkLst>
      </pc:sldChg>
      <pc:sldChg chg="modSp mod">
        <pc:chgData name="Patrik Hrkút" userId="69b41f3f-cce6-4833-b1b6-94a378442888" providerId="ADAL" clId="{D031D3F5-577B-4578-880B-9E26709E9EEA}" dt="2022-11-01T14:58:29.598" v="134" actId="790"/>
        <pc:sldMkLst>
          <pc:docMk/>
          <pc:sldMk cId="0" sldId="353"/>
        </pc:sldMkLst>
      </pc:sldChg>
    </pc:docChg>
  </pc:docChgLst>
  <pc:docChgLst>
    <pc:chgData name="Patrik Hrkút" userId="69b41f3f-cce6-4833-b1b6-94a378442888" providerId="ADAL" clId="{12E2F75D-3E38-4BE0-B877-8D5E4D5E23AA}"/>
    <pc:docChg chg="undo custSel addSld delSld modSld sldOrd">
      <pc:chgData name="Patrik Hrkút" userId="69b41f3f-cce6-4833-b1b6-94a378442888" providerId="ADAL" clId="{12E2F75D-3E38-4BE0-B877-8D5E4D5E23AA}" dt="2020-10-30T10:30:45.660" v="5157" actId="2696"/>
      <pc:docMkLst>
        <pc:docMk/>
      </pc:docMkLst>
      <pc:sldChg chg="modSp">
        <pc:chgData name="Patrik Hrkút" userId="69b41f3f-cce6-4833-b1b6-94a378442888" providerId="ADAL" clId="{12E2F75D-3E38-4BE0-B877-8D5E4D5E23AA}" dt="2020-10-29T12:34:06.380" v="3" actId="20577"/>
        <pc:sldMkLst>
          <pc:docMk/>
          <pc:sldMk cId="0" sldId="256"/>
        </pc:sldMkLst>
      </pc:sldChg>
      <pc:sldChg chg="modSp">
        <pc:chgData name="Patrik Hrkút" userId="69b41f3f-cce6-4833-b1b6-94a378442888" providerId="ADAL" clId="{12E2F75D-3E38-4BE0-B877-8D5E4D5E23AA}" dt="2020-10-29T12:34:11.960" v="4" actId="6549"/>
        <pc:sldMkLst>
          <pc:docMk/>
          <pc:sldMk cId="0" sldId="257"/>
        </pc:sldMkLst>
      </pc:sldChg>
      <pc:sldChg chg="modSp">
        <pc:chgData name="Patrik Hrkút" userId="69b41f3f-cce6-4833-b1b6-94a378442888" providerId="ADAL" clId="{12E2F75D-3E38-4BE0-B877-8D5E4D5E23AA}" dt="2020-10-29T12:42:11.645" v="165" actId="20577"/>
        <pc:sldMkLst>
          <pc:docMk/>
          <pc:sldMk cId="0" sldId="259"/>
        </pc:sldMkLst>
      </pc:sldChg>
      <pc:sldChg chg="modSp">
        <pc:chgData name="Patrik Hrkút" userId="69b41f3f-cce6-4833-b1b6-94a378442888" providerId="ADAL" clId="{12E2F75D-3E38-4BE0-B877-8D5E4D5E23AA}" dt="2020-10-29T15:30:24.728" v="2381" actId="114"/>
        <pc:sldMkLst>
          <pc:docMk/>
          <pc:sldMk cId="0" sldId="260"/>
        </pc:sldMkLst>
      </pc:sldChg>
      <pc:sldChg chg="modSp">
        <pc:chgData name="Patrik Hrkút" userId="69b41f3f-cce6-4833-b1b6-94a378442888" providerId="ADAL" clId="{12E2F75D-3E38-4BE0-B877-8D5E4D5E23AA}" dt="2020-10-29T15:09:06.129" v="2015" actId="20577"/>
        <pc:sldMkLst>
          <pc:docMk/>
          <pc:sldMk cId="0" sldId="261"/>
        </pc:sldMkLst>
      </pc:sldChg>
      <pc:sldChg chg="addSp modSp">
        <pc:chgData name="Patrik Hrkút" userId="69b41f3f-cce6-4833-b1b6-94a378442888" providerId="ADAL" clId="{12E2F75D-3E38-4BE0-B877-8D5E4D5E23AA}" dt="2020-10-29T14:10:47.241" v="887" actId="108"/>
        <pc:sldMkLst>
          <pc:docMk/>
          <pc:sldMk cId="0" sldId="262"/>
        </pc:sldMkLst>
      </pc:sldChg>
      <pc:sldChg chg="addSp modSp">
        <pc:chgData name="Patrik Hrkút" userId="69b41f3f-cce6-4833-b1b6-94a378442888" providerId="ADAL" clId="{12E2F75D-3E38-4BE0-B877-8D5E4D5E23AA}" dt="2020-10-29T14:24:08.053" v="1304" actId="1076"/>
        <pc:sldMkLst>
          <pc:docMk/>
          <pc:sldMk cId="0" sldId="263"/>
        </pc:sldMkLst>
      </pc:sldChg>
      <pc:sldChg chg="addSp modSp ord">
        <pc:chgData name="Patrik Hrkút" userId="69b41f3f-cce6-4833-b1b6-94a378442888" providerId="ADAL" clId="{12E2F75D-3E38-4BE0-B877-8D5E4D5E23AA}" dt="2020-10-29T14:12:29.088" v="936"/>
        <pc:sldMkLst>
          <pc:docMk/>
          <pc:sldMk cId="0" sldId="265"/>
        </pc:sldMkLst>
      </pc:sldChg>
      <pc:sldChg chg="addSp delSp modSp ord">
        <pc:chgData name="Patrik Hrkút" userId="69b41f3f-cce6-4833-b1b6-94a378442888" providerId="ADAL" clId="{12E2F75D-3E38-4BE0-B877-8D5E4D5E23AA}" dt="2020-10-29T15:10:22.099" v="2030" actId="1038"/>
        <pc:sldMkLst>
          <pc:docMk/>
          <pc:sldMk cId="0" sldId="266"/>
        </pc:sldMkLst>
      </pc:sldChg>
      <pc:sldChg chg="addSp delSp modSp">
        <pc:chgData name="Patrik Hrkút" userId="69b41f3f-cce6-4833-b1b6-94a378442888" providerId="ADAL" clId="{12E2F75D-3E38-4BE0-B877-8D5E4D5E23AA}" dt="2020-10-29T14:36:20.262" v="1465" actId="1076"/>
        <pc:sldMkLst>
          <pc:docMk/>
          <pc:sldMk cId="0" sldId="267"/>
        </pc:sldMkLst>
      </pc:sldChg>
      <pc:sldChg chg="addSp delSp modSp">
        <pc:chgData name="Patrik Hrkút" userId="69b41f3f-cce6-4833-b1b6-94a378442888" providerId="ADAL" clId="{12E2F75D-3E38-4BE0-B877-8D5E4D5E23AA}" dt="2020-10-29T14:37:21.420" v="1484" actId="6549"/>
        <pc:sldMkLst>
          <pc:docMk/>
          <pc:sldMk cId="0" sldId="268"/>
        </pc:sldMkLst>
      </pc:sldChg>
      <pc:sldChg chg="addSp modSp ord">
        <pc:chgData name="Patrik Hrkút" userId="69b41f3f-cce6-4833-b1b6-94a378442888" providerId="ADAL" clId="{12E2F75D-3E38-4BE0-B877-8D5E4D5E23AA}" dt="2020-10-29T14:18:15.232" v="1220" actId="108"/>
        <pc:sldMkLst>
          <pc:docMk/>
          <pc:sldMk cId="0" sldId="269"/>
        </pc:sldMkLst>
      </pc:sldChg>
      <pc:sldChg chg="addSp modSp add">
        <pc:chgData name="Patrik Hrkút" userId="69b41f3f-cce6-4833-b1b6-94a378442888" providerId="ADAL" clId="{12E2F75D-3E38-4BE0-B877-8D5E4D5E23AA}" dt="2020-10-29T14:21:12.702" v="1269" actId="1076"/>
        <pc:sldMkLst>
          <pc:docMk/>
          <pc:sldMk cId="1540494505" sldId="270"/>
        </pc:sldMkLst>
      </pc:sldChg>
      <pc:sldChg chg="addSp modSp ord">
        <pc:chgData name="Patrik Hrkút" userId="69b41f3f-cce6-4833-b1b6-94a378442888" providerId="ADAL" clId="{12E2F75D-3E38-4BE0-B877-8D5E4D5E23AA}" dt="2020-10-29T14:26:26.430" v="1344" actId="108"/>
        <pc:sldMkLst>
          <pc:docMk/>
          <pc:sldMk cId="0" sldId="271"/>
        </pc:sldMkLst>
      </pc:sldChg>
      <pc:sldChg chg="del">
        <pc:chgData name="Patrik Hrkút" userId="69b41f3f-cce6-4833-b1b6-94a378442888" providerId="ADAL" clId="{12E2F75D-3E38-4BE0-B877-8D5E4D5E23AA}" dt="2020-10-29T12:54:50.464" v="254" actId="2696"/>
        <pc:sldMkLst>
          <pc:docMk/>
          <pc:sldMk cId="2513860785" sldId="272"/>
        </pc:sldMkLst>
      </pc:sldChg>
      <pc:sldChg chg="addSp delSp modSp">
        <pc:chgData name="Patrik Hrkút" userId="69b41f3f-cce6-4833-b1b6-94a378442888" providerId="ADAL" clId="{12E2F75D-3E38-4BE0-B877-8D5E4D5E23AA}" dt="2020-10-29T14:41:32.662" v="1502" actId="255"/>
        <pc:sldMkLst>
          <pc:docMk/>
          <pc:sldMk cId="0" sldId="273"/>
        </pc:sldMkLst>
      </pc:sldChg>
      <pc:sldChg chg="modSp">
        <pc:chgData name="Patrik Hrkút" userId="69b41f3f-cce6-4833-b1b6-94a378442888" providerId="ADAL" clId="{12E2F75D-3E38-4BE0-B877-8D5E4D5E23AA}" dt="2020-10-29T16:18:29.565" v="3585" actId="20577"/>
        <pc:sldMkLst>
          <pc:docMk/>
          <pc:sldMk cId="0" sldId="274"/>
        </pc:sldMkLst>
      </pc:sldChg>
      <pc:sldChg chg="addSp delSp modSp">
        <pc:chgData name="Patrik Hrkút" userId="69b41f3f-cce6-4833-b1b6-94a378442888" providerId="ADAL" clId="{12E2F75D-3E38-4BE0-B877-8D5E4D5E23AA}" dt="2020-10-29T16:23:37.133" v="3595" actId="1076"/>
        <pc:sldMkLst>
          <pc:docMk/>
          <pc:sldMk cId="0" sldId="275"/>
        </pc:sldMkLst>
      </pc:sldChg>
      <pc:sldChg chg="modSp">
        <pc:chgData name="Patrik Hrkút" userId="69b41f3f-cce6-4833-b1b6-94a378442888" providerId="ADAL" clId="{12E2F75D-3E38-4BE0-B877-8D5E4D5E23AA}" dt="2020-10-29T16:26:49.715" v="3705" actId="948"/>
        <pc:sldMkLst>
          <pc:docMk/>
          <pc:sldMk cId="0" sldId="276"/>
        </pc:sldMkLst>
      </pc:sldChg>
      <pc:sldChg chg="modSp">
        <pc:chgData name="Patrik Hrkút" userId="69b41f3f-cce6-4833-b1b6-94a378442888" providerId="ADAL" clId="{12E2F75D-3E38-4BE0-B877-8D5E4D5E23AA}" dt="2020-10-29T16:29:18.990" v="3818" actId="20577"/>
        <pc:sldMkLst>
          <pc:docMk/>
          <pc:sldMk cId="0" sldId="277"/>
        </pc:sldMkLst>
      </pc:sldChg>
      <pc:sldChg chg="modSp">
        <pc:chgData name="Patrik Hrkút" userId="69b41f3f-cce6-4833-b1b6-94a378442888" providerId="ADAL" clId="{12E2F75D-3E38-4BE0-B877-8D5E4D5E23AA}" dt="2020-10-29T16:31:06.900" v="3846" actId="108"/>
        <pc:sldMkLst>
          <pc:docMk/>
          <pc:sldMk cId="0" sldId="278"/>
        </pc:sldMkLst>
      </pc:sldChg>
      <pc:sldChg chg="addSp modSp">
        <pc:chgData name="Patrik Hrkút" userId="69b41f3f-cce6-4833-b1b6-94a378442888" providerId="ADAL" clId="{12E2F75D-3E38-4BE0-B877-8D5E4D5E23AA}" dt="2020-10-29T16:36:05.377" v="3863" actId="6549"/>
        <pc:sldMkLst>
          <pc:docMk/>
          <pc:sldMk cId="0" sldId="279"/>
        </pc:sldMkLst>
      </pc:sldChg>
      <pc:sldChg chg="addSp delSp modSp">
        <pc:chgData name="Patrik Hrkút" userId="69b41f3f-cce6-4833-b1b6-94a378442888" providerId="ADAL" clId="{12E2F75D-3E38-4BE0-B877-8D5E4D5E23AA}" dt="2020-10-29T16:39:00.394" v="3871" actId="1076"/>
        <pc:sldMkLst>
          <pc:docMk/>
          <pc:sldMk cId="0" sldId="280"/>
        </pc:sldMkLst>
      </pc:sldChg>
      <pc:sldChg chg="modSp">
        <pc:chgData name="Patrik Hrkút" userId="69b41f3f-cce6-4833-b1b6-94a378442888" providerId="ADAL" clId="{12E2F75D-3E38-4BE0-B877-8D5E4D5E23AA}" dt="2020-10-29T16:42:27.624" v="3887" actId="20577"/>
        <pc:sldMkLst>
          <pc:docMk/>
          <pc:sldMk cId="0" sldId="281"/>
        </pc:sldMkLst>
      </pc:sldChg>
      <pc:sldChg chg="modSp">
        <pc:chgData name="Patrik Hrkút" userId="69b41f3f-cce6-4833-b1b6-94a378442888" providerId="ADAL" clId="{12E2F75D-3E38-4BE0-B877-8D5E4D5E23AA}" dt="2020-10-30T09:00:00.076" v="3980" actId="20577"/>
        <pc:sldMkLst>
          <pc:docMk/>
          <pc:sldMk cId="0" sldId="283"/>
        </pc:sldMkLst>
      </pc:sldChg>
      <pc:sldChg chg="modSp">
        <pc:chgData name="Patrik Hrkút" userId="69b41f3f-cce6-4833-b1b6-94a378442888" providerId="ADAL" clId="{12E2F75D-3E38-4BE0-B877-8D5E4D5E23AA}" dt="2020-10-30T09:01:24.779" v="4012" actId="20577"/>
        <pc:sldMkLst>
          <pc:docMk/>
          <pc:sldMk cId="0" sldId="284"/>
        </pc:sldMkLst>
      </pc:sldChg>
      <pc:sldChg chg="modSp">
        <pc:chgData name="Patrik Hrkút" userId="69b41f3f-cce6-4833-b1b6-94a378442888" providerId="ADAL" clId="{12E2F75D-3E38-4BE0-B877-8D5E4D5E23AA}" dt="2020-10-30T09:02:58.160" v="4069" actId="20577"/>
        <pc:sldMkLst>
          <pc:docMk/>
          <pc:sldMk cId="0" sldId="285"/>
        </pc:sldMkLst>
      </pc:sldChg>
      <pc:sldChg chg="modSp">
        <pc:chgData name="Patrik Hrkút" userId="69b41f3f-cce6-4833-b1b6-94a378442888" providerId="ADAL" clId="{12E2F75D-3E38-4BE0-B877-8D5E4D5E23AA}" dt="2020-10-30T09:03:38.005" v="4083" actId="20577"/>
        <pc:sldMkLst>
          <pc:docMk/>
          <pc:sldMk cId="0" sldId="286"/>
        </pc:sldMkLst>
      </pc:sldChg>
      <pc:sldChg chg="modSp">
        <pc:chgData name="Patrik Hrkút" userId="69b41f3f-cce6-4833-b1b6-94a378442888" providerId="ADAL" clId="{12E2F75D-3E38-4BE0-B877-8D5E4D5E23AA}" dt="2020-10-30T09:06:12.855" v="4143" actId="20577"/>
        <pc:sldMkLst>
          <pc:docMk/>
          <pc:sldMk cId="0" sldId="287"/>
        </pc:sldMkLst>
      </pc:sldChg>
      <pc:sldChg chg="addSp modSp">
        <pc:chgData name="Patrik Hrkút" userId="69b41f3f-cce6-4833-b1b6-94a378442888" providerId="ADAL" clId="{12E2F75D-3E38-4BE0-B877-8D5E4D5E23AA}" dt="2020-10-30T09:10:43.453" v="4163" actId="14100"/>
        <pc:sldMkLst>
          <pc:docMk/>
          <pc:sldMk cId="0" sldId="288"/>
        </pc:sldMkLst>
      </pc:sldChg>
      <pc:sldChg chg="modSp">
        <pc:chgData name="Patrik Hrkút" userId="69b41f3f-cce6-4833-b1b6-94a378442888" providerId="ADAL" clId="{12E2F75D-3E38-4BE0-B877-8D5E4D5E23AA}" dt="2020-10-30T09:11:23.694" v="4172" actId="108"/>
        <pc:sldMkLst>
          <pc:docMk/>
          <pc:sldMk cId="0" sldId="289"/>
        </pc:sldMkLst>
      </pc:sldChg>
      <pc:sldChg chg="addSp delSp modSp">
        <pc:chgData name="Patrik Hrkút" userId="69b41f3f-cce6-4833-b1b6-94a378442888" providerId="ADAL" clId="{12E2F75D-3E38-4BE0-B877-8D5E4D5E23AA}" dt="2020-10-30T09:47:17.275" v="4313" actId="20577"/>
        <pc:sldMkLst>
          <pc:docMk/>
          <pc:sldMk cId="0" sldId="291"/>
        </pc:sldMkLst>
      </pc:sldChg>
      <pc:sldChg chg="addSp delSp modSp">
        <pc:chgData name="Patrik Hrkút" userId="69b41f3f-cce6-4833-b1b6-94a378442888" providerId="ADAL" clId="{12E2F75D-3E38-4BE0-B877-8D5E4D5E23AA}" dt="2020-10-30T09:52:05.552" v="4366" actId="20577"/>
        <pc:sldMkLst>
          <pc:docMk/>
          <pc:sldMk cId="0" sldId="292"/>
        </pc:sldMkLst>
      </pc:sldChg>
      <pc:sldChg chg="addSp delSp modSp">
        <pc:chgData name="Patrik Hrkút" userId="69b41f3f-cce6-4833-b1b6-94a378442888" providerId="ADAL" clId="{12E2F75D-3E38-4BE0-B877-8D5E4D5E23AA}" dt="2020-10-30T09:51:37.706" v="4342" actId="20577"/>
        <pc:sldMkLst>
          <pc:docMk/>
          <pc:sldMk cId="0" sldId="293"/>
        </pc:sldMkLst>
      </pc:sldChg>
      <pc:sldChg chg="modSp">
        <pc:chgData name="Patrik Hrkút" userId="69b41f3f-cce6-4833-b1b6-94a378442888" providerId="ADAL" clId="{12E2F75D-3E38-4BE0-B877-8D5E4D5E23AA}" dt="2020-10-30T09:34:33.022" v="4245" actId="12"/>
        <pc:sldMkLst>
          <pc:docMk/>
          <pc:sldMk cId="0" sldId="295"/>
        </pc:sldMkLst>
      </pc:sldChg>
      <pc:sldChg chg="addSp delSp modSp">
        <pc:chgData name="Patrik Hrkút" userId="69b41f3f-cce6-4833-b1b6-94a378442888" providerId="ADAL" clId="{12E2F75D-3E38-4BE0-B877-8D5E4D5E23AA}" dt="2020-10-30T09:50:44.528" v="4326" actId="20577"/>
        <pc:sldMkLst>
          <pc:docMk/>
          <pc:sldMk cId="0" sldId="296"/>
        </pc:sldMkLst>
      </pc:sldChg>
      <pc:sldChg chg="modSp">
        <pc:chgData name="Patrik Hrkút" userId="69b41f3f-cce6-4833-b1b6-94a378442888" providerId="ADAL" clId="{12E2F75D-3E38-4BE0-B877-8D5E4D5E23AA}" dt="2020-10-30T09:41:46.844" v="4294" actId="20577"/>
        <pc:sldMkLst>
          <pc:docMk/>
          <pc:sldMk cId="0" sldId="297"/>
        </pc:sldMkLst>
      </pc:sldChg>
      <pc:sldChg chg="addSp modSp">
        <pc:chgData name="Patrik Hrkút" userId="69b41f3f-cce6-4833-b1b6-94a378442888" providerId="ADAL" clId="{12E2F75D-3E38-4BE0-B877-8D5E4D5E23AA}" dt="2020-10-30T09:53:33.729" v="4425" actId="5793"/>
        <pc:sldMkLst>
          <pc:docMk/>
          <pc:sldMk cId="0" sldId="298"/>
        </pc:sldMkLst>
      </pc:sldChg>
      <pc:sldChg chg="modSp">
        <pc:chgData name="Patrik Hrkút" userId="69b41f3f-cce6-4833-b1b6-94a378442888" providerId="ADAL" clId="{12E2F75D-3E38-4BE0-B877-8D5E4D5E23AA}" dt="2020-10-30T09:48:01.610" v="4317" actId="2711"/>
        <pc:sldMkLst>
          <pc:docMk/>
          <pc:sldMk cId="0" sldId="299"/>
        </pc:sldMkLst>
      </pc:sldChg>
      <pc:sldChg chg="addSp delSp modSp">
        <pc:chgData name="Patrik Hrkút" userId="69b41f3f-cce6-4833-b1b6-94a378442888" providerId="ADAL" clId="{12E2F75D-3E38-4BE0-B877-8D5E4D5E23AA}" dt="2020-10-30T09:53:22.054" v="4419" actId="20577"/>
        <pc:sldMkLst>
          <pc:docMk/>
          <pc:sldMk cId="0" sldId="300"/>
        </pc:sldMkLst>
      </pc:sldChg>
      <pc:sldChg chg="modSp">
        <pc:chgData name="Patrik Hrkút" userId="69b41f3f-cce6-4833-b1b6-94a378442888" providerId="ADAL" clId="{12E2F75D-3E38-4BE0-B877-8D5E4D5E23AA}" dt="2020-10-30T09:54:00.314" v="4429" actId="20577"/>
        <pc:sldMkLst>
          <pc:docMk/>
          <pc:sldMk cId="0" sldId="301"/>
        </pc:sldMkLst>
      </pc:sldChg>
      <pc:sldChg chg="modSp">
        <pc:chgData name="Patrik Hrkút" userId="69b41f3f-cce6-4833-b1b6-94a378442888" providerId="ADAL" clId="{12E2F75D-3E38-4BE0-B877-8D5E4D5E23AA}" dt="2020-10-30T09:56:00.787" v="4439" actId="2710"/>
        <pc:sldMkLst>
          <pc:docMk/>
          <pc:sldMk cId="0" sldId="302"/>
        </pc:sldMkLst>
      </pc:sldChg>
      <pc:sldChg chg="addSp modSp">
        <pc:chgData name="Patrik Hrkút" userId="69b41f3f-cce6-4833-b1b6-94a378442888" providerId="ADAL" clId="{12E2F75D-3E38-4BE0-B877-8D5E4D5E23AA}" dt="2020-10-30T09:57:48.223" v="4448" actId="6549"/>
        <pc:sldMkLst>
          <pc:docMk/>
          <pc:sldMk cId="0" sldId="303"/>
        </pc:sldMkLst>
      </pc:sldChg>
      <pc:sldChg chg="modSp">
        <pc:chgData name="Patrik Hrkút" userId="69b41f3f-cce6-4833-b1b6-94a378442888" providerId="ADAL" clId="{12E2F75D-3E38-4BE0-B877-8D5E4D5E23AA}" dt="2020-10-30T09:58:44.701" v="4455" actId="108"/>
        <pc:sldMkLst>
          <pc:docMk/>
          <pc:sldMk cId="0" sldId="305"/>
        </pc:sldMkLst>
      </pc:sldChg>
      <pc:sldChg chg="addSp delSp modSp">
        <pc:chgData name="Patrik Hrkút" userId="69b41f3f-cce6-4833-b1b6-94a378442888" providerId="ADAL" clId="{12E2F75D-3E38-4BE0-B877-8D5E4D5E23AA}" dt="2020-10-30T10:00:24.722" v="4505" actId="1076"/>
        <pc:sldMkLst>
          <pc:docMk/>
          <pc:sldMk cId="0" sldId="306"/>
        </pc:sldMkLst>
      </pc:sldChg>
      <pc:sldChg chg="addSp modSp">
        <pc:chgData name="Patrik Hrkút" userId="69b41f3f-cce6-4833-b1b6-94a378442888" providerId="ADAL" clId="{12E2F75D-3E38-4BE0-B877-8D5E4D5E23AA}" dt="2020-10-30T10:02:09.778" v="4520" actId="20577"/>
        <pc:sldMkLst>
          <pc:docMk/>
          <pc:sldMk cId="0" sldId="307"/>
        </pc:sldMkLst>
      </pc:sldChg>
      <pc:sldChg chg="modSp">
        <pc:chgData name="Patrik Hrkút" userId="69b41f3f-cce6-4833-b1b6-94a378442888" providerId="ADAL" clId="{12E2F75D-3E38-4BE0-B877-8D5E4D5E23AA}" dt="2020-10-30T10:05:15.159" v="4657" actId="20577"/>
        <pc:sldMkLst>
          <pc:docMk/>
          <pc:sldMk cId="0" sldId="308"/>
        </pc:sldMkLst>
      </pc:sldChg>
      <pc:sldChg chg="addSp modSp">
        <pc:chgData name="Patrik Hrkút" userId="69b41f3f-cce6-4833-b1b6-94a378442888" providerId="ADAL" clId="{12E2F75D-3E38-4BE0-B877-8D5E4D5E23AA}" dt="2020-10-30T10:06:55.305" v="4677" actId="5793"/>
        <pc:sldMkLst>
          <pc:docMk/>
          <pc:sldMk cId="0" sldId="309"/>
        </pc:sldMkLst>
      </pc:sldChg>
      <pc:sldChg chg="modSp">
        <pc:chgData name="Patrik Hrkút" userId="69b41f3f-cce6-4833-b1b6-94a378442888" providerId="ADAL" clId="{12E2F75D-3E38-4BE0-B877-8D5E4D5E23AA}" dt="2020-10-30T10:07:44.536" v="4718" actId="20577"/>
        <pc:sldMkLst>
          <pc:docMk/>
          <pc:sldMk cId="0" sldId="311"/>
        </pc:sldMkLst>
      </pc:sldChg>
      <pc:sldChg chg="modSp">
        <pc:chgData name="Patrik Hrkút" userId="69b41f3f-cce6-4833-b1b6-94a378442888" providerId="ADAL" clId="{12E2F75D-3E38-4BE0-B877-8D5E4D5E23AA}" dt="2020-10-30T10:08:57.566" v="4737" actId="6549"/>
        <pc:sldMkLst>
          <pc:docMk/>
          <pc:sldMk cId="0" sldId="312"/>
        </pc:sldMkLst>
      </pc:sldChg>
      <pc:sldChg chg="modSp">
        <pc:chgData name="Patrik Hrkút" userId="69b41f3f-cce6-4833-b1b6-94a378442888" providerId="ADAL" clId="{12E2F75D-3E38-4BE0-B877-8D5E4D5E23AA}" dt="2020-10-30T10:09:49.436" v="4749" actId="114"/>
        <pc:sldMkLst>
          <pc:docMk/>
          <pc:sldMk cId="0" sldId="313"/>
        </pc:sldMkLst>
      </pc:sldChg>
      <pc:sldChg chg="modSp">
        <pc:chgData name="Patrik Hrkút" userId="69b41f3f-cce6-4833-b1b6-94a378442888" providerId="ADAL" clId="{12E2F75D-3E38-4BE0-B877-8D5E4D5E23AA}" dt="2020-10-30T10:10:25.983" v="4759" actId="20577"/>
        <pc:sldMkLst>
          <pc:docMk/>
          <pc:sldMk cId="0" sldId="314"/>
        </pc:sldMkLst>
      </pc:sldChg>
      <pc:sldChg chg="addSp modSp">
        <pc:chgData name="Patrik Hrkút" userId="69b41f3f-cce6-4833-b1b6-94a378442888" providerId="ADAL" clId="{12E2F75D-3E38-4BE0-B877-8D5E4D5E23AA}" dt="2020-10-30T10:14:45.177" v="4933" actId="1076"/>
        <pc:sldMkLst>
          <pc:docMk/>
          <pc:sldMk cId="0" sldId="315"/>
        </pc:sldMkLst>
      </pc:sldChg>
      <pc:sldChg chg="addSp delSp modSp">
        <pc:chgData name="Patrik Hrkút" userId="69b41f3f-cce6-4833-b1b6-94a378442888" providerId="ADAL" clId="{12E2F75D-3E38-4BE0-B877-8D5E4D5E23AA}" dt="2020-10-30T10:15:43.877" v="4939" actId="1076"/>
        <pc:sldMkLst>
          <pc:docMk/>
          <pc:sldMk cId="0" sldId="317"/>
        </pc:sldMkLst>
      </pc:sldChg>
      <pc:sldChg chg="modSp">
        <pc:chgData name="Patrik Hrkút" userId="69b41f3f-cce6-4833-b1b6-94a378442888" providerId="ADAL" clId="{12E2F75D-3E38-4BE0-B877-8D5E4D5E23AA}" dt="2020-10-30T10:21:42.186" v="5087" actId="114"/>
        <pc:sldMkLst>
          <pc:docMk/>
          <pc:sldMk cId="0" sldId="318"/>
        </pc:sldMkLst>
      </pc:sldChg>
      <pc:sldChg chg="addSp delSp modSp">
        <pc:chgData name="Patrik Hrkút" userId="69b41f3f-cce6-4833-b1b6-94a378442888" providerId="ADAL" clId="{12E2F75D-3E38-4BE0-B877-8D5E4D5E23AA}" dt="2020-10-30T10:19:17.200" v="4968" actId="20577"/>
        <pc:sldMkLst>
          <pc:docMk/>
          <pc:sldMk cId="0" sldId="319"/>
        </pc:sldMkLst>
      </pc:sldChg>
      <pc:sldChg chg="del">
        <pc:chgData name="Patrik Hrkút" userId="69b41f3f-cce6-4833-b1b6-94a378442888" providerId="ADAL" clId="{12E2F75D-3E38-4BE0-B877-8D5E4D5E23AA}" dt="2020-10-30T10:21:58.303" v="5088" actId="2696"/>
        <pc:sldMkLst>
          <pc:docMk/>
          <pc:sldMk cId="0" sldId="320"/>
        </pc:sldMkLst>
      </pc:sldChg>
      <pc:sldChg chg="del">
        <pc:chgData name="Patrik Hrkút" userId="69b41f3f-cce6-4833-b1b6-94a378442888" providerId="ADAL" clId="{12E2F75D-3E38-4BE0-B877-8D5E4D5E23AA}" dt="2020-10-30T10:21:59.449" v="5089" actId="2696"/>
        <pc:sldMkLst>
          <pc:docMk/>
          <pc:sldMk cId="0" sldId="321"/>
        </pc:sldMkLst>
      </pc:sldChg>
      <pc:sldChg chg="modSp">
        <pc:chgData name="Patrik Hrkút" userId="69b41f3f-cce6-4833-b1b6-94a378442888" providerId="ADAL" clId="{12E2F75D-3E38-4BE0-B877-8D5E4D5E23AA}" dt="2020-10-30T10:22:21.833" v="5095" actId="20577"/>
        <pc:sldMkLst>
          <pc:docMk/>
          <pc:sldMk cId="0" sldId="323"/>
        </pc:sldMkLst>
      </pc:sldChg>
      <pc:sldChg chg="addSp delSp modSp">
        <pc:chgData name="Patrik Hrkút" userId="69b41f3f-cce6-4833-b1b6-94a378442888" providerId="ADAL" clId="{12E2F75D-3E38-4BE0-B877-8D5E4D5E23AA}" dt="2020-10-30T10:24:25.208" v="5104" actId="20577"/>
        <pc:sldMkLst>
          <pc:docMk/>
          <pc:sldMk cId="0" sldId="324"/>
        </pc:sldMkLst>
      </pc:sldChg>
      <pc:sldChg chg="addSp delSp modSp">
        <pc:chgData name="Patrik Hrkút" userId="69b41f3f-cce6-4833-b1b6-94a378442888" providerId="ADAL" clId="{12E2F75D-3E38-4BE0-B877-8D5E4D5E23AA}" dt="2020-10-30T10:26:00" v="5114" actId="20577"/>
        <pc:sldMkLst>
          <pc:docMk/>
          <pc:sldMk cId="0" sldId="326"/>
        </pc:sldMkLst>
      </pc:sldChg>
      <pc:sldChg chg="modSp">
        <pc:chgData name="Patrik Hrkút" userId="69b41f3f-cce6-4833-b1b6-94a378442888" providerId="ADAL" clId="{12E2F75D-3E38-4BE0-B877-8D5E4D5E23AA}" dt="2020-10-30T10:26:18.242" v="5116" actId="114"/>
        <pc:sldMkLst>
          <pc:docMk/>
          <pc:sldMk cId="0" sldId="327"/>
        </pc:sldMkLst>
      </pc:sldChg>
      <pc:sldChg chg="addSp modSp">
        <pc:chgData name="Patrik Hrkút" userId="69b41f3f-cce6-4833-b1b6-94a378442888" providerId="ADAL" clId="{12E2F75D-3E38-4BE0-B877-8D5E4D5E23AA}" dt="2020-10-30T10:27:50.507" v="5138" actId="20577"/>
        <pc:sldMkLst>
          <pc:docMk/>
          <pc:sldMk cId="0" sldId="328"/>
        </pc:sldMkLst>
      </pc:sldChg>
      <pc:sldChg chg="addSp delSp modSp">
        <pc:chgData name="Patrik Hrkút" userId="69b41f3f-cce6-4833-b1b6-94a378442888" providerId="ADAL" clId="{12E2F75D-3E38-4BE0-B877-8D5E4D5E23AA}" dt="2020-10-30T10:30:07.841" v="5155" actId="20577"/>
        <pc:sldMkLst>
          <pc:docMk/>
          <pc:sldMk cId="0" sldId="329"/>
        </pc:sldMkLst>
      </pc:sldChg>
      <pc:sldChg chg="del">
        <pc:chgData name="Patrik Hrkút" userId="69b41f3f-cce6-4833-b1b6-94a378442888" providerId="ADAL" clId="{12E2F75D-3E38-4BE0-B877-8D5E4D5E23AA}" dt="2020-10-30T10:30:45.660" v="5157" actId="2696"/>
        <pc:sldMkLst>
          <pc:docMk/>
          <pc:sldMk cId="0" sldId="330"/>
        </pc:sldMkLst>
      </pc:sldChg>
      <pc:sldChg chg="del">
        <pc:chgData name="Patrik Hrkút" userId="69b41f3f-cce6-4833-b1b6-94a378442888" providerId="ADAL" clId="{12E2F75D-3E38-4BE0-B877-8D5E4D5E23AA}" dt="2020-10-30T10:30:39.475" v="5156" actId="2696"/>
        <pc:sldMkLst>
          <pc:docMk/>
          <pc:sldMk cId="0" sldId="331"/>
        </pc:sldMkLst>
      </pc:sldChg>
      <pc:sldChg chg="addSp delSp modSp add ord">
        <pc:chgData name="Patrik Hrkút" userId="69b41f3f-cce6-4833-b1b6-94a378442888" providerId="ADAL" clId="{12E2F75D-3E38-4BE0-B877-8D5E4D5E23AA}" dt="2020-10-29T15:09:57.949" v="2023" actId="20577"/>
        <pc:sldMkLst>
          <pc:docMk/>
          <pc:sldMk cId="3358741002" sldId="332"/>
        </pc:sldMkLst>
      </pc:sldChg>
      <pc:sldChg chg="modSp add del">
        <pc:chgData name="Patrik Hrkút" userId="69b41f3f-cce6-4833-b1b6-94a378442888" providerId="ADAL" clId="{12E2F75D-3E38-4BE0-B877-8D5E4D5E23AA}" dt="2020-10-29T16:15:23.712" v="3527" actId="2696"/>
        <pc:sldMkLst>
          <pc:docMk/>
          <pc:sldMk cId="459171822" sldId="333"/>
        </pc:sldMkLst>
      </pc:sldChg>
      <pc:sldChg chg="addSp delSp modSp add">
        <pc:chgData name="Patrik Hrkút" userId="69b41f3f-cce6-4833-b1b6-94a378442888" providerId="ADAL" clId="{12E2F75D-3E38-4BE0-B877-8D5E4D5E23AA}" dt="2020-10-29T15:24:12.974" v="2251" actId="20577"/>
        <pc:sldMkLst>
          <pc:docMk/>
          <pc:sldMk cId="4124471580" sldId="334"/>
        </pc:sldMkLst>
      </pc:sldChg>
      <pc:sldChg chg="modSp add">
        <pc:chgData name="Patrik Hrkút" userId="69b41f3f-cce6-4833-b1b6-94a378442888" providerId="ADAL" clId="{12E2F75D-3E38-4BE0-B877-8D5E4D5E23AA}" dt="2020-10-29T15:57:04.768" v="2980" actId="20577"/>
        <pc:sldMkLst>
          <pc:docMk/>
          <pc:sldMk cId="1188967882" sldId="335"/>
        </pc:sldMkLst>
      </pc:sldChg>
      <pc:sldChg chg="modSp add">
        <pc:chgData name="Patrik Hrkút" userId="69b41f3f-cce6-4833-b1b6-94a378442888" providerId="ADAL" clId="{12E2F75D-3E38-4BE0-B877-8D5E4D5E23AA}" dt="2020-10-29T16:14:25.291" v="3526" actId="108"/>
        <pc:sldMkLst>
          <pc:docMk/>
          <pc:sldMk cId="1128076540" sldId="336"/>
        </pc:sldMkLst>
      </pc:sldChg>
    </pc:docChg>
  </pc:docChgLst>
  <pc:docChgLst>
    <pc:chgData name="Patrik Hrkút" userId="69b41f3f-cce6-4833-b1b6-94a378442888" providerId="ADAL" clId="{389B5BD5-C1CD-45CB-A636-D508D6BA1C15}"/>
    <pc:docChg chg="modSld">
      <pc:chgData name="Patrik Hrkút" userId="69b41f3f-cce6-4833-b1b6-94a378442888" providerId="ADAL" clId="{389B5BD5-C1CD-45CB-A636-D508D6BA1C15}" dt="2024-10-29T12:20:13.087" v="37" actId="255"/>
      <pc:docMkLst>
        <pc:docMk/>
      </pc:docMkLst>
      <pc:sldChg chg="modSp mod">
        <pc:chgData name="Patrik Hrkút" userId="69b41f3f-cce6-4833-b1b6-94a378442888" providerId="ADAL" clId="{389B5BD5-C1CD-45CB-A636-D508D6BA1C15}" dt="2024-10-29T12:03:24.519" v="2" actId="20577"/>
        <pc:sldMkLst>
          <pc:docMk/>
          <pc:sldMk cId="0" sldId="256"/>
        </pc:sldMkLst>
      </pc:sldChg>
      <pc:sldChg chg="modSp mod">
        <pc:chgData name="Patrik Hrkút" userId="69b41f3f-cce6-4833-b1b6-94a378442888" providerId="ADAL" clId="{389B5BD5-C1CD-45CB-A636-D508D6BA1C15}" dt="2024-10-29T12:05:41.594" v="11" actId="790"/>
        <pc:sldMkLst>
          <pc:docMk/>
          <pc:sldMk cId="0" sldId="259"/>
        </pc:sldMkLst>
      </pc:sldChg>
      <pc:sldChg chg="modSp mod">
        <pc:chgData name="Patrik Hrkút" userId="69b41f3f-cce6-4833-b1b6-94a378442888" providerId="ADAL" clId="{389B5BD5-C1CD-45CB-A636-D508D6BA1C15}" dt="2024-10-29T12:08:10.504" v="20" actId="20577"/>
        <pc:sldMkLst>
          <pc:docMk/>
          <pc:sldMk cId="0" sldId="274"/>
        </pc:sldMkLst>
      </pc:sldChg>
      <pc:sldChg chg="modSp mod">
        <pc:chgData name="Patrik Hrkút" userId="69b41f3f-cce6-4833-b1b6-94a378442888" providerId="ADAL" clId="{389B5BD5-C1CD-45CB-A636-D508D6BA1C15}" dt="2024-10-29T12:08:37.296" v="27" actId="20577"/>
        <pc:sldMkLst>
          <pc:docMk/>
          <pc:sldMk cId="0" sldId="277"/>
        </pc:sldMkLst>
      </pc:sldChg>
      <pc:sldChg chg="modSp mod">
        <pc:chgData name="Patrik Hrkút" userId="69b41f3f-cce6-4833-b1b6-94a378442888" providerId="ADAL" clId="{389B5BD5-C1CD-45CB-A636-D508D6BA1C15}" dt="2024-10-29T12:12:15.946" v="29" actId="108"/>
        <pc:sldMkLst>
          <pc:docMk/>
          <pc:sldMk cId="0" sldId="320"/>
        </pc:sldMkLst>
      </pc:sldChg>
      <pc:sldChg chg="modSp mod">
        <pc:chgData name="Patrik Hrkút" userId="69b41f3f-cce6-4833-b1b6-94a378442888" providerId="ADAL" clId="{389B5BD5-C1CD-45CB-A636-D508D6BA1C15}" dt="2024-10-29T12:07:05.744" v="12" actId="790"/>
        <pc:sldMkLst>
          <pc:docMk/>
          <pc:sldMk cId="4124471580" sldId="334"/>
        </pc:sldMkLst>
      </pc:sldChg>
      <pc:sldChg chg="modSp mod">
        <pc:chgData name="Patrik Hrkút" userId="69b41f3f-cce6-4833-b1b6-94a378442888" providerId="ADAL" clId="{389B5BD5-C1CD-45CB-A636-D508D6BA1C15}" dt="2024-10-29T12:07:16.354" v="13" actId="790"/>
        <pc:sldMkLst>
          <pc:docMk/>
          <pc:sldMk cId="1188967882" sldId="335"/>
        </pc:sldMkLst>
      </pc:sldChg>
      <pc:sldChg chg="modSp mod">
        <pc:chgData name="Patrik Hrkút" userId="69b41f3f-cce6-4833-b1b6-94a378442888" providerId="ADAL" clId="{389B5BD5-C1CD-45CB-A636-D508D6BA1C15}" dt="2024-10-29T12:16:14.335" v="32" actId="790"/>
        <pc:sldMkLst>
          <pc:docMk/>
          <pc:sldMk cId="0" sldId="358"/>
        </pc:sldMkLst>
      </pc:sldChg>
      <pc:sldChg chg="modSp mod">
        <pc:chgData name="Patrik Hrkút" userId="69b41f3f-cce6-4833-b1b6-94a378442888" providerId="ADAL" clId="{389B5BD5-C1CD-45CB-A636-D508D6BA1C15}" dt="2024-10-29T12:17:26.486" v="33" actId="790"/>
        <pc:sldMkLst>
          <pc:docMk/>
          <pc:sldMk cId="4100570575" sldId="372"/>
        </pc:sldMkLst>
      </pc:sldChg>
      <pc:sldChg chg="modSp mod">
        <pc:chgData name="Patrik Hrkút" userId="69b41f3f-cce6-4833-b1b6-94a378442888" providerId="ADAL" clId="{389B5BD5-C1CD-45CB-A636-D508D6BA1C15}" dt="2024-10-29T12:19:06.262" v="36" actId="207"/>
        <pc:sldMkLst>
          <pc:docMk/>
          <pc:sldMk cId="609830094" sldId="373"/>
        </pc:sldMkLst>
      </pc:sldChg>
      <pc:sldChg chg="modSp mod">
        <pc:chgData name="Patrik Hrkút" userId="69b41f3f-cce6-4833-b1b6-94a378442888" providerId="ADAL" clId="{389B5BD5-C1CD-45CB-A636-D508D6BA1C15}" dt="2024-10-29T12:20:13.087" v="37" actId="255"/>
        <pc:sldMkLst>
          <pc:docMk/>
          <pc:sldMk cId="471867410" sldId="376"/>
        </pc:sldMkLst>
      </pc:sldChg>
      <pc:sldChg chg="modSp mod">
        <pc:chgData name="Patrik Hrkút" userId="69b41f3f-cce6-4833-b1b6-94a378442888" providerId="ADAL" clId="{389B5BD5-C1CD-45CB-A636-D508D6BA1C15}" dt="2024-10-29T12:11:06.888" v="28" actId="790"/>
        <pc:sldMkLst>
          <pc:docMk/>
          <pc:sldMk cId="268509680" sldId="380"/>
        </pc:sldMkLst>
      </pc:sldChg>
    </pc:docChg>
  </pc:docChgLst>
  <pc:docChgLst>
    <pc:chgData name="Patrik Hrkút" userId="69b41f3f-cce6-4833-b1b6-94a378442888" providerId="ADAL" clId="{A3C511E3-C402-48DD-AD4A-7204CEAD21A7}"/>
    <pc:docChg chg="undo custSel modSld">
      <pc:chgData name="Patrik Hrkút" userId="69b41f3f-cce6-4833-b1b6-94a378442888" providerId="ADAL" clId="{A3C511E3-C402-48DD-AD4A-7204CEAD21A7}" dt="2021-04-27T09:34:44.539" v="62" actId="20577"/>
      <pc:docMkLst>
        <pc:docMk/>
      </pc:docMkLst>
      <pc:sldChg chg="modSp mod">
        <pc:chgData name="Patrik Hrkút" userId="69b41f3f-cce6-4833-b1b6-94a378442888" providerId="ADAL" clId="{A3C511E3-C402-48DD-AD4A-7204CEAD21A7}" dt="2021-04-27T09:34:44.539" v="62" actId="20577"/>
        <pc:sldMkLst>
          <pc:docMk/>
          <pc:sldMk cId="0" sldId="256"/>
        </pc:sldMkLst>
      </pc:sldChg>
    </pc:docChg>
  </pc:docChgLst>
  <pc:docChgLst>
    <pc:chgData name="Michal Ďuračík" userId="cf2726a1-d5ba-4ec7-91ee-a3b1c496c4d0" providerId="ADAL" clId="{00F9A5C0-E7EB-44F9-B573-98D6DE958595}"/>
    <pc:docChg chg="undo redo custSel addSld delSld modSld sldOrd">
      <pc:chgData name="Michal Ďuračík" userId="cf2726a1-d5ba-4ec7-91ee-a3b1c496c4d0" providerId="ADAL" clId="{00F9A5C0-E7EB-44F9-B573-98D6DE958595}" dt="2025-10-28T14:58:58.520" v="2802" actId="20577"/>
      <pc:docMkLst>
        <pc:docMk/>
      </pc:docMkLst>
      <pc:sldChg chg="modSp mod">
        <pc:chgData name="Michal Ďuračík" userId="cf2726a1-d5ba-4ec7-91ee-a3b1c496c4d0" providerId="ADAL" clId="{00F9A5C0-E7EB-44F9-B573-98D6DE958595}" dt="2025-10-28T12:41:35.225" v="2" actId="20577"/>
        <pc:sldMkLst>
          <pc:docMk/>
          <pc:sldMk cId="0" sldId="256"/>
        </pc:sldMkLst>
        <pc:spChg chg="mod">
          <ac:chgData name="Michal Ďuračík" userId="cf2726a1-d5ba-4ec7-91ee-a3b1c496c4d0" providerId="ADAL" clId="{00F9A5C0-E7EB-44F9-B573-98D6DE958595}" dt="2025-10-28T12:41:35.225" v="2" actId="20577"/>
          <ac:spMkLst>
            <pc:docMk/>
            <pc:sldMk cId="0" sldId="256"/>
            <ac:spMk id="2" creationId="{35746F15-D433-549F-5745-938472AD743B}"/>
          </ac:spMkLst>
        </pc:spChg>
      </pc:sldChg>
      <pc:sldChg chg="addSp modSp mod">
        <pc:chgData name="Michal Ďuračík" userId="cf2726a1-d5ba-4ec7-91ee-a3b1c496c4d0" providerId="ADAL" clId="{00F9A5C0-E7EB-44F9-B573-98D6DE958595}" dt="2025-10-28T12:47:26.364" v="9" actId="1076"/>
        <pc:sldMkLst>
          <pc:docMk/>
          <pc:sldMk cId="0" sldId="259"/>
        </pc:sldMkLst>
        <pc:picChg chg="add mod">
          <ac:chgData name="Michal Ďuračík" userId="cf2726a1-d5ba-4ec7-91ee-a3b1c496c4d0" providerId="ADAL" clId="{00F9A5C0-E7EB-44F9-B573-98D6DE958595}" dt="2025-10-28T12:47:26.364" v="9" actId="1076"/>
          <ac:picMkLst>
            <pc:docMk/>
            <pc:sldMk cId="0" sldId="259"/>
            <ac:picMk id="3" creationId="{A4EB15CA-8B92-1202-E180-0F8DCF4BF665}"/>
          </ac:picMkLst>
        </pc:picChg>
      </pc:sldChg>
      <pc:sldChg chg="addSp delSp modSp mod">
        <pc:chgData name="Michal Ďuračík" userId="cf2726a1-d5ba-4ec7-91ee-a3b1c496c4d0" providerId="ADAL" clId="{00F9A5C0-E7EB-44F9-B573-98D6DE958595}" dt="2025-10-28T12:50:57.828" v="32" actId="14100"/>
        <pc:sldMkLst>
          <pc:docMk/>
          <pc:sldMk cId="0" sldId="260"/>
        </pc:sldMkLst>
        <pc:spChg chg="mod">
          <ac:chgData name="Michal Ďuračík" userId="cf2726a1-d5ba-4ec7-91ee-a3b1c496c4d0" providerId="ADAL" clId="{00F9A5C0-E7EB-44F9-B573-98D6DE958595}" dt="2025-10-28T12:50:57.828" v="32" actId="14100"/>
          <ac:spMkLst>
            <pc:docMk/>
            <pc:sldMk cId="0" sldId="260"/>
            <ac:spMk id="135" creationId="{00000000-0000-0000-0000-000000000000}"/>
          </ac:spMkLst>
        </pc:spChg>
        <pc:picChg chg="add del mod">
          <ac:chgData name="Michal Ďuračík" userId="cf2726a1-d5ba-4ec7-91ee-a3b1c496c4d0" providerId="ADAL" clId="{00F9A5C0-E7EB-44F9-B573-98D6DE958595}" dt="2025-10-28T12:49:09.898" v="19" actId="478"/>
          <ac:picMkLst>
            <pc:docMk/>
            <pc:sldMk cId="0" sldId="260"/>
            <ac:picMk id="3" creationId="{52D287CB-A072-C792-68FF-3D7D5580B5AA}"/>
          </ac:picMkLst>
        </pc:picChg>
        <pc:picChg chg="add del mod">
          <ac:chgData name="Michal Ďuračík" userId="cf2726a1-d5ba-4ec7-91ee-a3b1c496c4d0" providerId="ADAL" clId="{00F9A5C0-E7EB-44F9-B573-98D6DE958595}" dt="2025-10-28T12:49:16.818" v="24" actId="478"/>
          <ac:picMkLst>
            <pc:docMk/>
            <pc:sldMk cId="0" sldId="260"/>
            <ac:picMk id="5" creationId="{7288A9FD-CFC4-692C-5CC5-A6EDF6652819}"/>
          </ac:picMkLst>
        </pc:picChg>
        <pc:picChg chg="add mod">
          <ac:chgData name="Michal Ďuračík" userId="cf2726a1-d5ba-4ec7-91ee-a3b1c496c4d0" providerId="ADAL" clId="{00F9A5C0-E7EB-44F9-B573-98D6DE958595}" dt="2025-10-28T12:50:54.273" v="31" actId="1076"/>
          <ac:picMkLst>
            <pc:docMk/>
            <pc:sldMk cId="0" sldId="260"/>
            <ac:picMk id="7" creationId="{EB35A046-C7DB-3939-284C-AF4A525687B3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2:53:39.349" v="70" actId="1076"/>
        <pc:sldMkLst>
          <pc:docMk/>
          <pc:sldMk cId="0" sldId="261"/>
        </pc:sldMkLst>
        <pc:spChg chg="add mod">
          <ac:chgData name="Michal Ďuračík" userId="cf2726a1-d5ba-4ec7-91ee-a3b1c496c4d0" providerId="ADAL" clId="{00F9A5C0-E7EB-44F9-B573-98D6DE958595}" dt="2025-10-28T12:53:39.349" v="70" actId="1076"/>
          <ac:spMkLst>
            <pc:docMk/>
            <pc:sldMk cId="0" sldId="261"/>
            <ac:spMk id="3" creationId="{363571C0-00B3-AF87-5D09-AA5280D4FEBD}"/>
          </ac:spMkLst>
        </pc:spChg>
        <pc:spChg chg="mod">
          <ac:chgData name="Michal Ďuračík" userId="cf2726a1-d5ba-4ec7-91ee-a3b1c496c4d0" providerId="ADAL" clId="{00F9A5C0-E7EB-44F9-B573-98D6DE958595}" dt="2025-10-28T12:53:04.529" v="60"/>
          <ac:spMkLst>
            <pc:docMk/>
            <pc:sldMk cId="0" sldId="261"/>
            <ac:spMk id="142" creationId="{00000000-0000-0000-0000-000000000000}"/>
          </ac:spMkLst>
        </pc:spChg>
      </pc:sldChg>
      <pc:sldChg chg="addSp delSp modSp mod">
        <pc:chgData name="Michal Ďuračík" userId="cf2726a1-d5ba-4ec7-91ee-a3b1c496c4d0" providerId="ADAL" clId="{00F9A5C0-E7EB-44F9-B573-98D6DE958595}" dt="2025-10-28T12:58:56.459" v="90" actId="1076"/>
        <pc:sldMkLst>
          <pc:docMk/>
          <pc:sldMk cId="0" sldId="268"/>
        </pc:sldMkLst>
        <pc:picChg chg="del">
          <ac:chgData name="Michal Ďuračík" userId="cf2726a1-d5ba-4ec7-91ee-a3b1c496c4d0" providerId="ADAL" clId="{00F9A5C0-E7EB-44F9-B573-98D6DE958595}" dt="2025-10-28T12:57:26.057" v="74" actId="478"/>
          <ac:picMkLst>
            <pc:docMk/>
            <pc:sldMk cId="0" sldId="268"/>
            <ac:picMk id="4" creationId="{866AFFDB-E7EF-5376-8933-45A83E0040BA}"/>
          </ac:picMkLst>
        </pc:picChg>
        <pc:picChg chg="add del mod">
          <ac:chgData name="Michal Ďuračík" userId="cf2726a1-d5ba-4ec7-91ee-a3b1c496c4d0" providerId="ADAL" clId="{00F9A5C0-E7EB-44F9-B573-98D6DE958595}" dt="2025-10-28T12:57:43.926" v="79" actId="478"/>
          <ac:picMkLst>
            <pc:docMk/>
            <pc:sldMk cId="0" sldId="268"/>
            <ac:picMk id="5" creationId="{3B916E8F-A25B-4DFE-7E8B-51DA4DF5E0B0}"/>
          </ac:picMkLst>
        </pc:picChg>
        <pc:picChg chg="add mod">
          <ac:chgData name="Michal Ďuračík" userId="cf2726a1-d5ba-4ec7-91ee-a3b1c496c4d0" providerId="ADAL" clId="{00F9A5C0-E7EB-44F9-B573-98D6DE958595}" dt="2025-10-28T12:58:56.459" v="90" actId="1076"/>
          <ac:picMkLst>
            <pc:docMk/>
            <pc:sldMk cId="0" sldId="268"/>
            <ac:picMk id="7" creationId="{E946072B-1B37-C9A2-535D-91FBF5EFCB30}"/>
          </ac:picMkLst>
        </pc:picChg>
        <pc:picChg chg="add mod">
          <ac:chgData name="Michal Ďuračík" userId="cf2726a1-d5ba-4ec7-91ee-a3b1c496c4d0" providerId="ADAL" clId="{00F9A5C0-E7EB-44F9-B573-98D6DE958595}" dt="2025-10-28T12:58:46.738" v="89" actId="14100"/>
          <ac:picMkLst>
            <pc:docMk/>
            <pc:sldMk cId="0" sldId="268"/>
            <ac:picMk id="9" creationId="{BA0CC3A7-5AC2-2637-3B76-AA4C5EC5CC1D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3:01:59.312" v="93" actId="27614"/>
        <pc:sldMkLst>
          <pc:docMk/>
          <pc:sldMk cId="3539811185" sldId="272"/>
        </pc:sldMkLst>
        <pc:picChg chg="add mod">
          <ac:chgData name="Michal Ďuračík" userId="cf2726a1-d5ba-4ec7-91ee-a3b1c496c4d0" providerId="ADAL" clId="{00F9A5C0-E7EB-44F9-B573-98D6DE958595}" dt="2025-10-28T13:01:59.312" v="93" actId="27614"/>
          <ac:picMkLst>
            <pc:docMk/>
            <pc:sldMk cId="3539811185" sldId="272"/>
            <ac:picMk id="4" creationId="{E62934DC-2203-A71E-55A6-8D9460ED68CE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3:28:52.493" v="125" actId="1076"/>
        <pc:sldMkLst>
          <pc:docMk/>
          <pc:sldMk cId="0" sldId="279"/>
        </pc:sldMkLst>
        <pc:spChg chg="mod">
          <ac:chgData name="Michal Ďuračík" userId="cf2726a1-d5ba-4ec7-91ee-a3b1c496c4d0" providerId="ADAL" clId="{00F9A5C0-E7EB-44F9-B573-98D6DE958595}" dt="2025-10-28T13:28:52.493" v="125" actId="1076"/>
          <ac:spMkLst>
            <pc:docMk/>
            <pc:sldMk cId="0" sldId="279"/>
            <ac:spMk id="3" creationId="{99C5EBB8-E792-4E10-8875-317208E1331D}"/>
          </ac:spMkLst>
        </pc:spChg>
        <pc:spChg chg="mod">
          <ac:chgData name="Michal Ďuračík" userId="cf2726a1-d5ba-4ec7-91ee-a3b1c496c4d0" providerId="ADAL" clId="{00F9A5C0-E7EB-44F9-B573-98D6DE958595}" dt="2025-10-28T13:28:52.493" v="125" actId="1076"/>
          <ac:spMkLst>
            <pc:docMk/>
            <pc:sldMk cId="0" sldId="279"/>
            <ac:spMk id="284" creationId="{00000000-0000-0000-0000-000000000000}"/>
          </ac:spMkLst>
        </pc:spChg>
        <pc:picChg chg="add mod">
          <ac:chgData name="Michal Ďuračík" userId="cf2726a1-d5ba-4ec7-91ee-a3b1c496c4d0" providerId="ADAL" clId="{00F9A5C0-E7EB-44F9-B573-98D6DE958595}" dt="2025-10-28T13:28:44.015" v="124" actId="1076"/>
          <ac:picMkLst>
            <pc:docMk/>
            <pc:sldMk cId="0" sldId="279"/>
            <ac:picMk id="5" creationId="{1747FF8A-DAB1-3696-FB03-16AE6AA48CB4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3:56:10.591" v="641" actId="1076"/>
        <pc:sldMkLst>
          <pc:docMk/>
          <pc:sldMk cId="0" sldId="281"/>
        </pc:sldMkLst>
        <pc:picChg chg="add mod">
          <ac:chgData name="Michal Ďuračík" userId="cf2726a1-d5ba-4ec7-91ee-a3b1c496c4d0" providerId="ADAL" clId="{00F9A5C0-E7EB-44F9-B573-98D6DE958595}" dt="2025-10-28T13:56:10.591" v="641" actId="1076"/>
          <ac:picMkLst>
            <pc:docMk/>
            <pc:sldMk cId="0" sldId="281"/>
            <ac:picMk id="2" creationId="{FD6D60BB-8ABE-B6BB-05FB-4E9A67049EE8}"/>
          </ac:picMkLst>
        </pc:picChg>
      </pc:sldChg>
      <pc:sldChg chg="addSp delSp modSp mod">
        <pc:chgData name="Michal Ďuračík" userId="cf2726a1-d5ba-4ec7-91ee-a3b1c496c4d0" providerId="ADAL" clId="{00F9A5C0-E7EB-44F9-B573-98D6DE958595}" dt="2025-10-28T14:02:27.747" v="1142" actId="478"/>
        <pc:sldMkLst>
          <pc:docMk/>
          <pc:sldMk cId="0" sldId="316"/>
        </pc:sldMkLst>
        <pc:picChg chg="add del mod">
          <ac:chgData name="Michal Ďuračík" userId="cf2726a1-d5ba-4ec7-91ee-a3b1c496c4d0" providerId="ADAL" clId="{00F9A5C0-E7EB-44F9-B573-98D6DE958595}" dt="2025-10-28T14:02:27.747" v="1142" actId="478"/>
          <ac:picMkLst>
            <pc:docMk/>
            <pc:sldMk cId="0" sldId="316"/>
            <ac:picMk id="3" creationId="{1A0126F6-EA93-A98E-4602-F46A503D12DA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02:24.471" v="1141" actId="1076"/>
        <pc:sldMkLst>
          <pc:docMk/>
          <pc:sldMk cId="0" sldId="317"/>
        </pc:sldMkLst>
        <pc:spChg chg="mod">
          <ac:chgData name="Michal Ďuračík" userId="cf2726a1-d5ba-4ec7-91ee-a3b1c496c4d0" providerId="ADAL" clId="{00F9A5C0-E7EB-44F9-B573-98D6DE958595}" dt="2025-10-28T14:02:24.471" v="1141" actId="1076"/>
          <ac:spMkLst>
            <pc:docMk/>
            <pc:sldMk cId="0" sldId="317"/>
            <ac:spMk id="544" creationId="{00000000-0000-0000-0000-000000000000}"/>
          </ac:spMkLst>
        </pc:spChg>
        <pc:picChg chg="add mod">
          <ac:chgData name="Michal Ďuračík" userId="cf2726a1-d5ba-4ec7-91ee-a3b1c496c4d0" providerId="ADAL" clId="{00F9A5C0-E7EB-44F9-B573-98D6DE958595}" dt="2025-10-28T14:02:21.463" v="1139" actId="27614"/>
          <ac:picMkLst>
            <pc:docMk/>
            <pc:sldMk cId="0" sldId="317"/>
            <ac:picMk id="3" creationId="{69436F47-E61B-DC9F-6468-EEC1C8508885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04:17.407" v="1145" actId="1076"/>
        <pc:sldMkLst>
          <pc:docMk/>
          <pc:sldMk cId="0" sldId="321"/>
        </pc:sldMkLst>
        <pc:picChg chg="add mod">
          <ac:chgData name="Michal Ďuračík" userId="cf2726a1-d5ba-4ec7-91ee-a3b1c496c4d0" providerId="ADAL" clId="{00F9A5C0-E7EB-44F9-B573-98D6DE958595}" dt="2025-10-28T14:04:17.407" v="1145" actId="1076"/>
          <ac:picMkLst>
            <pc:docMk/>
            <pc:sldMk cId="0" sldId="321"/>
            <ac:picMk id="2" creationId="{23E6418A-2D04-F47A-C366-34D1FA4A1665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14:57.002" v="1794" actId="1076"/>
        <pc:sldMkLst>
          <pc:docMk/>
          <pc:sldMk cId="0" sldId="327"/>
        </pc:sldMkLst>
        <pc:picChg chg="add mod">
          <ac:chgData name="Michal Ďuračík" userId="cf2726a1-d5ba-4ec7-91ee-a3b1c496c4d0" providerId="ADAL" clId="{00F9A5C0-E7EB-44F9-B573-98D6DE958595}" dt="2025-10-28T14:14:57.002" v="1794" actId="1076"/>
          <ac:picMkLst>
            <pc:docMk/>
            <pc:sldMk cId="0" sldId="327"/>
            <ac:picMk id="3" creationId="{18E7CE5E-1601-C931-BA9F-1359A2C70F59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15:10.229" v="1796" actId="1076"/>
        <pc:sldMkLst>
          <pc:docMk/>
          <pc:sldMk cId="0" sldId="328"/>
        </pc:sldMkLst>
        <pc:picChg chg="add mod">
          <ac:chgData name="Michal Ďuračík" userId="cf2726a1-d5ba-4ec7-91ee-a3b1c496c4d0" providerId="ADAL" clId="{00F9A5C0-E7EB-44F9-B573-98D6DE958595}" dt="2025-10-28T14:15:10.229" v="1796" actId="1076"/>
          <ac:picMkLst>
            <pc:docMk/>
            <pc:sldMk cId="0" sldId="328"/>
            <ac:picMk id="2" creationId="{589288AD-6752-AFE6-237F-18EB7EBDCA40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15:18.093" v="1798" actId="1076"/>
        <pc:sldMkLst>
          <pc:docMk/>
          <pc:sldMk cId="0" sldId="329"/>
        </pc:sldMkLst>
        <pc:picChg chg="add mod">
          <ac:chgData name="Michal Ďuračík" userId="cf2726a1-d5ba-4ec7-91ee-a3b1c496c4d0" providerId="ADAL" clId="{00F9A5C0-E7EB-44F9-B573-98D6DE958595}" dt="2025-10-28T14:15:18.093" v="1798" actId="1076"/>
          <ac:picMkLst>
            <pc:docMk/>
            <pc:sldMk cId="0" sldId="329"/>
            <ac:picMk id="2" creationId="{2438605F-2894-F9AA-4959-C18025C88B70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23:19.148" v="2193" actId="1076"/>
        <pc:sldMkLst>
          <pc:docMk/>
          <pc:sldMk cId="0" sldId="355"/>
        </pc:sldMkLst>
        <pc:picChg chg="add mod">
          <ac:chgData name="Michal Ďuračík" userId="cf2726a1-d5ba-4ec7-91ee-a3b1c496c4d0" providerId="ADAL" clId="{00F9A5C0-E7EB-44F9-B573-98D6DE958595}" dt="2025-10-28T14:23:19.148" v="2193" actId="1076"/>
          <ac:picMkLst>
            <pc:docMk/>
            <pc:sldMk cId="0" sldId="355"/>
            <ac:picMk id="3" creationId="{D9CA81F7-8CF8-6890-EAA3-BD0BA392BBF1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24:41.204" v="2197" actId="962"/>
        <pc:sldMkLst>
          <pc:docMk/>
          <pc:sldMk cId="0" sldId="356"/>
        </pc:sldMkLst>
        <pc:picChg chg="add mod">
          <ac:chgData name="Michal Ďuračík" userId="cf2726a1-d5ba-4ec7-91ee-a3b1c496c4d0" providerId="ADAL" clId="{00F9A5C0-E7EB-44F9-B573-98D6DE958595}" dt="2025-10-28T14:24:41.204" v="2197" actId="962"/>
          <ac:picMkLst>
            <pc:docMk/>
            <pc:sldMk cId="0" sldId="356"/>
            <ac:picMk id="3" creationId="{3E2F89CD-AE38-1825-50E3-42E8197D2DF0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25:30.043" v="2202" actId="1076"/>
        <pc:sldMkLst>
          <pc:docMk/>
          <pc:sldMk cId="0" sldId="357"/>
        </pc:sldMkLst>
        <pc:picChg chg="add mod">
          <ac:chgData name="Michal Ďuračík" userId="cf2726a1-d5ba-4ec7-91ee-a3b1c496c4d0" providerId="ADAL" clId="{00F9A5C0-E7EB-44F9-B573-98D6DE958595}" dt="2025-10-28T14:25:30.043" v="2202" actId="1076"/>
          <ac:picMkLst>
            <pc:docMk/>
            <pc:sldMk cId="0" sldId="357"/>
            <ac:picMk id="4" creationId="{7F497B77-763A-E5F9-8537-7A1DD4DFABD2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26:02.752" v="2204" actId="1076"/>
        <pc:sldMkLst>
          <pc:docMk/>
          <pc:sldMk cId="0" sldId="362"/>
        </pc:sldMkLst>
        <pc:picChg chg="add mod">
          <ac:chgData name="Michal Ďuračík" userId="cf2726a1-d5ba-4ec7-91ee-a3b1c496c4d0" providerId="ADAL" clId="{00F9A5C0-E7EB-44F9-B573-98D6DE958595}" dt="2025-10-28T14:26:02.752" v="2204" actId="1076"/>
          <ac:picMkLst>
            <pc:docMk/>
            <pc:sldMk cId="0" sldId="362"/>
            <ac:picMk id="2" creationId="{FE34690B-212D-0498-1B5D-0A736EB5302E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26:47.127" v="2206" actId="1076"/>
        <pc:sldMkLst>
          <pc:docMk/>
          <pc:sldMk cId="0" sldId="365"/>
        </pc:sldMkLst>
        <pc:picChg chg="add mod">
          <ac:chgData name="Michal Ďuračík" userId="cf2726a1-d5ba-4ec7-91ee-a3b1c496c4d0" providerId="ADAL" clId="{00F9A5C0-E7EB-44F9-B573-98D6DE958595}" dt="2025-10-28T14:26:47.127" v="2206" actId="1076"/>
          <ac:picMkLst>
            <pc:docMk/>
            <pc:sldMk cId="0" sldId="365"/>
            <ac:picMk id="2" creationId="{E7FDDCF1-03BC-5D6D-DDF5-923CEDBEB527}"/>
          </ac:picMkLst>
        </pc:picChg>
      </pc:sldChg>
      <pc:sldChg chg="addSp modSp mod">
        <pc:chgData name="Michal Ďuračík" userId="cf2726a1-d5ba-4ec7-91ee-a3b1c496c4d0" providerId="ADAL" clId="{00F9A5C0-E7EB-44F9-B573-98D6DE958595}" dt="2025-10-28T14:27:24.364" v="2210" actId="962"/>
        <pc:sldMkLst>
          <pc:docMk/>
          <pc:sldMk cId="0" sldId="366"/>
        </pc:sldMkLst>
        <pc:picChg chg="add mod">
          <ac:chgData name="Michal Ďuračík" userId="cf2726a1-d5ba-4ec7-91ee-a3b1c496c4d0" providerId="ADAL" clId="{00F9A5C0-E7EB-44F9-B573-98D6DE958595}" dt="2025-10-28T14:27:24.364" v="2210" actId="962"/>
          <ac:picMkLst>
            <pc:docMk/>
            <pc:sldMk cId="0" sldId="366"/>
            <ac:picMk id="3" creationId="{EBB83AB0-8F0E-9B05-5374-64632F799FC3}"/>
          </ac:picMkLst>
        </pc:picChg>
      </pc:sldChg>
      <pc:sldChg chg="modSp mod">
        <pc:chgData name="Michal Ďuračík" userId="cf2726a1-d5ba-4ec7-91ee-a3b1c496c4d0" providerId="ADAL" clId="{00F9A5C0-E7EB-44F9-B573-98D6DE958595}" dt="2025-10-28T14:29:54.365" v="2276" actId="313"/>
        <pc:sldMkLst>
          <pc:docMk/>
          <pc:sldMk cId="2651750326" sldId="371"/>
        </pc:sldMkLst>
        <pc:spChg chg="mod">
          <ac:chgData name="Michal Ďuračík" userId="cf2726a1-d5ba-4ec7-91ee-a3b1c496c4d0" providerId="ADAL" clId="{00F9A5C0-E7EB-44F9-B573-98D6DE958595}" dt="2025-10-28T14:29:54.365" v="2276" actId="313"/>
          <ac:spMkLst>
            <pc:docMk/>
            <pc:sldMk cId="2651750326" sldId="371"/>
            <ac:spMk id="3" creationId="{53CA5740-DB6F-4B52-B550-E2E5D31A5C25}"/>
          </ac:spMkLst>
        </pc:spChg>
      </pc:sldChg>
      <pc:sldChg chg="modSp mod">
        <pc:chgData name="Michal Ďuračík" userId="cf2726a1-d5ba-4ec7-91ee-a3b1c496c4d0" providerId="ADAL" clId="{00F9A5C0-E7EB-44F9-B573-98D6DE958595}" dt="2025-10-28T14:30:20.343" v="2278" actId="20577"/>
        <pc:sldMkLst>
          <pc:docMk/>
          <pc:sldMk cId="609830094" sldId="373"/>
        </pc:sldMkLst>
        <pc:spChg chg="mod">
          <ac:chgData name="Michal Ďuračík" userId="cf2726a1-d5ba-4ec7-91ee-a3b1c496c4d0" providerId="ADAL" clId="{00F9A5C0-E7EB-44F9-B573-98D6DE958595}" dt="2025-10-28T14:30:20.343" v="2278" actId="20577"/>
          <ac:spMkLst>
            <pc:docMk/>
            <pc:sldMk cId="609830094" sldId="373"/>
            <ac:spMk id="3" creationId="{6CDF92A0-B487-5A25-6A6F-B38ED1596823}"/>
          </ac:spMkLst>
        </pc:spChg>
      </pc:sldChg>
      <pc:sldChg chg="addSp delSp modSp mod">
        <pc:chgData name="Michal Ďuračík" userId="cf2726a1-d5ba-4ec7-91ee-a3b1c496c4d0" providerId="ADAL" clId="{00F9A5C0-E7EB-44F9-B573-98D6DE958595}" dt="2025-10-28T14:42:16.504" v="2756" actId="2711"/>
        <pc:sldMkLst>
          <pc:docMk/>
          <pc:sldMk cId="3291189532" sldId="375"/>
        </pc:sldMkLst>
        <pc:spChg chg="mod">
          <ac:chgData name="Michal Ďuračík" userId="cf2726a1-d5ba-4ec7-91ee-a3b1c496c4d0" providerId="ADAL" clId="{00F9A5C0-E7EB-44F9-B573-98D6DE958595}" dt="2025-10-28T14:35:38.630" v="2442" actId="20577"/>
          <ac:spMkLst>
            <pc:docMk/>
            <pc:sldMk cId="3291189532" sldId="375"/>
            <ac:spMk id="2" creationId="{CFDF435C-79A7-AA67-982E-34C49046F7F0}"/>
          </ac:spMkLst>
        </pc:spChg>
        <pc:spChg chg="mod">
          <ac:chgData name="Michal Ďuračík" userId="cf2726a1-d5ba-4ec7-91ee-a3b1c496c4d0" providerId="ADAL" clId="{00F9A5C0-E7EB-44F9-B573-98D6DE958595}" dt="2025-10-28T14:42:16.504" v="2756" actId="2711"/>
          <ac:spMkLst>
            <pc:docMk/>
            <pc:sldMk cId="3291189532" sldId="375"/>
            <ac:spMk id="3" creationId="{18A2D056-9FC7-D564-510E-4F9C59CF47A7}"/>
          </ac:spMkLst>
        </pc:spChg>
        <pc:spChg chg="mod">
          <ac:chgData name="Michal Ďuračík" userId="cf2726a1-d5ba-4ec7-91ee-a3b1c496c4d0" providerId="ADAL" clId="{00F9A5C0-E7EB-44F9-B573-98D6DE958595}" dt="2025-10-28T14:34:46.958" v="2436" actId="20577"/>
          <ac:spMkLst>
            <pc:docMk/>
            <pc:sldMk cId="3291189532" sldId="375"/>
            <ac:spMk id="5" creationId="{824DF57B-3BE2-F6B8-5D38-EA29435CC6DB}"/>
          </ac:spMkLst>
        </pc:spChg>
        <pc:spChg chg="del">
          <ac:chgData name="Michal Ďuračík" userId="cf2726a1-d5ba-4ec7-91ee-a3b1c496c4d0" providerId="ADAL" clId="{00F9A5C0-E7EB-44F9-B573-98D6DE958595}" dt="2025-10-28T14:33:50.246" v="2383" actId="478"/>
          <ac:spMkLst>
            <pc:docMk/>
            <pc:sldMk cId="3291189532" sldId="375"/>
            <ac:spMk id="6" creationId="{8A1E4E49-3C4B-2429-9773-F918346F62E0}"/>
          </ac:spMkLst>
        </pc:spChg>
        <pc:spChg chg="del mod">
          <ac:chgData name="Michal Ďuračík" userId="cf2726a1-d5ba-4ec7-91ee-a3b1c496c4d0" providerId="ADAL" clId="{00F9A5C0-E7EB-44F9-B573-98D6DE958595}" dt="2025-10-28T14:33:51.766" v="2384" actId="478"/>
          <ac:spMkLst>
            <pc:docMk/>
            <pc:sldMk cId="3291189532" sldId="375"/>
            <ac:spMk id="7" creationId="{D4C5C83E-20C6-EAAF-1079-8A520E96519D}"/>
          </ac:spMkLst>
        </pc:spChg>
        <pc:spChg chg="del">
          <ac:chgData name="Michal Ďuračík" userId="cf2726a1-d5ba-4ec7-91ee-a3b1c496c4d0" providerId="ADAL" clId="{00F9A5C0-E7EB-44F9-B573-98D6DE958595}" dt="2025-10-28T14:33:52.980" v="2385" actId="478"/>
          <ac:spMkLst>
            <pc:docMk/>
            <pc:sldMk cId="3291189532" sldId="375"/>
            <ac:spMk id="8" creationId="{C2CA2AC5-3CC5-4AAB-D1AE-93A42BF761B2}"/>
          </ac:spMkLst>
        </pc:spChg>
        <pc:spChg chg="add mod">
          <ac:chgData name="Michal Ďuračík" userId="cf2726a1-d5ba-4ec7-91ee-a3b1c496c4d0" providerId="ADAL" clId="{00F9A5C0-E7EB-44F9-B573-98D6DE958595}" dt="2025-10-28T14:41:08.805" v="2744"/>
          <ac:spMkLst>
            <pc:docMk/>
            <pc:sldMk cId="3291189532" sldId="375"/>
            <ac:spMk id="9" creationId="{FEDE6A0A-005C-44D9-216F-18DDE46FAE3C}"/>
          </ac:spMkLst>
        </pc:spChg>
        <pc:spChg chg="add mod">
          <ac:chgData name="Michal Ďuračík" userId="cf2726a1-d5ba-4ec7-91ee-a3b1c496c4d0" providerId="ADAL" clId="{00F9A5C0-E7EB-44F9-B573-98D6DE958595}" dt="2025-10-28T14:40:20.814" v="2713" actId="20577"/>
          <ac:spMkLst>
            <pc:docMk/>
            <pc:sldMk cId="3291189532" sldId="375"/>
            <ac:spMk id="10" creationId="{C8F56293-CE09-8190-8734-F1EDDD6D0C89}"/>
          </ac:spMkLst>
        </pc:spChg>
        <pc:spChg chg="add mod">
          <ac:chgData name="Michal Ďuračík" userId="cf2726a1-d5ba-4ec7-91ee-a3b1c496c4d0" providerId="ADAL" clId="{00F9A5C0-E7EB-44F9-B573-98D6DE958595}" dt="2025-10-28T14:41:12.287" v="2745"/>
          <ac:spMkLst>
            <pc:docMk/>
            <pc:sldMk cId="3291189532" sldId="375"/>
            <ac:spMk id="11" creationId="{7C78503D-10B9-A1A4-914D-A2F1E6598B96}"/>
          </ac:spMkLst>
        </pc:spChg>
        <pc:picChg chg="add del">
          <ac:chgData name="Michal Ďuračík" userId="cf2726a1-d5ba-4ec7-91ee-a3b1c496c4d0" providerId="ADAL" clId="{00F9A5C0-E7EB-44F9-B573-98D6DE958595}" dt="2025-10-28T14:41:42.999" v="2751" actId="22"/>
          <ac:picMkLst>
            <pc:docMk/>
            <pc:sldMk cId="3291189532" sldId="375"/>
            <ac:picMk id="13" creationId="{081A4E33-FF1D-B7FC-DDA4-66A690193844}"/>
          </ac:picMkLst>
        </pc:picChg>
        <pc:picChg chg="add mod">
          <ac:chgData name="Michal Ďuračík" userId="cf2726a1-d5ba-4ec7-91ee-a3b1c496c4d0" providerId="ADAL" clId="{00F9A5C0-E7EB-44F9-B573-98D6DE958595}" dt="2025-10-28T14:41:42.431" v="2750" actId="571"/>
          <ac:picMkLst>
            <pc:docMk/>
            <pc:sldMk cId="3291189532" sldId="375"/>
            <ac:picMk id="14" creationId="{BAA8D6D8-13B9-0E24-5255-0F3E4C2A19A9}"/>
          </ac:picMkLst>
        </pc:picChg>
        <pc:picChg chg="add mod">
          <ac:chgData name="Michal Ďuračík" userId="cf2726a1-d5ba-4ec7-91ee-a3b1c496c4d0" providerId="ADAL" clId="{00F9A5C0-E7EB-44F9-B573-98D6DE958595}" dt="2025-10-28T14:41:50.853" v="2755" actId="1076"/>
          <ac:picMkLst>
            <pc:docMk/>
            <pc:sldMk cId="3291189532" sldId="375"/>
            <ac:picMk id="16" creationId="{927F5C31-567E-6D6E-65AB-B28462609BF0}"/>
          </ac:picMkLst>
        </pc:picChg>
      </pc:sldChg>
      <pc:sldChg chg="modSp mod">
        <pc:chgData name="Michal Ďuračík" userId="cf2726a1-d5ba-4ec7-91ee-a3b1c496c4d0" providerId="ADAL" clId="{00F9A5C0-E7EB-44F9-B573-98D6DE958595}" dt="2025-10-28T14:06:36.707" v="1226" actId="5793"/>
        <pc:sldMkLst>
          <pc:docMk/>
          <pc:sldMk cId="430045559" sldId="379"/>
        </pc:sldMkLst>
        <pc:spChg chg="mod">
          <ac:chgData name="Michal Ďuračík" userId="cf2726a1-d5ba-4ec7-91ee-a3b1c496c4d0" providerId="ADAL" clId="{00F9A5C0-E7EB-44F9-B573-98D6DE958595}" dt="2025-10-28T14:06:36.707" v="1226" actId="5793"/>
          <ac:spMkLst>
            <pc:docMk/>
            <pc:sldMk cId="430045559" sldId="379"/>
            <ac:spMk id="3" creationId="{B5D09905-7E97-B15D-C6D8-70AC4479C564}"/>
          </ac:spMkLst>
        </pc:spChg>
        <pc:spChg chg="mod">
          <ac:chgData name="Michal Ďuračík" userId="cf2726a1-d5ba-4ec7-91ee-a3b1c496c4d0" providerId="ADAL" clId="{00F9A5C0-E7EB-44F9-B573-98D6DE958595}" dt="2025-10-28T13:48:48.311" v="637" actId="20577"/>
          <ac:spMkLst>
            <pc:docMk/>
            <pc:sldMk cId="430045559" sldId="379"/>
            <ac:spMk id="5" creationId="{D2B01B79-142A-8EAD-5E04-15CCAFF2CF5D}"/>
          </ac:spMkLst>
        </pc:spChg>
        <pc:spChg chg="mod">
          <ac:chgData name="Michal Ďuračík" userId="cf2726a1-d5ba-4ec7-91ee-a3b1c496c4d0" providerId="ADAL" clId="{00F9A5C0-E7EB-44F9-B573-98D6DE958595}" dt="2025-10-28T13:45:56.139" v="418" actId="1076"/>
          <ac:spMkLst>
            <pc:docMk/>
            <pc:sldMk cId="430045559" sldId="379"/>
            <ac:spMk id="6" creationId="{882D61BC-76DF-DF51-AC19-D8D46A19166C}"/>
          </ac:spMkLst>
        </pc:spChg>
        <pc:spChg chg="mod">
          <ac:chgData name="Michal Ďuračík" userId="cf2726a1-d5ba-4ec7-91ee-a3b1c496c4d0" providerId="ADAL" clId="{00F9A5C0-E7EB-44F9-B573-98D6DE958595}" dt="2025-10-28T13:45:56.139" v="418" actId="1076"/>
          <ac:spMkLst>
            <pc:docMk/>
            <pc:sldMk cId="430045559" sldId="379"/>
            <ac:spMk id="7" creationId="{3BA50C2C-FF8A-61BC-A516-3D52C8669FBF}"/>
          </ac:spMkLst>
        </pc:spChg>
        <pc:spChg chg="mod">
          <ac:chgData name="Michal Ďuračík" userId="cf2726a1-d5ba-4ec7-91ee-a3b1c496c4d0" providerId="ADAL" clId="{00F9A5C0-E7EB-44F9-B573-98D6DE958595}" dt="2025-10-28T13:48:52.395" v="638" actId="1076"/>
          <ac:spMkLst>
            <pc:docMk/>
            <pc:sldMk cId="430045559" sldId="379"/>
            <ac:spMk id="8" creationId="{9C755DF2-66C9-12EA-9074-2D62D541383D}"/>
          </ac:spMkLst>
        </pc:spChg>
        <pc:spChg chg="mod">
          <ac:chgData name="Michal Ďuračík" userId="cf2726a1-d5ba-4ec7-91ee-a3b1c496c4d0" providerId="ADAL" clId="{00F9A5C0-E7EB-44F9-B573-98D6DE958595}" dt="2025-10-28T13:48:55.553" v="639" actId="1076"/>
          <ac:spMkLst>
            <pc:docMk/>
            <pc:sldMk cId="430045559" sldId="379"/>
            <ac:spMk id="9" creationId="{4BA189D4-B8E4-FC64-3572-466213FB6692}"/>
          </ac:spMkLst>
        </pc:spChg>
      </pc:sldChg>
      <pc:sldChg chg="modSp mod">
        <pc:chgData name="Michal Ďuračík" userId="cf2726a1-d5ba-4ec7-91ee-a3b1c496c4d0" providerId="ADAL" clId="{00F9A5C0-E7EB-44F9-B573-98D6DE958595}" dt="2025-10-28T14:01:31.404" v="1134" actId="108"/>
        <pc:sldMkLst>
          <pc:docMk/>
          <pc:sldMk cId="268509680" sldId="380"/>
        </pc:sldMkLst>
        <pc:spChg chg="mod">
          <ac:chgData name="Michal Ďuračík" userId="cf2726a1-d5ba-4ec7-91ee-a3b1c496c4d0" providerId="ADAL" clId="{00F9A5C0-E7EB-44F9-B573-98D6DE958595}" dt="2025-10-28T14:01:31.404" v="1134" actId="108"/>
          <ac:spMkLst>
            <pc:docMk/>
            <pc:sldMk cId="268509680" sldId="380"/>
            <ac:spMk id="3" creationId="{B5D09905-7E97-B15D-C6D8-70AC4479C564}"/>
          </ac:spMkLst>
        </pc:spChg>
      </pc:sldChg>
      <pc:sldChg chg="modSp mod">
        <pc:chgData name="Michal Ďuračík" userId="cf2726a1-d5ba-4ec7-91ee-a3b1c496c4d0" providerId="ADAL" clId="{00F9A5C0-E7EB-44F9-B573-98D6DE958595}" dt="2025-10-28T14:13:34.042" v="1792" actId="20577"/>
        <pc:sldMkLst>
          <pc:docMk/>
          <pc:sldMk cId="3008853423" sldId="381"/>
        </pc:sldMkLst>
        <pc:spChg chg="mod">
          <ac:chgData name="Michal Ďuračík" userId="cf2726a1-d5ba-4ec7-91ee-a3b1c496c4d0" providerId="ADAL" clId="{00F9A5C0-E7EB-44F9-B573-98D6DE958595}" dt="2025-10-28T14:13:34.042" v="1792" actId="20577"/>
          <ac:spMkLst>
            <pc:docMk/>
            <pc:sldMk cId="3008853423" sldId="381"/>
            <ac:spMk id="3" creationId="{33ED2678-02E1-CDA7-6F99-175C91AF9EDD}"/>
          </ac:spMkLst>
        </pc:spChg>
      </pc:sldChg>
      <pc:sldChg chg="addSp modSp mod">
        <pc:chgData name="Michal Ďuračík" userId="cf2726a1-d5ba-4ec7-91ee-a3b1c496c4d0" providerId="ADAL" clId="{00F9A5C0-E7EB-44F9-B573-98D6DE958595}" dt="2025-10-28T14:21:30.976" v="2188" actId="108"/>
        <pc:sldMkLst>
          <pc:docMk/>
          <pc:sldMk cId="653964013" sldId="382"/>
        </pc:sldMkLst>
        <pc:spChg chg="mod">
          <ac:chgData name="Michal Ďuračík" userId="cf2726a1-d5ba-4ec7-91ee-a3b1c496c4d0" providerId="ADAL" clId="{00F9A5C0-E7EB-44F9-B573-98D6DE958595}" dt="2025-10-28T14:21:30.976" v="2188" actId="108"/>
          <ac:spMkLst>
            <pc:docMk/>
            <pc:sldMk cId="653964013" sldId="382"/>
            <ac:spMk id="3" creationId="{D4A97151-F275-6E04-50F6-3DD85F165D94}"/>
          </ac:spMkLst>
        </pc:spChg>
        <pc:picChg chg="add mod">
          <ac:chgData name="Michal Ďuračík" userId="cf2726a1-d5ba-4ec7-91ee-a3b1c496c4d0" providerId="ADAL" clId="{00F9A5C0-E7EB-44F9-B573-98D6DE958595}" dt="2025-10-28T14:17:39.967" v="1898"/>
          <ac:picMkLst>
            <pc:docMk/>
            <pc:sldMk cId="653964013" sldId="382"/>
            <ac:picMk id="5" creationId="{8CE64B88-2ABC-1EC0-222D-C1A0CC88E8E1}"/>
          </ac:picMkLst>
        </pc:picChg>
      </pc:sldChg>
      <pc:sldChg chg="addSp modSp new mod">
        <pc:chgData name="Michal Ďuračík" userId="cf2726a1-d5ba-4ec7-91ee-a3b1c496c4d0" providerId="ADAL" clId="{00F9A5C0-E7EB-44F9-B573-98D6DE958595}" dt="2025-10-28T13:04:20.166" v="117" actId="20577"/>
        <pc:sldMkLst>
          <pc:docMk/>
          <pc:sldMk cId="64665720" sldId="383"/>
        </pc:sldMkLst>
        <pc:spChg chg="mod">
          <ac:chgData name="Michal Ďuračík" userId="cf2726a1-d5ba-4ec7-91ee-a3b1c496c4d0" providerId="ADAL" clId="{00F9A5C0-E7EB-44F9-B573-98D6DE958595}" dt="2025-10-28T13:02:24.726" v="108" actId="20577"/>
          <ac:spMkLst>
            <pc:docMk/>
            <pc:sldMk cId="64665720" sldId="383"/>
            <ac:spMk id="2" creationId="{E826E19D-8A00-DB6F-0848-9A9885882FDA}"/>
          </ac:spMkLst>
        </pc:spChg>
        <pc:spChg chg="mod">
          <ac:chgData name="Michal Ďuračík" userId="cf2726a1-d5ba-4ec7-91ee-a3b1c496c4d0" providerId="ADAL" clId="{00F9A5C0-E7EB-44F9-B573-98D6DE958595}" dt="2025-10-28T13:04:20.166" v="117" actId="20577"/>
          <ac:spMkLst>
            <pc:docMk/>
            <pc:sldMk cId="64665720" sldId="383"/>
            <ac:spMk id="3" creationId="{1B786C71-C6DB-03F5-A868-FA2DFFF43967}"/>
          </ac:spMkLst>
        </pc:spChg>
        <pc:picChg chg="add mod">
          <ac:chgData name="Michal Ďuračík" userId="cf2726a1-d5ba-4ec7-91ee-a3b1c496c4d0" providerId="ADAL" clId="{00F9A5C0-E7EB-44F9-B573-98D6DE958595}" dt="2025-10-28T13:03:01.012" v="115" actId="1076"/>
          <ac:picMkLst>
            <pc:docMk/>
            <pc:sldMk cId="64665720" sldId="383"/>
            <ac:picMk id="6" creationId="{2353BF8A-AF32-DE78-BD38-72D932EDFEE9}"/>
          </ac:picMkLst>
        </pc:picChg>
      </pc:sldChg>
      <pc:sldChg chg="modSp add mod ord">
        <pc:chgData name="Michal Ďuračík" userId="cf2726a1-d5ba-4ec7-91ee-a3b1c496c4d0" providerId="ADAL" clId="{00F9A5C0-E7EB-44F9-B573-98D6DE958595}" dt="2025-10-28T14:35:44.214" v="2445" actId="20577"/>
        <pc:sldMkLst>
          <pc:docMk/>
          <pc:sldMk cId="4141711586" sldId="384"/>
        </pc:sldMkLst>
        <pc:spChg chg="mod">
          <ac:chgData name="Michal Ďuračík" userId="cf2726a1-d5ba-4ec7-91ee-a3b1c496c4d0" providerId="ADAL" clId="{00F9A5C0-E7EB-44F9-B573-98D6DE958595}" dt="2025-10-28T14:35:44.214" v="2445" actId="20577"/>
          <ac:spMkLst>
            <pc:docMk/>
            <pc:sldMk cId="4141711586" sldId="384"/>
            <ac:spMk id="2" creationId="{40DD9B6B-0B09-BF8F-6B2F-1DE5D66BB5B8}"/>
          </ac:spMkLst>
        </pc:spChg>
      </pc:sldChg>
      <pc:sldChg chg="addSp modSp new mod ord">
        <pc:chgData name="Michal Ďuračík" userId="cf2726a1-d5ba-4ec7-91ee-a3b1c496c4d0" providerId="ADAL" clId="{00F9A5C0-E7EB-44F9-B573-98D6DE958595}" dt="2025-10-28T14:57:40.347" v="2800" actId="20577"/>
        <pc:sldMkLst>
          <pc:docMk/>
          <pc:sldMk cId="453454895" sldId="385"/>
        </pc:sldMkLst>
        <pc:spChg chg="mod">
          <ac:chgData name="Michal Ďuračík" userId="cf2726a1-d5ba-4ec7-91ee-a3b1c496c4d0" providerId="ADAL" clId="{00F9A5C0-E7EB-44F9-B573-98D6DE958595}" dt="2025-10-28T14:42:53.669" v="2775" actId="20577"/>
          <ac:spMkLst>
            <pc:docMk/>
            <pc:sldMk cId="453454895" sldId="385"/>
            <ac:spMk id="2" creationId="{E872ED1C-90EE-BB17-D606-B4DEB54C32CB}"/>
          </ac:spMkLst>
        </pc:spChg>
        <pc:spChg chg="mod">
          <ac:chgData name="Michal Ďuračík" userId="cf2726a1-d5ba-4ec7-91ee-a3b1c496c4d0" providerId="ADAL" clId="{00F9A5C0-E7EB-44F9-B573-98D6DE958595}" dt="2025-10-28T14:57:40.347" v="2800" actId="20577"/>
          <ac:spMkLst>
            <pc:docMk/>
            <pc:sldMk cId="453454895" sldId="385"/>
            <ac:spMk id="3" creationId="{6FFA4783-57A5-1AC2-556A-CA0C259B19A0}"/>
          </ac:spMkLst>
        </pc:spChg>
        <pc:picChg chg="add mod">
          <ac:chgData name="Michal Ďuračík" userId="cf2726a1-d5ba-4ec7-91ee-a3b1c496c4d0" providerId="ADAL" clId="{00F9A5C0-E7EB-44F9-B573-98D6DE958595}" dt="2025-10-28T14:42:59.519" v="2778" actId="1076"/>
          <ac:picMkLst>
            <pc:docMk/>
            <pc:sldMk cId="453454895" sldId="385"/>
            <ac:picMk id="5" creationId="{F88E4BB1-CC64-8BA5-A83F-9C63A521681E}"/>
          </ac:picMkLst>
        </pc:picChg>
      </pc:sldChg>
      <pc:sldChg chg="modSp new del mod">
        <pc:chgData name="Michal Ďuračík" userId="cf2726a1-d5ba-4ec7-91ee-a3b1c496c4d0" providerId="ADAL" clId="{00F9A5C0-E7EB-44F9-B573-98D6DE958595}" dt="2025-10-28T14:42:44.791" v="2766" actId="2696"/>
        <pc:sldMkLst>
          <pc:docMk/>
          <pc:sldMk cId="2757122190" sldId="385"/>
        </pc:sldMkLst>
        <pc:spChg chg="mod">
          <ac:chgData name="Michal Ďuračík" userId="cf2726a1-d5ba-4ec7-91ee-a3b1c496c4d0" providerId="ADAL" clId="{00F9A5C0-E7EB-44F9-B573-98D6DE958595}" dt="2025-10-28T14:42:37.236" v="2765" actId="20577"/>
          <ac:spMkLst>
            <pc:docMk/>
            <pc:sldMk cId="2757122190" sldId="385"/>
            <ac:spMk id="2" creationId="{74D85799-DE0A-3B7A-AAD8-A01675397012}"/>
          </ac:spMkLst>
        </pc:spChg>
      </pc:sldChg>
      <pc:sldChg chg="addSp modSp new mod ord">
        <pc:chgData name="Michal Ďuračík" userId="cf2726a1-d5ba-4ec7-91ee-a3b1c496c4d0" providerId="ADAL" clId="{00F9A5C0-E7EB-44F9-B573-98D6DE958595}" dt="2025-10-28T14:58:58.520" v="2802" actId="20577"/>
        <pc:sldMkLst>
          <pc:docMk/>
          <pc:sldMk cId="3567606177" sldId="386"/>
        </pc:sldMkLst>
        <pc:spChg chg="mod">
          <ac:chgData name="Michal Ďuračík" userId="cf2726a1-d5ba-4ec7-91ee-a3b1c496c4d0" providerId="ADAL" clId="{00F9A5C0-E7EB-44F9-B573-98D6DE958595}" dt="2025-10-28T14:43:12.260" v="2787" actId="20577"/>
          <ac:spMkLst>
            <pc:docMk/>
            <pc:sldMk cId="3567606177" sldId="386"/>
            <ac:spMk id="2" creationId="{1AF9FBF5-431D-EAB2-F5EA-BED0BD67C520}"/>
          </ac:spMkLst>
        </pc:spChg>
        <pc:spChg chg="mod">
          <ac:chgData name="Michal Ďuračík" userId="cf2726a1-d5ba-4ec7-91ee-a3b1c496c4d0" providerId="ADAL" clId="{00F9A5C0-E7EB-44F9-B573-98D6DE958595}" dt="2025-10-28T14:58:58.520" v="2802" actId="20577"/>
          <ac:spMkLst>
            <pc:docMk/>
            <pc:sldMk cId="3567606177" sldId="386"/>
            <ac:spMk id="3" creationId="{C9E31003-0150-7A66-2162-7ED614CE27C5}"/>
          </ac:spMkLst>
        </pc:spChg>
        <pc:picChg chg="add mod">
          <ac:chgData name="Michal Ďuračík" userId="cf2726a1-d5ba-4ec7-91ee-a3b1c496c4d0" providerId="ADAL" clId="{00F9A5C0-E7EB-44F9-B573-98D6DE958595}" dt="2025-10-28T14:43:13.821" v="2788"/>
          <ac:picMkLst>
            <pc:docMk/>
            <pc:sldMk cId="3567606177" sldId="386"/>
            <ac:picMk id="5" creationId="{71C96995-008D-4AC6-5B5A-21B1525146E2}"/>
          </ac:picMkLst>
        </pc:picChg>
      </pc:sldChg>
    </pc:docChg>
  </pc:docChgLst>
  <pc:docChgLst>
    <pc:chgData name="Matej Meško" userId="062c2383-de57-4e48-ad9d-f32974fd8a05" providerId="ADAL" clId="{18CE2856-5697-4C4C-B85F-2D3B0CB00DF9}"/>
    <pc:docChg chg="undo custSel addSld modSld">
      <pc:chgData name="Matej Meško" userId="062c2383-de57-4e48-ad9d-f32974fd8a05" providerId="ADAL" clId="{18CE2856-5697-4C4C-B85F-2D3B0CB00DF9}" dt="2021-11-01T20:20:55.164" v="398"/>
      <pc:docMkLst>
        <pc:docMk/>
      </pc:docMkLst>
      <pc:sldChg chg="modSp mod">
        <pc:chgData name="Matej Meško" userId="062c2383-de57-4e48-ad9d-f32974fd8a05" providerId="ADAL" clId="{18CE2856-5697-4C4C-B85F-2D3B0CB00DF9}" dt="2021-11-01T20:10:49.920" v="57" actId="20577"/>
        <pc:sldMkLst>
          <pc:docMk/>
          <pc:sldMk cId="0" sldId="271"/>
        </pc:sldMkLst>
      </pc:sldChg>
      <pc:sldChg chg="modSp new mod">
        <pc:chgData name="Matej Meško" userId="062c2383-de57-4e48-ad9d-f32974fd8a05" providerId="ADAL" clId="{18CE2856-5697-4C4C-B85F-2D3B0CB00DF9}" dt="2021-11-01T20:20:55.164" v="398"/>
        <pc:sldMkLst>
          <pc:docMk/>
          <pc:sldMk cId="1370172148" sldId="3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c4d0b4c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9c4d0b4cd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bdbf601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bdbf601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bdbf601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bdbf601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3bdbf601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3bdbf601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bdbf601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3bdbf601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bdbf601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3bdbf601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c4d0b4c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c4d0b4c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bdbf601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3bdbf601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7699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9c4d0b4c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9c4d0b4c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9c4d0b4c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9c4d0b4c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9c4d0b4c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9c4d0b4c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9c4d0b4c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9c4d0b4c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9c4d0b4c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9c4d0b4c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9c4d0b4c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9c4d0b4c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9c4d0b4c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9c4d0b4c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9c4d0b4cd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9c4d0b4cd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5901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9c4d0b4c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9c4d0b4c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9c4d0b4cd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9c4d0b4cd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c4d0b4cd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9c4d0b4cd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9c4d0b4c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9c4d0b4c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9c4d0b4cd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9c4d0b4cd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7d55903c2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7d55903c2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9c4d0b4cd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9c4d0b4cd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9c4d0b4cd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9c4d0b4cd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9c4d0b4cd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9c4d0b4cd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70699c2d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70699c2d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704e8a7ef8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704e8a7ef8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704e8a7ef8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704e8a7ef8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704e8a7ef8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704e8a7ef8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704e8a7ef8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704e8a7ef8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704e8a7ef8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704e8a7ef8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704e8a7ef8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704e8a7ef8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704e8a7ef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704e8a7ef8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704e8a7ef8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704e8a7ef8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704e8a7ef8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704e8a7ef8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704e8a7ef8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704e8a7ef8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704e8a7ef8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704e8a7ef8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704e8a7ef8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704e8a7ef8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704e8a7ef8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704e8a7ef8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704f4396a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704f4396a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704f4396a0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704f4396a0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9c4d0b4cd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9c4d0b4cd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9c4d0b4cd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9c4d0b4cd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9c4d0b4cd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9c4d0b4cd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9c4d0b4cd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9c4d0b4cd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9c4d0b4cd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9c4d0b4cd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9c4d0b4cd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9c4d0b4cd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9c4d0b4cd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9c4d0b4cd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9c4d0b4cd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9c4d0b4cd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9c4d0b4cd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9c4d0b4cd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9c4d0b4cd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9c4d0b4cd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9c4d0b4cd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9c4d0b4cd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9c4d0b4c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9c4d0b4c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9c4d0b4c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9c4d0b4c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Úvodná snímka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34900" y="2314324"/>
            <a:ext cx="844710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35895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6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0" i="0" u="none" strike="noStrike" cap="none">
                <a:solidFill>
                  <a:schemeClr val="lt1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225" y="4726000"/>
            <a:ext cx="1563300" cy="3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lavička sekci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35863" y="3856480"/>
            <a:ext cx="84681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4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ovnanie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65414" y="1688169"/>
            <a:ext cx="3815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35895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892801" y="1688169"/>
            <a:ext cx="381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63282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ok s popisom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18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>
            <a:spLocks noGrp="1"/>
          </p:cNvSpPr>
          <p:nvPr>
            <p:ph type="pic" idx="2"/>
          </p:nvPr>
        </p:nvSpPr>
        <p:spPr>
          <a:xfrm>
            <a:off x="335863" y="449794"/>
            <a:ext cx="8468100" cy="26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n nadpis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330512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431920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a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sah s popisom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335863" y="3856480"/>
            <a:ext cx="8473500" cy="9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435894" y="3946722"/>
            <a:ext cx="3682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1100"/>
              <a:buFont typeface="Cabin"/>
              <a:buNone/>
              <a:defRPr sz="15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◼"/>
              <a:defRPr sz="15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921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8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zvislý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3250956" y="-1063048"/>
            <a:ext cx="26421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vislý nadpis a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/>
        </p:nvSpPr>
        <p:spPr>
          <a:xfrm>
            <a:off x="6629401" y="449794"/>
            <a:ext cx="2180100" cy="43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 rot="5400000">
            <a:off x="5437324" y="1698994"/>
            <a:ext cx="3887400" cy="15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 rot="5400000">
            <a:off x="1598552" y="-510656"/>
            <a:ext cx="3887400" cy="5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6745254" y="4467103"/>
            <a:ext cx="99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581192" y="4463858"/>
            <a:ext cx="592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7834961" y="4467103"/>
            <a:ext cx="87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304800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298450" rtl="0">
              <a:spcBef>
                <a:spcPts val="500"/>
              </a:spcBef>
              <a:spcAft>
                <a:spcPts val="0"/>
              </a:spcAft>
              <a:buSzPts val="1100"/>
              <a:buChar char="◼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◼"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5" name="Google Shape;95;p13" descr="logo_aze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8036" y="4765296"/>
            <a:ext cx="548700" cy="20902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897350" y="4749928"/>
            <a:ext cx="7734900" cy="9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147CC1"/>
                </a:solidFill>
              </a:rPr>
              <a:t>číslo </a:t>
            </a:r>
            <a:r>
              <a:rPr lang="en-GB" sz="1000" b="1">
                <a:solidFill>
                  <a:srgbClr val="147CC1"/>
                </a:solidFill>
              </a:rPr>
              <a:t>1</a:t>
            </a:r>
            <a:r>
              <a:rPr lang="en-GB" sz="1000">
                <a:solidFill>
                  <a:srgbClr val="147CC1"/>
                </a:solidFill>
              </a:rPr>
              <a:t> na slovenskom internete</a:t>
            </a:r>
            <a:endParaRPr sz="1000">
              <a:solidFill>
                <a:srgbClr val="147CC1"/>
              </a:solidFill>
            </a:endParaRPr>
          </a:p>
        </p:txBody>
      </p:sp>
      <p:pic>
        <p:nvPicPr>
          <p:cNvPr id="97" name="Google Shape;97;p13" descr="azet-logo-ringier-axel-spring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051" y="4779825"/>
            <a:ext cx="675500" cy="31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0" y="0"/>
            <a:ext cx="9144000" cy="445200"/>
          </a:xfrm>
          <a:prstGeom prst="rect">
            <a:avLst/>
          </a:prstGeom>
          <a:solidFill>
            <a:srgbClr val="6EBE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2"/>
          </p:nvPr>
        </p:nvSpPr>
        <p:spPr>
          <a:xfrm>
            <a:off x="311700" y="-37350"/>
            <a:ext cx="7735200" cy="5199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34900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hoelace.style/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ayons.freshworks.com/" TargetMode="External"/><Relationship Id="rId5" Type="http://schemas.openxmlformats.org/officeDocument/2006/relationships/hyperlink" Target="https://protocol.mozilla.org/index.html" TargetMode="External"/><Relationship Id="rId4" Type="http://schemas.openxmlformats.org/officeDocument/2006/relationships/hyperlink" Target="https://clarity.desig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hyperlink" Target="https://www.w3schools.com/html/html_form_input_types.asp" TargetMode="External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ckeditor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hyperlink" Target="https://summernote.org/" TargetMode="External"/><Relationship Id="rId4" Type="http://schemas.openxmlformats.org/officeDocument/2006/relationships/hyperlink" Target="https://www.tinymce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attributes.as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tryit.asp?filename=tryhtml_form_tex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s://www.fri.uniza.sk/cms/quizzes/questions/qr/19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.sk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ocstore.mik.ua/orelly/webprog/webdb/ch08_03.htm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s://www.fri.uniza.sk/cms/quizzes/questions/qr/20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sql.com/" TargetMode="Externa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qlite.org/index.html" TargetMode="External"/><Relationship Id="rId5" Type="http://schemas.openxmlformats.org/officeDocument/2006/relationships/hyperlink" Target="https://www.postgresql.org/" TargetMode="External"/><Relationship Id="rId4" Type="http://schemas.openxmlformats.org/officeDocument/2006/relationships/hyperlink" Target="https://mariadb.org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www.mysql.com/products/workbench/" TargetMode="Externa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hyperlink" Target="https://www.adminer.org/sk/" TargetMode="External"/><Relationship Id="rId4" Type="http://schemas.openxmlformats.org/officeDocument/2006/relationships/hyperlink" Target="https://www.phpmyadmin.net/" TargetMode="External"/><Relationship Id="rId9" Type="http://schemas.openxmlformats.org/officeDocument/2006/relationships/image" Target="../media/image41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s://www.fri.uniza.sk/cms/quizzes/questions/qr/2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ctrTitle"/>
          </p:nvPr>
        </p:nvSpPr>
        <p:spPr>
          <a:xfrm>
            <a:off x="345300" y="550077"/>
            <a:ext cx="8245200" cy="530121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Spolupráca PHP a DB</a:t>
            </a:r>
          </a:p>
        </p:txBody>
      </p:sp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858" y="1839575"/>
            <a:ext cx="2252267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942425" y="2656175"/>
            <a:ext cx="1240500" cy="1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6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</a:p>
        </p:txBody>
      </p:sp>
      <p:sp>
        <p:nvSpPr>
          <p:cNvPr id="2" name="Google Shape;96;p13">
            <a:extLst>
              <a:ext uri="{FF2B5EF4-FFF2-40B4-BE49-F238E27FC236}">
                <a16:creationId xmlns:a16="http://schemas.microsoft.com/office/drawing/2014/main" id="{35746F15-D433-549F-5745-938472AD743B}"/>
              </a:ext>
            </a:extLst>
          </p:cNvPr>
          <p:cNvSpPr txBox="1">
            <a:spLocks/>
          </p:cNvSpPr>
          <p:nvPr/>
        </p:nvSpPr>
        <p:spPr>
          <a:xfrm>
            <a:off x="345299" y="1036977"/>
            <a:ext cx="8429825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>
              <a:spcAft>
                <a:spcPts val="500"/>
              </a:spcAft>
            </a:pPr>
            <a:r>
              <a:rPr lang="sk-SK"/>
              <a:t>6UI0012 Vývoj aplikácií pre internet a intranet				                          šk. rok 2025/26</a:t>
            </a:r>
          </a:p>
        </p:txBody>
      </p:sp>
      <p:sp>
        <p:nvSpPr>
          <p:cNvPr id="5" name="Google Shape;98;p13">
            <a:extLst>
              <a:ext uri="{FF2B5EF4-FFF2-40B4-BE49-F238E27FC236}">
                <a16:creationId xmlns:a16="http://schemas.microsoft.com/office/drawing/2014/main" id="{10EBCECA-09A6-09A7-96B8-329D9578D007}"/>
              </a:ext>
            </a:extLst>
          </p:cNvPr>
          <p:cNvSpPr txBox="1"/>
          <p:nvPr/>
        </p:nvSpPr>
        <p:spPr>
          <a:xfrm>
            <a:off x="6400800" y="3810726"/>
            <a:ext cx="2374325" cy="94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FFFF"/>
                </a:solidFill>
              </a:rPr>
              <a:t>doc. Ing. Patrik Hrkút,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>
                <a:solidFill>
                  <a:srgbClr val="FFFFFF"/>
                </a:solidFill>
              </a:rPr>
              <a:t>Ing. Matej </a:t>
            </a:r>
            <a:r>
              <a:rPr lang="sk-SK" err="1">
                <a:solidFill>
                  <a:srgbClr val="FFFFFF"/>
                </a:solidFill>
              </a:rPr>
              <a:t>Meško</a:t>
            </a:r>
            <a:r>
              <a:rPr lang="sk-SK">
                <a:solidFill>
                  <a:srgbClr val="FFFFFF"/>
                </a:solidFill>
              </a:rPr>
              <a:t>, PhD.</a:t>
            </a:r>
          </a:p>
          <a:p>
            <a:r>
              <a:rPr lang="sk-SK">
                <a:solidFill>
                  <a:srgbClr val="FFFFFF"/>
                </a:solidFill>
              </a:rPr>
              <a:t>Ing. Michal </a:t>
            </a:r>
            <a:r>
              <a:rPr lang="sk-SK" err="1">
                <a:solidFill>
                  <a:srgbClr val="FFFFFF"/>
                </a:solidFill>
              </a:rPr>
              <a:t>Ďuračík</a:t>
            </a:r>
            <a:r>
              <a:rPr lang="sk-SK">
                <a:solidFill>
                  <a:srgbClr val="FFFFFF"/>
                </a:solidFill>
              </a:rPr>
              <a:t>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228600" lvl="0" indent="-13970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sk-SK" sz="2400"/>
              <a:t>Obsah prednášky:</a:t>
            </a:r>
          </a:p>
          <a:p>
            <a:pPr marL="228600" lvl="0" indent="-139700" algn="l" rtl="0">
              <a:spcBef>
                <a:spcPts val="500"/>
              </a:spcBef>
              <a:spcAft>
                <a:spcPts val="0"/>
              </a:spcAft>
              <a:buNone/>
            </a:pPr>
            <a:endParaRPr lang="sk-SK" sz="18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600"/>
              <a:t>Spracovanie HTML formulárov v PHP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600" i="1" err="1"/>
              <a:t>Cookies</a:t>
            </a:r>
            <a:r>
              <a:rPr lang="sk-SK" sz="1600"/>
              <a:t> a </a:t>
            </a:r>
            <a:r>
              <a:rPr lang="sk-SK" sz="1600" i="1" err="1"/>
              <a:t>session</a:t>
            </a:r>
            <a:endParaRPr lang="sk-SK" sz="1600" i="1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600"/>
              <a:t>Spolupráca PHP a databáz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200"/>
              </a:spcBef>
              <a:spcAft>
                <a:spcPts val="500"/>
              </a:spcAft>
              <a:buNone/>
            </a:pPr>
            <a:r>
              <a:rPr lang="sk-SK"/>
              <a:t>Agenda 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</a:t>
            </a:fld>
            <a:endParaRPr 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HTML formuláre a ich spracovanie v PHP</a:t>
            </a:r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</a:t>
            </a:fld>
            <a:endParaRPr lang="sk-S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HTML formuláre</a:t>
            </a:r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5120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Slúžia na prenos informácií od používateľa na server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Tvorba interaktívnych aplikácií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HTML obsahuje základné formulárové prvky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 vyšší komfort je treba použiť napr. </a:t>
            </a:r>
            <a:r>
              <a:rPr lang="sk-SK" err="1"/>
              <a:t>Bootstrap</a:t>
            </a:r>
            <a:r>
              <a:rPr lang="sk-SK"/>
              <a:t> komponenty a pod.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Existuje množstvo </a:t>
            </a:r>
            <a:r>
              <a:rPr lang="en-US" i="1"/>
              <a:t>open source</a:t>
            </a:r>
            <a:r>
              <a:rPr lang="sk-SK"/>
              <a:t>, alebo platených kolekcií komponentov: </a:t>
            </a:r>
            <a:br>
              <a:rPr lang="sk-SK"/>
            </a:br>
            <a:r>
              <a:rPr lang="en-US">
                <a:hlinkClick r:id="rId3"/>
              </a:rPr>
              <a:t>Shoelace</a:t>
            </a:r>
            <a:r>
              <a:rPr lang="sk-SK"/>
              <a:t>, </a:t>
            </a:r>
            <a:r>
              <a:rPr lang="en-US">
                <a:hlinkClick r:id="rId4"/>
              </a:rPr>
              <a:t>Clarity</a:t>
            </a:r>
            <a:r>
              <a:rPr lang="sk-SK"/>
              <a:t>, </a:t>
            </a:r>
            <a:r>
              <a:rPr lang="en-US">
                <a:hlinkClick r:id="rId5"/>
              </a:rPr>
              <a:t>Mozilla Protocol</a:t>
            </a:r>
            <a:r>
              <a:rPr lang="sk-SK"/>
              <a:t>, </a:t>
            </a:r>
            <a:r>
              <a:rPr lang="en-US">
                <a:hlinkClick r:id="rId6"/>
              </a:rPr>
              <a:t>Crayons</a:t>
            </a:r>
            <a:r>
              <a:rPr lang="sk-SK"/>
              <a:t>, ...</a:t>
            </a:r>
            <a:endParaRPr lang="en-US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Nové prvky pribudli v HTML5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Väčšinu z nich prehliadače podporujú</a:t>
            </a:r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</a:t>
            </a:fld>
            <a:endParaRPr lang="sk-SK"/>
          </a:p>
        </p:txBody>
      </p:sp>
      <p:pic>
        <p:nvPicPr>
          <p:cNvPr id="3" name="Obrázok 2" descr="Obrázok, na ktorom je text, rukopis, náčrt, diagram&#10;&#10;Obsah vygenerovaný pomocou AI môže byť nesprávny.">
            <a:extLst>
              <a:ext uri="{FF2B5EF4-FFF2-40B4-BE49-F238E27FC236}">
                <a16:creationId xmlns:a16="http://schemas.microsoft.com/office/drawing/2014/main" id="{A4EB15CA-8B92-1202-E180-0F8DCF4BF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708" y="3181729"/>
            <a:ext cx="2085109" cy="1834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Formulárové prvky</a:t>
            </a:r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5189051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Zvyčajne majú dvojicu atribútov </a:t>
            </a:r>
            <a:r>
              <a:rPr lang="en-US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name</a:t>
            </a:r>
            <a:r>
              <a:rPr lang="sk-SK"/>
              <a:t> a </a:t>
            </a:r>
            <a:r>
              <a:rPr lang="en-US" sz="1400">
                <a:latin typeface="Consolas" panose="020B0609020204030204" pitchFamily="49" charset="0"/>
                <a:ea typeface="Roboto Mono"/>
                <a:sym typeface="Roboto Mono"/>
              </a:rPr>
              <a:t>value</a:t>
            </a:r>
            <a:endParaRPr lang="en-US" sz="1400">
              <a:latin typeface="Consolas" panose="020B0609020204030204" pitchFamily="49" charset="0"/>
              <a:ea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Typy formulárových prvkov: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Jednoriadkové textové vstupy (</a:t>
            </a:r>
            <a:r>
              <a:rPr lang="en-US" sz="1200">
                <a:latin typeface="Consolas" panose="020B0609020204030204" pitchFamily="49" charset="0"/>
              </a:rPr>
              <a:t>input</a:t>
            </a:r>
            <a:r>
              <a:rPr lang="sk-SK"/>
              <a:t>) – text, heslo, e-mail, rozsah, </a:t>
            </a:r>
            <a:r>
              <a:rPr lang="en-US" i="1"/>
              <a:t>autocomplete</a:t>
            </a:r>
            <a:r>
              <a:rPr lang="sk-SK"/>
              <a:t>, …</a:t>
            </a:r>
          </a:p>
          <a:p>
            <a:pPr lvl="1">
              <a:spcBef>
                <a:spcPts val="0"/>
              </a:spcBef>
            </a:pPr>
            <a:r>
              <a:rPr lang="sk-SK"/>
              <a:t>Zaškrtávacie a prepínacie polia (</a:t>
            </a:r>
            <a:r>
              <a:rPr lang="en-US" sz="1200">
                <a:latin typeface="Consolas" panose="020B0609020204030204" pitchFamily="49" charset="0"/>
              </a:rPr>
              <a:t>input</a:t>
            </a:r>
            <a:r>
              <a:rPr lang="sk-SK"/>
              <a:t>) </a:t>
            </a:r>
          </a:p>
          <a:p>
            <a:pPr lvl="1">
              <a:spcBef>
                <a:spcPts val="0"/>
              </a:spcBef>
            </a:pPr>
            <a:r>
              <a:rPr lang="sk-SK"/>
              <a:t>Skryté polia (</a:t>
            </a:r>
            <a:r>
              <a:rPr lang="en-US" sz="1200">
                <a:latin typeface="Consolas" panose="020B0609020204030204" pitchFamily="49" charset="0"/>
              </a:rPr>
              <a:t>input</a:t>
            </a:r>
            <a:r>
              <a:rPr lang="sk-SK"/>
              <a:t>) </a:t>
            </a:r>
          </a:p>
          <a:p>
            <a:pPr lvl="1">
              <a:spcBef>
                <a:spcPts val="0"/>
              </a:spcBef>
            </a:pPr>
            <a:r>
              <a:rPr lang="sk-SK"/>
              <a:t>Výberové zoznamy (</a:t>
            </a:r>
            <a:r>
              <a:rPr lang="en-US" sz="1200">
                <a:latin typeface="Consolas" panose="020B0609020204030204" pitchFamily="49" charset="0"/>
              </a:rPr>
              <a:t>select</a:t>
            </a:r>
            <a:r>
              <a:rPr lang="sk-SK"/>
              <a:t>)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Tlačidlá (</a:t>
            </a:r>
            <a:r>
              <a:rPr lang="en-US" sz="1200">
                <a:latin typeface="Consolas" panose="020B0609020204030204" pitchFamily="49" charset="0"/>
              </a:rPr>
              <a:t>input</a:t>
            </a:r>
            <a:r>
              <a:rPr lang="sk-SK"/>
              <a:t> alebo </a:t>
            </a:r>
            <a:r>
              <a:rPr lang="en-US" sz="1200">
                <a:latin typeface="Consolas" panose="020B0609020204030204" pitchFamily="49" charset="0"/>
              </a:rPr>
              <a:t>button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Odoslanie súboru (</a:t>
            </a:r>
            <a:r>
              <a:rPr lang="en-US" sz="1200">
                <a:latin typeface="Consolas" panose="020B0609020204030204" pitchFamily="49" charset="0"/>
              </a:rPr>
              <a:t>input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Viacriadkové textové vstupy (</a:t>
            </a:r>
            <a:r>
              <a:rPr lang="en-US" sz="1200" err="1">
                <a:latin typeface="Consolas" panose="020B0609020204030204" pitchFamily="49" charset="0"/>
              </a:rPr>
              <a:t>textarea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Výpočet (</a:t>
            </a:r>
            <a:r>
              <a:rPr lang="sk-SK" sz="1200">
                <a:latin typeface="Consolas" panose="020B0609020204030204" pitchFamily="49" charset="0"/>
              </a:rPr>
              <a:t>output</a:t>
            </a:r>
            <a:r>
              <a:rPr lang="sk-SK"/>
              <a:t>) – s podporou </a:t>
            </a:r>
            <a:r>
              <a:rPr lang="sk-SK" err="1"/>
              <a:t>Javascriptu</a:t>
            </a:r>
            <a:endParaRPr lang="sk-SK"/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</a:t>
            </a:fld>
            <a:endParaRPr lang="sk-SK"/>
          </a:p>
        </p:txBody>
      </p:sp>
      <p:pic>
        <p:nvPicPr>
          <p:cNvPr id="7" name="Obrázok 6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EB35A046-C7DB-3939-284C-AF4A52568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075" y="1615650"/>
            <a:ext cx="3127075" cy="3127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Značka </a:t>
            </a:r>
            <a:r>
              <a:rPr lang="sk-SK" sz="28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form</a:t>
            </a:r>
            <a:r>
              <a:rPr lang="sk-SK" sz="2400">
                <a:latin typeface="Roboto Mono"/>
                <a:ea typeface="Roboto Mono"/>
                <a:cs typeface="Roboto Mono"/>
                <a:sym typeface="Roboto Mono"/>
              </a:rPr>
              <a:t> </a:t>
            </a:r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Párová značka ohraničujúca formulár v </a:t>
            </a:r>
            <a:r>
              <a:rPr lang="en-US"/>
              <a:t>HTML </a:t>
            </a:r>
            <a:r>
              <a:rPr lang="sk-SK"/>
              <a:t>dokumente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Dôležité atribúty: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-US" sz="1200">
                <a:latin typeface="Consolas" panose="020B0609020204030204" pitchFamily="49" charset="0"/>
                <a:sym typeface="Roboto Mono"/>
              </a:rPr>
              <a:t>action</a:t>
            </a:r>
            <a:r>
              <a:rPr lang="sk-SK">
                <a:sym typeface="Roboto Mono"/>
              </a:rPr>
              <a:t> (</a:t>
            </a:r>
            <a:r>
              <a:rPr lang="sk-SK" err="1">
                <a:sym typeface="Roboto Mono"/>
              </a:rPr>
              <a:t>url</a:t>
            </a:r>
            <a:r>
              <a:rPr lang="sk-SK">
                <a:sym typeface="Roboto Mono"/>
              </a:rPr>
              <a:t>, kam sa formulár odošle)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200">
                <a:latin typeface="Consolas" panose="020B0609020204030204" pitchFamily="49" charset="0"/>
                <a:sym typeface="Roboto Mono"/>
              </a:rPr>
              <a:t>method</a:t>
            </a:r>
            <a:r>
              <a:rPr lang="sk-SK"/>
              <a:t> (metódy -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get</a:t>
            </a:r>
            <a:r>
              <a:rPr lang="sk-SK"/>
              <a:t> a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post</a:t>
            </a:r>
            <a:r>
              <a:rPr lang="sk-SK"/>
              <a:t>)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200">
                <a:latin typeface="Consolas" panose="020B0609020204030204" pitchFamily="49" charset="0"/>
              </a:rPr>
              <a:t>autocomplete</a:t>
            </a:r>
            <a:r>
              <a:rPr lang="sk-SK"/>
              <a:t> (dopĺňanie údajov, ktoré používateľ zadal v minulosti)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200" err="1">
                <a:latin typeface="Consolas" panose="020B0609020204030204" pitchFamily="49" charset="0"/>
              </a:rPr>
              <a:t>novalidate</a:t>
            </a:r>
            <a:r>
              <a:rPr lang="sk-SK"/>
              <a:t> (potlačenie vstavanej validácie formulárov)</a:t>
            </a:r>
            <a:endParaRPr lang="sk-SK">
              <a:latin typeface="Consolas" panose="020B0609020204030204" pitchFamily="49" charset="0"/>
              <a:ea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 jednom dokumente môže byť viac formulárov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Odosielané sú len prvky uzavreté vo formulároch s vyplneným atribútom </a:t>
            </a:r>
            <a:r>
              <a:rPr lang="en-US" sz="1400">
                <a:latin typeface="Consolas" panose="020B0609020204030204" pitchFamily="49" charset="0"/>
              </a:rPr>
              <a:t>name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Kontrola pred odoslaním napr. pomocou </a:t>
            </a:r>
            <a:r>
              <a:rPr lang="sk-SK" err="1"/>
              <a:t>JavaScriptu</a:t>
            </a:r>
            <a:endParaRPr lang="sk-SK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</a:t>
            </a:fld>
            <a:endParaRPr lang="sk-SK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363571C0-00B3-AF87-5D09-AA5280D4FEBD}"/>
              </a:ext>
            </a:extLst>
          </p:cNvPr>
          <p:cNvSpPr txBox="1"/>
          <p:nvPr/>
        </p:nvSpPr>
        <p:spPr>
          <a:xfrm>
            <a:off x="2528454" y="4370294"/>
            <a:ext cx="4585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200">
                <a:solidFill>
                  <a:srgbClr val="0033B3"/>
                </a:solidFill>
                <a:effectLst/>
                <a:latin typeface="JetBrains Mono"/>
              </a:rPr>
              <a:t>form </a:t>
            </a:r>
            <a:r>
              <a:rPr lang="en-US" sz="1200">
                <a:solidFill>
                  <a:srgbClr val="174AD4"/>
                </a:solidFill>
                <a:effectLst/>
                <a:latin typeface="JetBrains Mono"/>
              </a:rPr>
              <a:t>action</a:t>
            </a:r>
            <a:r>
              <a:rPr lang="en-US" sz="1200">
                <a:solidFill>
                  <a:srgbClr val="067D17"/>
                </a:solidFill>
                <a:effectLst/>
                <a:latin typeface="JetBrains Mono"/>
              </a:rPr>
              <a:t>="?c=</a:t>
            </a:r>
            <a:r>
              <a:rPr lang="en-US" sz="1200" err="1">
                <a:solidFill>
                  <a:srgbClr val="067D17"/>
                </a:solidFill>
                <a:effectLst/>
                <a:latin typeface="JetBrains Mono"/>
              </a:rPr>
              <a:t>home&amp;a</a:t>
            </a:r>
            <a:r>
              <a:rPr lang="en-US" sz="1200">
                <a:solidFill>
                  <a:srgbClr val="067D17"/>
                </a:solidFill>
                <a:effectLst/>
                <a:latin typeface="JetBrains Mono"/>
              </a:rPr>
              <a:t>=</a:t>
            </a:r>
            <a:r>
              <a:rPr lang="en-US" sz="1200" err="1">
                <a:solidFill>
                  <a:srgbClr val="067D17"/>
                </a:solidFill>
                <a:effectLst/>
                <a:latin typeface="JetBrains Mono"/>
              </a:rPr>
              <a:t>contactSubmit</a:t>
            </a:r>
            <a:r>
              <a:rPr lang="en-US" sz="1200"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lang="en-US" sz="1200">
                <a:solidFill>
                  <a:srgbClr val="174AD4"/>
                </a:solidFill>
                <a:effectLst/>
                <a:latin typeface="JetBrains Mono"/>
              </a:rPr>
              <a:t>method</a:t>
            </a:r>
            <a:r>
              <a:rPr lang="en-US" sz="1200">
                <a:solidFill>
                  <a:srgbClr val="067D17"/>
                </a:solidFill>
                <a:effectLst/>
                <a:latin typeface="JetBrains Mono"/>
              </a:rPr>
              <a:t>="post"</a:t>
            </a:r>
            <a:r>
              <a:rPr lang="en-US" sz="120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-US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>
                <a:solidFill>
                  <a:srgbClr val="080808"/>
                </a:solidFill>
                <a:effectLst/>
                <a:latin typeface="JetBrains Mono"/>
              </a:rPr>
              <a:t>    ...</a:t>
            </a:r>
            <a:br>
              <a:rPr lang="en-US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200">
                <a:solidFill>
                  <a:srgbClr val="080808"/>
                </a:solidFill>
                <a:effectLst/>
                <a:latin typeface="JetBrains Mono"/>
              </a:rPr>
              <a:t>&lt;/</a:t>
            </a:r>
            <a:r>
              <a:rPr lang="en-US" sz="1200">
                <a:solidFill>
                  <a:srgbClr val="0033B3"/>
                </a:solidFill>
                <a:effectLst/>
                <a:latin typeface="JetBrains Mono"/>
              </a:rPr>
              <a:t>div</a:t>
            </a:r>
            <a:r>
              <a:rPr lang="en-US" sz="1200">
                <a:solidFill>
                  <a:srgbClr val="080808"/>
                </a:solidFill>
                <a:effectLst/>
                <a:latin typeface="JetBrains Mono"/>
              </a:rP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Základné</a:t>
            </a:r>
            <a:r>
              <a:rPr lang="en-US"/>
              <a:t> </a:t>
            </a:r>
            <a:r>
              <a:rPr lang="sk-SK"/>
              <a:t>formulárové elementy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63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Jednoriadkový text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Značka </a:t>
            </a:r>
            <a:endParaRPr lang="sk-SK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Atribúty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maxlength</a:t>
            </a:r>
            <a:r>
              <a:rPr lang="sk-SK"/>
              <a:t> a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size</a:t>
            </a:r>
            <a:endParaRPr lang="sk-SK" sz="1200">
              <a:solidFill>
                <a:srgbClr val="0033B3"/>
              </a:solidFill>
              <a:latin typeface="Consolas" panose="020B0609020204030204" pitchFamily="49" charset="0"/>
              <a:cs typeface="Arial"/>
              <a:sym typeface="Roboto Mono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br>
              <a:rPr lang="sk-SK"/>
            </a:br>
            <a:endParaRPr lang="sk-SK"/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Heslo 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Značka </a:t>
            </a:r>
            <a:endParaRPr lang="sk-SK">
              <a:latin typeface="Consolas" panose="020B0609020204030204" pitchFamily="49" charset="0"/>
              <a:ea typeface="Roboto Mono"/>
              <a:sym typeface="Roboto Mono"/>
            </a:endParaRP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Atribúty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maxlength</a:t>
            </a:r>
            <a:r>
              <a:rPr lang="sk-SK"/>
              <a:t> a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</a:rPr>
              <a:t>size</a:t>
            </a:r>
            <a:endParaRPr lang="sk-SK" sz="1200">
              <a:solidFill>
                <a:srgbClr val="0033B3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</a:t>
            </a:fld>
            <a:endParaRPr lang="sk-SK"/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525" y="2561545"/>
            <a:ext cx="2260051" cy="357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1575" y="4016351"/>
            <a:ext cx="2170662" cy="3575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FDDFDE-D106-47C2-8892-93E0DAF8B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52" y="2002870"/>
            <a:ext cx="4857420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="text"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="email"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="meno@server.sk"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FC2DA86-ADF8-4B3A-9192-FD2D04B3F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52" y="3467049"/>
            <a:ext cx="4007828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="heslo"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Zaškrtávacie a prepínacie polia</a:t>
            </a:r>
          </a:p>
        </p:txBody>
      </p:sp>
      <p:sp>
        <p:nvSpPr>
          <p:cNvPr id="174" name="Google Shape;174;p2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Zaškrtávacie pole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Typ </a:t>
            </a:r>
            <a:r>
              <a:rPr lang="sk-SK" sz="1200" err="1">
                <a:solidFill>
                  <a:srgbClr val="067D17"/>
                </a:solidFill>
                <a:latin typeface="Consolas" panose="020B0609020204030204" pitchFamily="49" charset="0"/>
                <a:cs typeface="Arial"/>
                <a:sym typeface="Roboto Mono"/>
              </a:rPr>
              <a:t>checkbox</a:t>
            </a:r>
            <a:endParaRPr lang="sk-SK" sz="1200">
              <a:solidFill>
                <a:srgbClr val="067D17"/>
              </a:solidFill>
              <a:latin typeface="Consolas" panose="020B0609020204030204" pitchFamily="49" charset="0"/>
              <a:cs typeface="Arial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Atribút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checked</a:t>
            </a:r>
            <a:endParaRPr lang="sk-SK" sz="1200">
              <a:solidFill>
                <a:srgbClr val="0033B3"/>
              </a:solidFill>
              <a:latin typeface="Consolas" panose="020B0609020204030204" pitchFamily="49" charset="0"/>
              <a:cs typeface="Arial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br>
              <a:rPr lang="sk-SK"/>
            </a:br>
            <a:endParaRPr lang="sk-SK"/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Prepínacie pole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Typ </a:t>
            </a:r>
            <a:r>
              <a:rPr lang="sk-SK" sz="1200" err="1">
                <a:solidFill>
                  <a:srgbClr val="067D17"/>
                </a:solidFill>
                <a:latin typeface="Consolas" panose="020B0609020204030204" pitchFamily="49" charset="0"/>
                <a:cs typeface="Arial"/>
              </a:rPr>
              <a:t>radio</a:t>
            </a:r>
            <a:r>
              <a:rPr lang="sk-SK"/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Atribút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checked</a:t>
            </a:r>
            <a:endParaRPr lang="sk-SK" sz="1200">
              <a:solidFill>
                <a:srgbClr val="0033B3"/>
              </a:solidFill>
              <a:latin typeface="Consolas" panose="020B0609020204030204" pitchFamily="49" charset="0"/>
              <a:cs typeface="Arial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7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</a:t>
            </a:fld>
            <a:endParaRPr lang="sk-SK"/>
          </a:p>
        </p:txBody>
      </p:sp>
      <p:pic>
        <p:nvPicPr>
          <p:cNvPr id="176" name="Google Shape;17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094" y="2436309"/>
            <a:ext cx="1843900" cy="3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6411" y="4113733"/>
            <a:ext cx="2918735" cy="32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45D090-77C2-4AD0-918E-45850F775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343" y="2014991"/>
            <a:ext cx="5112297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checkbox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novinky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ano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checked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Posielať novinky cez e-mail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D7E738-B817-49EB-BB30-BA879FD4F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343" y="3443546"/>
            <a:ext cx="6046848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radio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="znalosti"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altLang="sk-SK" sz="1200" err="1">
                <a:solidFill>
                  <a:srgbClr val="067D17"/>
                </a:solidFill>
                <a:latin typeface="Consolas" panose="020B0609020204030204" pitchFamily="49" charset="0"/>
              </a:rPr>
              <a:t>zaciatocnik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&gt;začiatočník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radio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="znalosti"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pokrocily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&gt;pokročilý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radio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altLang="sk-SK" sz="1200">
                <a:solidFill>
                  <a:srgbClr val="067D17"/>
                </a:solidFill>
                <a:latin typeface="Consolas" panose="020B0609020204030204" pitchFamily="49" charset="0"/>
              </a:rPr>
              <a:t>znalosti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="exp</a:t>
            </a:r>
            <a:r>
              <a:rPr lang="sk-SK" altLang="sk-SK" sz="1200">
                <a:solidFill>
                  <a:srgbClr val="067D17"/>
                </a:solidFill>
                <a:latin typeface="Consolas" panose="020B0609020204030204" pitchFamily="49" charset="0"/>
              </a:rPr>
              <a:t>ert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checked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&gt;expert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lvl="0"/>
            <a:r>
              <a:rPr lang="sk-SK"/>
              <a:t>Ďalšie elementy typu </a:t>
            </a:r>
            <a:r>
              <a:rPr lang="en-US" sz="2800">
                <a:latin typeface="Consolas" panose="020B0609020204030204" pitchFamily="49" charset="0"/>
              </a:rPr>
              <a:t>input</a:t>
            </a:r>
            <a:r>
              <a:rPr lang="sk-SK"/>
              <a:t> (HTML5)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1"/>
          </p:nvPr>
        </p:nvSpPr>
        <p:spPr>
          <a:xfrm>
            <a:off x="435899" y="1635375"/>
            <a:ext cx="8458069" cy="3063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r>
              <a:rPr lang="sk-SK"/>
              <a:t>Farba: </a:t>
            </a:r>
            <a:r>
              <a:rPr lang="sk-SK" altLang="sk-SK" sz="1400">
                <a:solidFill>
                  <a:srgbClr val="174AD4"/>
                </a:solidFill>
                <a:latin typeface="Consolas" panose="020B0609020204030204" pitchFamily="49" charset="0"/>
              </a:rPr>
              <a:t>type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="</a:t>
            </a:r>
            <a:r>
              <a:rPr lang="sk-SK" alt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color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endParaRPr lang="sk-SK" altLang="sk-SK" sz="14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/>
            <a:r>
              <a:rPr lang="sk-SK"/>
              <a:t>Dátum: </a:t>
            </a:r>
            <a:r>
              <a:rPr lang="sk-SK" altLang="sk-SK" sz="1400">
                <a:solidFill>
                  <a:srgbClr val="174AD4"/>
                </a:solidFill>
                <a:latin typeface="Consolas" panose="020B0609020204030204" pitchFamily="49" charset="0"/>
              </a:rPr>
              <a:t>type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="</a:t>
            </a:r>
            <a:r>
              <a:rPr lang="sk-SK" alt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date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sk-SK"/>
              <a:t>Čas: </a:t>
            </a:r>
            <a:r>
              <a:rPr lang="sk-SK" altLang="sk-SK" sz="1400">
                <a:solidFill>
                  <a:srgbClr val="174AD4"/>
                </a:solidFill>
                <a:latin typeface="Consolas" panose="020B0609020204030204" pitchFamily="49" charset="0"/>
              </a:rPr>
              <a:t>type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="</a:t>
            </a:r>
            <a:r>
              <a:rPr lang="sk-SK" alt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time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endParaRPr lang="sk-SK" sz="1400">
              <a:latin typeface="Consolas" panose="020B0609020204030204" pitchFamily="49" charset="0"/>
            </a:endParaRPr>
          </a:p>
          <a:p>
            <a:r>
              <a:rPr lang="sk-SK"/>
              <a:t>Email: </a:t>
            </a:r>
            <a:r>
              <a:rPr lang="sk-SK" altLang="sk-SK" sz="1400">
                <a:solidFill>
                  <a:srgbClr val="174AD4"/>
                </a:solidFill>
                <a:latin typeface="Consolas" panose="020B0609020204030204" pitchFamily="49" charset="0"/>
              </a:rPr>
              <a:t>type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="email"</a:t>
            </a:r>
            <a:endParaRPr lang="sk-SK" sz="1400">
              <a:latin typeface="Consolas" panose="020B0609020204030204" pitchFamily="49" charset="0"/>
            </a:endParaRPr>
          </a:p>
          <a:p>
            <a:r>
              <a:rPr lang="sk-SK"/>
              <a:t>Číslo: </a:t>
            </a:r>
            <a:r>
              <a:rPr lang="sk-SK" altLang="sk-SK" sz="1400">
                <a:solidFill>
                  <a:srgbClr val="174AD4"/>
                </a:solidFill>
                <a:latin typeface="Consolas" panose="020B0609020204030204" pitchFamily="49" charset="0"/>
              </a:rPr>
              <a:t>type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="</a:t>
            </a:r>
            <a:r>
              <a:rPr lang="sk-SK" alt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number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endParaRPr lang="sk-SK" sz="1400">
              <a:latin typeface="Consolas" panose="020B0609020204030204" pitchFamily="49" charset="0"/>
            </a:endParaRPr>
          </a:p>
          <a:p>
            <a:r>
              <a:rPr lang="sk-SK"/>
              <a:t>Rozsah: </a:t>
            </a:r>
            <a:r>
              <a:rPr lang="sk-SK" altLang="sk-SK" sz="1400">
                <a:solidFill>
                  <a:srgbClr val="174AD4"/>
                </a:solidFill>
                <a:latin typeface="Consolas" panose="020B0609020204030204" pitchFamily="49" charset="0"/>
              </a:rPr>
              <a:t>type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="</a:t>
            </a:r>
            <a:r>
              <a:rPr lang="sk-SK" alt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range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endParaRPr lang="sk-SK" sz="1400"/>
          </a:p>
          <a:p>
            <a:r>
              <a:rPr lang="sk-SK"/>
              <a:t>Telefón: </a:t>
            </a:r>
            <a:r>
              <a:rPr lang="sk-SK" altLang="sk-SK" sz="1400">
                <a:solidFill>
                  <a:srgbClr val="174AD4"/>
                </a:solidFill>
                <a:latin typeface="Consolas" panose="020B0609020204030204" pitchFamily="49" charset="0"/>
              </a:rPr>
              <a:t>type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="</a:t>
            </a:r>
            <a:r>
              <a:rPr lang="sk-SK" alt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tel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endParaRPr lang="sk-SK" sz="1400"/>
          </a:p>
          <a:p>
            <a:r>
              <a:rPr lang="sk-SK"/>
              <a:t>URL: </a:t>
            </a:r>
            <a:r>
              <a:rPr lang="sk-SK" altLang="sk-SK" sz="1400">
                <a:solidFill>
                  <a:srgbClr val="174AD4"/>
                </a:solidFill>
                <a:latin typeface="Consolas" panose="020B0609020204030204" pitchFamily="49" charset="0"/>
              </a:rPr>
              <a:t>type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="</a:t>
            </a:r>
            <a:r>
              <a:rPr lang="sk-SK" alt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url</a:t>
            </a:r>
            <a:r>
              <a:rPr lang="sk-SK" altLang="sk-SK" sz="140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endParaRPr lang="sk-SK" sz="1400">
              <a:latin typeface="Consolas" panose="020B0609020204030204" pitchFamily="49" charset="0"/>
            </a:endParaRPr>
          </a:p>
          <a:p>
            <a:pPr lvl="0">
              <a:spcBef>
                <a:spcPts val="600"/>
              </a:spcBef>
            </a:pPr>
            <a:r>
              <a:rPr lang="sk-SK"/>
              <a:t>Niektoré ďalšie typy: </a:t>
            </a:r>
            <a:r>
              <a:rPr 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datetime-local</a:t>
            </a:r>
            <a:r>
              <a:rPr lang="sk-SK"/>
              <a:t>, </a:t>
            </a:r>
            <a:r>
              <a:rPr 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month</a:t>
            </a:r>
            <a:r>
              <a:rPr lang="sk-SK"/>
              <a:t>, </a:t>
            </a:r>
            <a:r>
              <a:rPr 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week</a:t>
            </a:r>
            <a:r>
              <a:rPr lang="sk-SK"/>
              <a:t>, </a:t>
            </a:r>
            <a:r>
              <a:rPr lang="sk-SK" sz="1400" err="1">
                <a:solidFill>
                  <a:srgbClr val="067D17"/>
                </a:solidFill>
                <a:latin typeface="Consolas" panose="020B0609020204030204" pitchFamily="49" charset="0"/>
              </a:rPr>
              <a:t>search</a:t>
            </a:r>
            <a:r>
              <a:rPr lang="sk-SK"/>
              <a:t> (nepodporované všade, napr. FF)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7CA06C-242A-4467-A656-AF029CF1F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711"/>
            <a:ext cx="184731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7D55BEDA-D6B1-464B-B36B-6EDD4B65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211" y="1748666"/>
            <a:ext cx="1112616" cy="289585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20F97224-C402-4015-B019-517B69E07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211" y="2082264"/>
            <a:ext cx="1699407" cy="266723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D245C91A-00D4-45A9-9F9F-2B5AA284B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549" y="2697545"/>
            <a:ext cx="1950889" cy="281964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C7F4E56C-F291-4311-84AC-AD64025959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4211" y="3380884"/>
            <a:ext cx="3071126" cy="259102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C8C1CCB1-0271-4E09-9902-EEE2B09169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9019" y="3045350"/>
            <a:ext cx="2712955" cy="266723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CCA872F2-D9CE-4B7C-9EFC-08F0A0575E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4211" y="3708797"/>
            <a:ext cx="2453853" cy="259102"/>
          </a:xfrm>
          <a:prstGeom prst="rect">
            <a:avLst/>
          </a:prstGeom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30352921-5B33-4A79-BEF7-D8CCC71F0A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4211" y="2386809"/>
            <a:ext cx="1348857" cy="266723"/>
          </a:xfrm>
          <a:prstGeom prst="rect">
            <a:avLst/>
          </a:prstGeom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2671D70E-49CA-4303-A3CE-1AD36A0E67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4211" y="4008436"/>
            <a:ext cx="2263336" cy="281964"/>
          </a:xfrm>
          <a:prstGeom prst="rect">
            <a:avLst/>
          </a:prstGeom>
        </p:spPr>
      </p:pic>
      <p:sp>
        <p:nvSpPr>
          <p:cNvPr id="14" name="BlokTextu 13">
            <a:extLst>
              <a:ext uri="{FF2B5EF4-FFF2-40B4-BE49-F238E27FC236}">
                <a16:creationId xmlns:a16="http://schemas.microsoft.com/office/drawing/2014/main" id="{8CF440F4-F158-4BF7-8627-8B4918FCE691}"/>
              </a:ext>
            </a:extLst>
          </p:cNvPr>
          <p:cNvSpPr txBox="1"/>
          <p:nvPr/>
        </p:nvSpPr>
        <p:spPr>
          <a:xfrm>
            <a:off x="4842711" y="4706234"/>
            <a:ext cx="3813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000">
                <a:latin typeface="Cabin" panose="020B0604020202020204" charset="-18"/>
              </a:rPr>
              <a:t> Zdroj: </a:t>
            </a:r>
            <a:r>
              <a:rPr lang="sk-SK" sz="1000">
                <a:latin typeface="Cabin" panose="020B0604020202020204" charset="-18"/>
                <a:hlinkClick r:id="rId11"/>
              </a:rPr>
              <a:t>https://www.w3schools.com/html/html_form_input_types.asp</a:t>
            </a:r>
            <a:r>
              <a:rPr lang="sk-SK" sz="1000">
                <a:latin typeface="Cabin" panose="020B0604020202020204" charset="-1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874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Skryté polia</a:t>
            </a:r>
          </a:p>
        </p:txBody>
      </p:sp>
      <p:sp>
        <p:nvSpPr>
          <p:cNvPr id="183" name="Google Shape;183;p2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Nemajú vizuálnu podobu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Použitie: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Prenos skrytých informácií </a:t>
            </a:r>
            <a:br>
              <a:rPr lang="sk-SK"/>
            </a:br>
            <a:r>
              <a:rPr lang="sk-SK"/>
              <a:t>(</a:t>
            </a:r>
            <a:r>
              <a:rPr lang="sk-SK">
                <a:solidFill>
                  <a:schemeClr val="tx1"/>
                </a:solidFill>
              </a:rPr>
              <a:t>neskrývať</a:t>
            </a:r>
            <a:r>
              <a:rPr lang="sk-SK"/>
              <a:t> však heslá, alebo iné informácie, ktoré nemá používateľ vidieť)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Prenos informácií, ktoré sa needitujú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Značka </a:t>
            </a:r>
            <a:endParaRPr lang="sk-SK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4" name="Google Shape;184;p2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10</a:t>
            </a:fld>
            <a:endParaRPr lang="sk-SK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DE738F-1498-463A-A5DC-D6CBF7331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214" y="3052634"/>
            <a:ext cx="4262705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hidden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my_data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="123"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Tlačidlá (1)</a:t>
            </a:r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328278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Bežné tlačidlo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Značka                                                                                                                                </a:t>
            </a:r>
            <a:endParaRPr lang="sk-SK"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Alebo značka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button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sk-SK"/>
              <a:t>  (umožňuje aj tlačidlá s obrázkom)</a:t>
            </a:r>
            <a:br>
              <a:rPr lang="sk-SK"/>
            </a:b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Odosielacie tlačidlo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Značka </a:t>
            </a:r>
            <a:r>
              <a:rPr lang="sk-SK" sz="1200">
                <a:latin typeface="Roboto Mono"/>
                <a:ea typeface="Roboto Mono"/>
                <a:sym typeface="Roboto Mono"/>
              </a:rPr>
              <a:t>                         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              </a:t>
            </a:r>
            <a:r>
              <a:rPr lang="sk-SK">
                <a:sym typeface="Roboto Mono"/>
              </a:rPr>
              <a:t> alebo značka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button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lang="sk-SK"/>
          </a:p>
          <a:p>
            <a:pPr lvl="1">
              <a:spcBef>
                <a:spcPts val="0"/>
              </a:spcBef>
            </a:pPr>
            <a:r>
              <a:rPr lang="sk-SK"/>
              <a:t>Atribút 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cs typeface="Arial"/>
                <a:sym typeface="Roboto Mono"/>
              </a:rPr>
              <a:t>name</a:t>
            </a:r>
            <a:r>
              <a:rPr lang="sk-SK"/>
              <a:t> sa neuvádza, ak sa hodnota atribútu </a:t>
            </a:r>
            <a:r>
              <a:rPr lang="sk-SK" altLang="sk-SK" sz="1200" err="1">
                <a:solidFill>
                  <a:srgbClr val="174AD4"/>
                </a:solidFill>
                <a:latin typeface="Consolas" panose="020B0609020204030204" pitchFamily="49" charset="0"/>
                <a:cs typeface="Arial"/>
              </a:rPr>
              <a:t>value</a:t>
            </a:r>
            <a:r>
              <a:rPr lang="sk-SK" altLang="sk-SK"/>
              <a:t> </a:t>
            </a:r>
            <a:r>
              <a:rPr lang="sk-SK"/>
              <a:t>nemá odoslať </a:t>
            </a:r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11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DC1184-6221-45E6-A901-F06F9903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183" y="2001840"/>
            <a:ext cx="507177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="Spočítať priemer"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76079-1D37-478E-A645-B51B25F89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869" y="3014772"/>
            <a:ext cx="4007828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="Odoslať"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4495B412-9A9B-4EBF-9B05-B41618B4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845" y="1945101"/>
            <a:ext cx="876190" cy="3904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Odoslanie súboru</a:t>
            </a:r>
          </a:p>
        </p:txBody>
      </p:sp>
      <p:sp>
        <p:nvSpPr>
          <p:cNvPr id="222" name="Google Shape;222;p2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Odoslanie súboru z lokálneho počítača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Značka </a:t>
            </a:r>
            <a:endParaRPr lang="sk-SK"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Atribút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accept</a:t>
            </a:r>
            <a:r>
              <a:rPr lang="sk-SK"/>
              <a:t> definuje akceptované typy súborov</a:t>
            </a:r>
          </a:p>
          <a:p>
            <a:pPr lvl="1">
              <a:spcBef>
                <a:spcPts val="0"/>
              </a:spcBef>
            </a:pPr>
            <a:r>
              <a:rPr lang="sk-SK" sz="1200">
                <a:solidFill>
                  <a:srgbClr val="2530CF"/>
                </a:solidFill>
                <a:latin typeface="Consolas" panose="020B0609020204030204" pitchFamily="49" charset="0"/>
              </a:rPr>
              <a:t>&lt;</a:t>
            </a:r>
            <a:r>
              <a:rPr lang="sk-SK" sz="1200" err="1">
                <a:solidFill>
                  <a:srgbClr val="2530CF"/>
                </a:solidFill>
                <a:latin typeface="Consolas" panose="020B0609020204030204" pitchFamily="49" charset="0"/>
              </a:rPr>
              <a:t>form</a:t>
            </a:r>
            <a:r>
              <a:rPr lang="sk-SK" sz="1200">
                <a:solidFill>
                  <a:srgbClr val="2530CF"/>
                </a:solidFill>
                <a:latin typeface="Consolas" panose="020B0609020204030204" pitchFamily="49" charset="0"/>
              </a:rPr>
              <a:t>&gt;</a:t>
            </a:r>
            <a:r>
              <a:rPr lang="sk-SK"/>
              <a:t> musí mať nastavený atribút </a:t>
            </a:r>
            <a:r>
              <a:rPr lang="en-US" sz="1200" err="1">
                <a:solidFill>
                  <a:srgbClr val="2530C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enctype</a:t>
            </a:r>
            <a:r>
              <a:rPr lang="en-US"/>
              <a:t> </a:t>
            </a:r>
            <a:r>
              <a:rPr lang="sk-SK"/>
              <a:t>na</a:t>
            </a:r>
            <a:r>
              <a:rPr lang="en-US"/>
              <a:t> </a:t>
            </a:r>
            <a:r>
              <a:rPr lang="en-US" sz="1200">
                <a:solidFill>
                  <a:srgbClr val="2530CF"/>
                </a:solidFill>
                <a:latin typeface="Consolas" panose="020B0609020204030204" pitchFamily="49" charset="0"/>
              </a:rPr>
              <a:t>multipart/form-data</a:t>
            </a:r>
            <a:endParaRPr lang="sk-SK" sz="1200">
              <a:solidFill>
                <a:srgbClr val="2530CF"/>
              </a:solidFill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Príklady: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Fotografie,  dokumenty, dáta na spracovanie</a:t>
            </a:r>
            <a:endParaRPr lang="sk-SK" sz="1200">
              <a:solidFill>
                <a:srgbClr val="067D17"/>
              </a:solidFill>
              <a:latin typeface="Consolas" panose="020B0609020204030204" pitchFamily="49" charset="0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Obmedzenie veľkosti odosielaného súboru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 strane servera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 strane klienta (nespoľahlivé riešenie)</a:t>
            </a:r>
          </a:p>
        </p:txBody>
      </p:sp>
      <p:sp>
        <p:nvSpPr>
          <p:cNvPr id="223" name="Google Shape;223;p2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12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437DAE-D1F7-4EB2-B218-0EB8CB9AA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532" y="2011769"/>
            <a:ext cx="2903359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="fotka"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Viacriadkové textové vstupy</a:t>
            </a:r>
          </a:p>
        </p:txBody>
      </p:sp>
      <p:sp>
        <p:nvSpPr>
          <p:cNvPr id="158" name="Google Shape;158;p2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Párová značka </a:t>
            </a:r>
            <a:endParaRPr lang="sk-SK" sz="1400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Atribúty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rows</a:t>
            </a:r>
            <a:r>
              <a:rPr lang="sk-SK"/>
              <a:t> a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cols</a:t>
            </a:r>
            <a:r>
              <a:rPr lang="sk-SK"/>
              <a:t> (nemá atribút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value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Predvolený text je definovaný medzi značkami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textarea</a:t>
            </a:r>
            <a:endParaRPr lang="sk-SK" sz="12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Príklad: </a:t>
            </a: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</a:p>
        </p:txBody>
      </p:sp>
      <p:sp>
        <p:nvSpPr>
          <p:cNvPr id="159" name="Google Shape;159;p2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13</a:t>
            </a:fld>
            <a:endParaRPr lang="sk-SK"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8287" y="2843794"/>
            <a:ext cx="2274600" cy="10355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DD5DB3-6A8A-4E20-AF81-1D9A2F388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456" y="1711750"/>
            <a:ext cx="3066865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="hodnotenie"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3745B-906B-4ADF-8220-80B4DC536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969" y="2791351"/>
            <a:ext cx="3752950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Váš názor na obsah servera:&lt;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="30"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="5"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nazor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Mal by som nasledovné pripomienky...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WYSIWYG editory</a:t>
            </a:r>
          </a:p>
        </p:txBody>
      </p:sp>
      <p:sp>
        <p:nvSpPr>
          <p:cNvPr id="166" name="Google Shape;166;p22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2988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-US">
                <a:solidFill>
                  <a:srgbClr val="FF9900"/>
                </a:solidFill>
              </a:rPr>
              <a:t>W</a:t>
            </a:r>
            <a:r>
              <a:rPr lang="en-US"/>
              <a:t>hat </a:t>
            </a:r>
            <a:r>
              <a:rPr lang="en-US">
                <a:solidFill>
                  <a:srgbClr val="FF9900"/>
                </a:solidFill>
              </a:rPr>
              <a:t>Y</a:t>
            </a:r>
            <a:r>
              <a:rPr lang="en-US"/>
              <a:t>ou </a:t>
            </a:r>
            <a:r>
              <a:rPr lang="en-US">
                <a:solidFill>
                  <a:srgbClr val="FF9900"/>
                </a:solidFill>
              </a:rPr>
              <a:t>S</a:t>
            </a:r>
            <a:r>
              <a:rPr lang="en-US"/>
              <a:t>ee </a:t>
            </a:r>
            <a:r>
              <a:rPr lang="en-US">
                <a:solidFill>
                  <a:srgbClr val="FF9900"/>
                </a:solidFill>
              </a:rPr>
              <a:t>I</a:t>
            </a:r>
            <a:r>
              <a:rPr lang="en-US"/>
              <a:t>s </a:t>
            </a:r>
            <a:r>
              <a:rPr lang="en-US">
                <a:solidFill>
                  <a:srgbClr val="FF9900"/>
                </a:solidFill>
              </a:rPr>
              <a:t>W</a:t>
            </a:r>
            <a:r>
              <a:rPr lang="en-US"/>
              <a:t>hat </a:t>
            </a:r>
            <a:r>
              <a:rPr lang="en-US">
                <a:solidFill>
                  <a:srgbClr val="FF9900"/>
                </a:solidFill>
              </a:rPr>
              <a:t>Y</a:t>
            </a:r>
            <a:r>
              <a:rPr lang="en-US"/>
              <a:t>ou </a:t>
            </a:r>
            <a:r>
              <a:rPr lang="en-US">
                <a:solidFill>
                  <a:srgbClr val="FF9900"/>
                </a:solidFill>
              </a:rPr>
              <a:t>G</a:t>
            </a:r>
            <a:r>
              <a:rPr lang="en-US"/>
              <a:t>et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Umožňujú plnohodnotnú editáciu textu, napr.: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Formátovanie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Vkladanie obrázkov a súborov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Tvorba HTML tabuliek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Príklady: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u="sng">
                <a:solidFill>
                  <a:schemeClr val="hlink"/>
                </a:solidFill>
                <a:hlinkClick r:id="rId3"/>
              </a:rPr>
              <a:t>CKEditor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u="sng">
                <a:solidFill>
                  <a:schemeClr val="hlink"/>
                </a:solidFill>
                <a:hlinkClick r:id="rId4"/>
              </a:rPr>
              <a:t>TinyMCE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err="1">
                <a:hlinkClick r:id="rId5"/>
              </a:rPr>
              <a:t>Summernote</a:t>
            </a:r>
            <a:r>
              <a:rPr lang="sk-SK"/>
              <a:t> (</a:t>
            </a:r>
            <a:r>
              <a:rPr lang="en-US" i="1"/>
              <a:t>open source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err="1"/>
              <a:t>Redactor</a:t>
            </a:r>
            <a:r>
              <a:rPr lang="sk-SK"/>
              <a:t>, </a:t>
            </a:r>
            <a:r>
              <a:rPr lang="sk-SK" err="1"/>
              <a:t>Froala</a:t>
            </a:r>
            <a:r>
              <a:rPr lang="sk-SK"/>
              <a:t>, ...</a:t>
            </a:r>
          </a:p>
        </p:txBody>
      </p:sp>
      <p:sp>
        <p:nvSpPr>
          <p:cNvPr id="167" name="Google Shape;167;p2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14</a:t>
            </a:fld>
            <a:endParaRPr lang="sk-SK"/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0425" y="2598275"/>
            <a:ext cx="5021724" cy="19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Výberové zoznamy</a:t>
            </a:r>
          </a:p>
        </p:txBody>
      </p: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Zoznam (</a:t>
            </a:r>
            <a:r>
              <a:rPr lang="en-US" i="1" err="1"/>
              <a:t>listbox</a:t>
            </a:r>
            <a:r>
              <a:rPr lang="sk-SK"/>
              <a:t>)</a:t>
            </a:r>
          </a:p>
          <a:p>
            <a:pPr lvl="1">
              <a:spcBef>
                <a:spcPts val="0"/>
              </a:spcBef>
            </a:pPr>
            <a:r>
              <a:rPr lang="sk-SK"/>
              <a:t>Značka 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&lt;</a:t>
            </a:r>
            <a:r>
              <a:rPr lang="sk-SK" altLang="sk-SK" sz="1200" err="1">
                <a:solidFill>
                  <a:srgbClr val="0033B3"/>
                </a:solidFill>
                <a:latin typeface="Consolas" panose="020B0609020204030204" pitchFamily="49" charset="0"/>
              </a:rPr>
              <a:t>select</a:t>
            </a:r>
            <a:r>
              <a:rPr lang="sk-SK" altLang="sk-SK" sz="120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k-SK" altLang="sk-SK" sz="1200" err="1">
                <a:solidFill>
                  <a:srgbClr val="174AD4"/>
                </a:solidFill>
                <a:latin typeface="Consolas" panose="020B0609020204030204" pitchFamily="49" charset="0"/>
              </a:rPr>
              <a:t>name</a:t>
            </a:r>
            <a:r>
              <a:rPr lang="sk-SK" altLang="sk-SK" sz="1200">
                <a:solidFill>
                  <a:srgbClr val="067D17"/>
                </a:solidFill>
                <a:latin typeface="Consolas" panose="020B0609020204030204" pitchFamily="49" charset="0"/>
              </a:rPr>
              <a:t>=""</a:t>
            </a: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&gt;</a:t>
            </a:r>
            <a:r>
              <a:rPr lang="sk-SK" altLang="sk-SK" sz="12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sk-SK"/>
              <a:t>(atribúty 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multiple</a:t>
            </a:r>
            <a:r>
              <a:rPr lang="sk-SK"/>
              <a:t> a 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size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Vnorené značky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option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value</a:t>
            </a:r>
            <a:r>
              <a:rPr lang="sk-SK" sz="1200">
                <a:solidFill>
                  <a:srgbClr val="067D17"/>
                </a:solidFill>
                <a:latin typeface="Consolas" panose="020B0609020204030204" pitchFamily="49" charset="0"/>
                <a:sym typeface="Roboto Mono"/>
              </a:rPr>
              <a:t>=""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Atribút 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selected</a:t>
            </a:r>
            <a:endParaRPr lang="sk-SK" sz="1200">
              <a:solidFill>
                <a:srgbClr val="174AD4"/>
              </a:solidFill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Združovanie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option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sk-SK"/>
              <a:t> do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optgroup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label</a:t>
            </a:r>
            <a:r>
              <a:rPr lang="sk-SK" sz="1200">
                <a:solidFill>
                  <a:srgbClr val="067D17"/>
                </a:solidFill>
                <a:latin typeface="Consolas" panose="020B0609020204030204" pitchFamily="49" charset="0"/>
                <a:sym typeface="Roboto Mono"/>
              </a:rPr>
              <a:t>=""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lang="sk-SK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Kombinovaný zoznam (</a:t>
            </a:r>
            <a:r>
              <a:rPr lang="en-US" i="1" err="1"/>
              <a:t>combobox</a:t>
            </a:r>
            <a:r>
              <a:rPr lang="sk-SK"/>
              <a:t>)</a:t>
            </a:r>
          </a:p>
          <a:p>
            <a:pPr lvl="1">
              <a:spcBef>
                <a:spcPts val="0"/>
              </a:spcBef>
            </a:pPr>
            <a:r>
              <a:rPr lang="sk-SK"/>
              <a:t>Nastaviť atribút </a:t>
            </a:r>
            <a:r>
              <a:rPr lang="sk-SK" sz="1200" err="1">
                <a:solidFill>
                  <a:srgbClr val="174AD4"/>
                </a:solidFill>
                <a:latin typeface="Consolas" panose="020B0609020204030204" pitchFamily="49" charset="0"/>
                <a:sym typeface="Roboto Mono"/>
              </a:rPr>
              <a:t>size</a:t>
            </a:r>
            <a:r>
              <a:rPr lang="sk-SK" sz="1200">
                <a:solidFill>
                  <a:srgbClr val="067D17"/>
                </a:solidFill>
                <a:latin typeface="Consolas" panose="020B0609020204030204" pitchFamily="49" charset="0"/>
                <a:sym typeface="Roboto Mono"/>
              </a:rPr>
              <a:t>="1"</a:t>
            </a:r>
            <a:r>
              <a:rPr lang="sk-SK" sz="1200"/>
              <a:t> </a:t>
            </a:r>
            <a:r>
              <a:rPr lang="sk-SK"/>
              <a:t>alebo vynechať</a:t>
            </a:r>
            <a:endParaRPr lang="sk-SK">
              <a:sym typeface="Roboto Mono"/>
            </a:endParaRPr>
          </a:p>
        </p:txBody>
      </p:sp>
      <p:sp>
        <p:nvSpPr>
          <p:cNvPr id="191" name="Google Shape;191;p2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15</a:t>
            </a:fld>
            <a:endParaRPr lang="sk-SK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CCED6621-2010-02CD-146D-215BA8127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95" y="3277113"/>
            <a:ext cx="983065" cy="1684166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E28CA0B1-DA89-DC95-B1E5-859FA7EAD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495" y="1810708"/>
            <a:ext cx="861135" cy="12040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výberové zoznamy</a:t>
            </a:r>
          </a:p>
        </p:txBody>
      </p:sp>
      <p:sp>
        <p:nvSpPr>
          <p:cNvPr id="199" name="Google Shape;199;p2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HTML:</a:t>
            </a: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00" name="Google Shape;200;p2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16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68181F-7BBE-4C38-AE5D-E01F857A0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946" y="1996675"/>
            <a:ext cx="4108817" cy="220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CompOS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sk-SK" altLang="sk-SK" sz="1100" err="1">
                <a:solidFill>
                  <a:srgbClr val="174AD4"/>
                </a:solidFill>
                <a:latin typeface="Consolas" panose="020B0609020204030204" pitchFamily="49" charset="0"/>
              </a:rPr>
              <a:t>size</a:t>
            </a:r>
            <a:r>
              <a:rPr lang="sk-SK" altLang="sk-SK" sz="1100">
                <a:solidFill>
                  <a:srgbClr val="067D17"/>
                </a:solidFill>
                <a:latin typeface="Consolas" panose="020B0609020204030204" pitchFamily="49" charset="0"/>
              </a:rPr>
              <a:t>="7"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&gt;žiadny&lt;/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="Windows"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="win2000"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&gt;Windows 10&lt;/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winxp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&gt;Windows 7&lt;/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="Linux"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="rhl9"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Hat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Linux&lt;/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="fc3"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&gt;Fedora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Core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optgroup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E946072B-1B37-C9A2-535D-91FBF5EFC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226" y="2571750"/>
            <a:ext cx="1076475" cy="1409897"/>
          </a:xfrm>
          <a:prstGeom prst="rect">
            <a:avLst/>
          </a:prstGeom>
        </p:spPr>
      </p:pic>
      <p:pic>
        <p:nvPicPr>
          <p:cNvPr id="9" name="Obrázok 8" descr="Obrázok, na ktorom je ľudská tvár, text, snímka obrazovky, chlap&#10;&#10;Obsah vygenerovaný pomocou AI môže byť nesprávny.">
            <a:extLst>
              <a:ext uri="{FF2B5EF4-FFF2-40B4-BE49-F238E27FC236}">
                <a16:creationId xmlns:a16="http://schemas.microsoft.com/office/drawing/2014/main" id="{BA0CC3A7-5AC2-2637-3B76-AA4C5EC5C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64" y="1474184"/>
            <a:ext cx="2064986" cy="20649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F0611E-143C-4A81-9DC6-725F6B67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Autocomplete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4BD7E8C-FBAA-44E8-B31E-47FEA606B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758800"/>
          </a:xfrm>
        </p:spPr>
        <p:txBody>
          <a:bodyPr/>
          <a:lstStyle/>
          <a:p>
            <a:r>
              <a:rPr lang="sk-SK"/>
              <a:t>Značka </a:t>
            </a:r>
            <a:r>
              <a:rPr lang="sk-SK" sz="1400"/>
              <a:t>&lt;</a:t>
            </a:r>
            <a:r>
              <a:rPr lang="sk-SK" sz="1400" err="1">
                <a:latin typeface="Consolas" panose="020B0609020204030204" pitchFamily="49" charset="0"/>
              </a:rPr>
              <a:t>datalist</a:t>
            </a:r>
            <a:r>
              <a:rPr lang="sk-SK" sz="1400"/>
              <a:t>&gt;</a:t>
            </a:r>
          </a:p>
          <a:p>
            <a:pPr lvl="1"/>
            <a:r>
              <a:rPr lang="sk-SK"/>
              <a:t>Umožňuje dopĺňať text zoznamu písaním písmen zo začiatku riadku, alebo napísať vlastný text</a:t>
            </a:r>
          </a:p>
          <a:p>
            <a:r>
              <a:rPr lang="sk-SK"/>
              <a:t>Príklad	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6BCF5CD-E955-4FB7-A93E-BB4BA38B21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17</a:t>
            </a:fld>
            <a:endParaRPr lang="sk-SK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C55C7DE-4FF3-4E4D-BE78-EE723D7C9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4" y="2603583"/>
            <a:ext cx="3108543" cy="16244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browsers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browser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datalist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browsers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="Internet Explorer"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="Firefox"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="Chrome"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="Opera"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="Safari"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datalist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6FE1160B-C29A-430E-9AA8-91238A3C6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668" y="2594163"/>
            <a:ext cx="1545021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71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D5477E-1ABE-4204-A49A-E74423F5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Niektoré ďalšie atribúty formulárových prvkov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68B29A9-DF5B-4F91-B158-990D165DC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/>
              <a:t>Atribút </a:t>
            </a:r>
            <a:r>
              <a:rPr lang="en-US" sz="1400" err="1">
                <a:latin typeface="Consolas" panose="020B0609020204030204" pitchFamily="49" charset="0"/>
              </a:rPr>
              <a:t>readonly</a:t>
            </a:r>
            <a:endParaRPr lang="en-US" sz="1400">
              <a:latin typeface="Consolas" panose="020B0609020204030204" pitchFamily="49" charset="0"/>
            </a:endParaRPr>
          </a:p>
          <a:p>
            <a:pPr lvl="1"/>
            <a:r>
              <a:rPr lang="sk-SK"/>
              <a:t>Označený prvok je určený len čítanie</a:t>
            </a:r>
          </a:p>
          <a:p>
            <a:r>
              <a:rPr lang="sk-SK"/>
              <a:t>Atribút </a:t>
            </a:r>
            <a:r>
              <a:rPr lang="en-US" sz="1400">
                <a:latin typeface="Consolas" panose="020B0609020204030204" pitchFamily="49" charset="0"/>
              </a:rPr>
              <a:t>disabled</a:t>
            </a:r>
          </a:p>
          <a:p>
            <a:pPr lvl="1"/>
            <a:r>
              <a:rPr lang="sk-SK"/>
              <a:t>Prvok je blokovaný, hodnota sa nedá zmeniť (graficky inak zobrazený ako </a:t>
            </a:r>
            <a:r>
              <a:rPr lang="en-US" sz="1200" err="1">
                <a:latin typeface="Consolas" panose="020B0609020204030204" pitchFamily="49" charset="0"/>
              </a:rPr>
              <a:t>readonly</a:t>
            </a:r>
            <a:r>
              <a:rPr lang="sk-SK"/>
              <a:t>) </a:t>
            </a:r>
          </a:p>
          <a:p>
            <a:r>
              <a:rPr lang="sk-SK"/>
              <a:t>Atribút </a:t>
            </a:r>
            <a:r>
              <a:rPr lang="en-US" sz="1400">
                <a:latin typeface="Consolas" panose="020B0609020204030204" pitchFamily="49" charset="0"/>
              </a:rPr>
              <a:t>placeholder</a:t>
            </a:r>
          </a:p>
          <a:p>
            <a:pPr lvl="1"/>
            <a:r>
              <a:rPr lang="sk-SK"/>
              <a:t>Používa sa pri textových vstupoch</a:t>
            </a:r>
          </a:p>
          <a:p>
            <a:pPr lvl="1"/>
            <a:r>
              <a:rPr lang="sk-SK"/>
              <a:t>Obsahuje zvyčajne nejakú pomoc pre používateľa</a:t>
            </a:r>
          </a:p>
          <a:p>
            <a:r>
              <a:rPr lang="sk-SK"/>
              <a:t>Atribút </a:t>
            </a:r>
            <a:r>
              <a:rPr lang="en-US" sz="1400">
                <a:latin typeface="Consolas" panose="020B0609020204030204" pitchFamily="49" charset="0"/>
              </a:rPr>
              <a:t>autofocus</a:t>
            </a:r>
          </a:p>
          <a:p>
            <a:pPr lvl="1"/>
            <a:r>
              <a:rPr lang="sk-SK"/>
              <a:t>Prvok formulára, ktorý získa </a:t>
            </a:r>
            <a:r>
              <a:rPr lang="sk-SK" err="1"/>
              <a:t>fokus</a:t>
            </a:r>
            <a:r>
              <a:rPr lang="sk-SK"/>
              <a:t> pri zobrazení stránky</a:t>
            </a:r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97B96D8-2E50-463C-9DF7-849D701982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18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88967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F0CC14-F8F1-4278-A62D-485A30DA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Atribúty pre validáciu formulárov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61D472C-8978-4792-B5D9-67E0A1E5C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Atribút </a:t>
            </a:r>
            <a:r>
              <a:rPr lang="en-US" sz="1400">
                <a:latin typeface="Consolas" panose="020B0609020204030204" pitchFamily="49" charset="0"/>
              </a:rPr>
              <a:t>required</a:t>
            </a:r>
          </a:p>
          <a:p>
            <a:pPr lvl="1"/>
            <a:r>
              <a:rPr lang="sk-SK"/>
              <a:t>Overí sa, či je vyplnená hodnota a ak nie je, formulár nie možné odoslať</a:t>
            </a:r>
          </a:p>
          <a:p>
            <a:r>
              <a:rPr lang="sk-SK"/>
              <a:t>Atribút </a:t>
            </a:r>
            <a:r>
              <a:rPr lang="en-US" sz="1400">
                <a:latin typeface="Consolas" panose="020B0609020204030204" pitchFamily="49" charset="0"/>
              </a:rPr>
              <a:t>pattern</a:t>
            </a:r>
          </a:p>
          <a:p>
            <a:pPr lvl="1"/>
            <a:r>
              <a:rPr lang="sk-SK"/>
              <a:t>Pri niektorých prvkoch (email, </a:t>
            </a:r>
            <a:r>
              <a:rPr lang="sk-SK" err="1"/>
              <a:t>tel</a:t>
            </a:r>
            <a:r>
              <a:rPr lang="sk-SK"/>
              <a:t>, </a:t>
            </a:r>
            <a:r>
              <a:rPr lang="sk-SK" err="1"/>
              <a:t>url</a:t>
            </a:r>
            <a:r>
              <a:rPr lang="sk-SK"/>
              <a:t>, ...) určuje, v akom formáte má byť vstup</a:t>
            </a:r>
          </a:p>
          <a:p>
            <a:r>
              <a:rPr lang="sk-SK"/>
              <a:t>Atribúty </a:t>
            </a:r>
            <a:r>
              <a:rPr lang="sk-SK" sz="1400">
                <a:latin typeface="Consolas" panose="020B0609020204030204" pitchFamily="49" charset="0"/>
              </a:rPr>
              <a:t>min</a:t>
            </a:r>
            <a:r>
              <a:rPr lang="sk-SK"/>
              <a:t> a </a:t>
            </a:r>
            <a:r>
              <a:rPr lang="sk-SK" sz="1400">
                <a:latin typeface="Consolas" panose="020B0609020204030204" pitchFamily="49" charset="0"/>
              </a:rPr>
              <a:t>max</a:t>
            </a:r>
          </a:p>
          <a:p>
            <a:pPr lvl="1"/>
            <a:r>
              <a:rPr lang="sk-SK"/>
              <a:t>Pri niektorých prvkoch (číslo, rozsah, dátum, čas, ...) definuje hornú a dolnú hranicu</a:t>
            </a:r>
          </a:p>
          <a:p>
            <a:r>
              <a:rPr lang="sk-SK"/>
              <a:t>Atribút </a:t>
            </a:r>
            <a:r>
              <a:rPr lang="en-US" sz="1400" err="1">
                <a:latin typeface="Consolas" panose="020B0609020204030204" pitchFamily="49" charset="0"/>
              </a:rPr>
              <a:t>novalidate</a:t>
            </a:r>
            <a:endParaRPr lang="en-US" sz="1400">
              <a:latin typeface="Consolas" panose="020B0609020204030204" pitchFamily="49" charset="0"/>
            </a:endParaRPr>
          </a:p>
          <a:p>
            <a:pPr lvl="1"/>
            <a:r>
              <a:rPr lang="sk-SK"/>
              <a:t>Potlačuje vstavanú validáciu formuláru, používa sa pri značke </a:t>
            </a:r>
            <a:r>
              <a:rPr lang="en-US" sz="1200">
                <a:latin typeface="Consolas" panose="020B0609020204030204" pitchFamily="49" charset="0"/>
              </a:rPr>
              <a:t>form</a:t>
            </a:r>
            <a:r>
              <a:rPr lang="sk-SK"/>
              <a:t> </a:t>
            </a:r>
          </a:p>
          <a:p>
            <a:endParaRPr lang="sk-SK"/>
          </a:p>
          <a:p>
            <a:pPr lvl="1"/>
            <a:endParaRPr lang="sk-SK">
              <a:latin typeface="Consolas" panose="020B0609020204030204" pitchFamily="49" charset="0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980422D-305C-47CD-86D9-B0308F15E0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19</a:t>
            </a:fld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0E2C7A87-1813-4E33-A687-3268BD1C48F0}"/>
              </a:ext>
            </a:extLst>
          </p:cNvPr>
          <p:cNvSpPr txBox="1"/>
          <p:nvPr/>
        </p:nvSpPr>
        <p:spPr>
          <a:xfrm>
            <a:off x="4806616" y="4633454"/>
            <a:ext cx="38492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000">
                <a:latin typeface="Cabin" panose="020B0604020202020204"/>
              </a:rPr>
              <a:t>Príklady: </a:t>
            </a:r>
            <a:r>
              <a:rPr lang="sk-SK" sz="1000">
                <a:latin typeface="Cabin" panose="020B0604020202020204"/>
                <a:hlinkClick r:id="rId2"/>
              </a:rPr>
              <a:t>https://www.w3schools.com/html/html_form_attributes.asp</a:t>
            </a:r>
            <a:r>
              <a:rPr lang="sk-SK" sz="1000">
                <a:latin typeface="Cabin" panose="020B060402020202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8076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Priradenie menoviek k prvkom</a:t>
            </a:r>
          </a:p>
        </p:txBody>
      </p:sp>
      <p:sp>
        <p:nvSpPr>
          <p:cNvPr id="229" name="Google Shape;229;p3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Vylepšujú komfort používateľa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Vhodné napr. pre zaškrtávacie a prepínacie polia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Značka </a:t>
            </a:r>
            <a:r>
              <a:rPr lang="sk-SK" sz="1400">
                <a:latin typeface="Consolas" panose="020B0609020204030204" pitchFamily="49" charset="0"/>
              </a:rPr>
              <a:t>&lt;</a:t>
            </a:r>
            <a:r>
              <a:rPr lang="sk-SK" sz="1400" err="1">
                <a:solidFill>
                  <a:srgbClr val="0033B3"/>
                </a:solidFill>
                <a:latin typeface="Consolas" panose="020B0609020204030204" pitchFamily="49" charset="0"/>
                <a:cs typeface="Arial"/>
              </a:rPr>
              <a:t>label</a:t>
            </a:r>
            <a:r>
              <a:rPr lang="sk-SK" sz="1400">
                <a:latin typeface="Consolas" panose="020B0609020204030204" pitchFamily="49" charset="0"/>
              </a:rPr>
              <a:t>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Atribút </a:t>
            </a:r>
            <a:r>
              <a:rPr lang="sk-SK" sz="14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for</a:t>
            </a:r>
            <a:endParaRPr lang="sk-SK" sz="1400">
              <a:solidFill>
                <a:srgbClr val="0033B3"/>
              </a:solidFill>
              <a:latin typeface="Consolas" panose="020B0609020204030204" pitchFamily="49" charset="0"/>
              <a:cs typeface="Arial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Alebo uzavretie značky </a:t>
            </a:r>
            <a:r>
              <a:rPr lang="sk-SK" sz="1200">
                <a:latin typeface="Consolas" panose="020B0609020204030204" pitchFamily="49" charset="0"/>
                <a:ea typeface="Roboto Mono"/>
              </a:rPr>
              <a:t>&lt;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Arial"/>
              </a:rPr>
              <a:t>input</a:t>
            </a:r>
            <a:r>
              <a:rPr lang="sk-SK" sz="1200">
                <a:latin typeface="Consolas" panose="020B0609020204030204" pitchFamily="49" charset="0"/>
                <a:ea typeface="Roboto Mono"/>
              </a:rPr>
              <a:t>&gt;</a:t>
            </a:r>
            <a:r>
              <a:rPr lang="sk-SK"/>
              <a:t> do značky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&lt;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label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&gt;</a:t>
            </a:r>
            <a:endParaRPr lang="sk-SK" sz="120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Príklad: </a:t>
            </a:r>
            <a:br>
              <a:rPr lang="sk-SK"/>
            </a:br>
            <a:endParaRPr lang="sk-SK"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0" name="Google Shape;230;p3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20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5F45E5-02BA-44F2-82CB-31B8FDE1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681" y="3367246"/>
            <a:ext cx="3801041" cy="4664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="text"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759CF36D-C5C3-4E99-B4DE-96AA921C70C0}"/>
              </a:ext>
            </a:extLst>
          </p:cNvPr>
          <p:cNvSpPr txBox="1"/>
          <p:nvPr/>
        </p:nvSpPr>
        <p:spPr>
          <a:xfrm>
            <a:off x="4240404" y="4616883"/>
            <a:ext cx="44154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000">
                <a:latin typeface="Cabin" panose="020B0604020202020204"/>
              </a:rPr>
              <a:t>Príklad: </a:t>
            </a:r>
            <a:r>
              <a:rPr lang="sk-SK" sz="1000">
                <a:latin typeface="Cabin" panose="020B0604020202020204"/>
                <a:hlinkClick r:id="rId3"/>
              </a:rPr>
              <a:t>https://www.w3schools.com/html/tryit.asp?filename=tryhtml_form_text</a:t>
            </a:r>
            <a:r>
              <a:rPr lang="sk-SK" sz="1000">
                <a:latin typeface="Cabin" panose="020B0604020202020204"/>
              </a:rPr>
              <a:t> </a:t>
            </a:r>
          </a:p>
        </p:txBody>
      </p:sp>
      <p:pic>
        <p:nvPicPr>
          <p:cNvPr id="4" name="Obrázok 3" descr="Obrázok, na ktorom je text, animácia, hračka, animák&#10;&#10;Obsah vygenerovaný pomocou AI môže byť nesprávny.">
            <a:extLst>
              <a:ext uri="{FF2B5EF4-FFF2-40B4-BE49-F238E27FC236}">
                <a16:creationId xmlns:a16="http://schemas.microsoft.com/office/drawing/2014/main" id="{E62934DC-2203-A71E-55A6-8D9460ED6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725" y="2524991"/>
            <a:ext cx="25241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11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Definovanie štruktúry formulára</a:t>
            </a:r>
          </a:p>
        </p:txBody>
      </p:sp>
      <p:sp>
        <p:nvSpPr>
          <p:cNvPr id="236" name="Google Shape;236;p3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Značky 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&lt;</a:t>
            </a:r>
            <a:r>
              <a:rPr lang="sk-SK" sz="14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fieldset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  <a:r>
              <a:rPr lang="sk-SK"/>
              <a:t> a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</a:t>
            </a:r>
            <a:r>
              <a:rPr lang="sk-SK" sz="14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legend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&gt;</a:t>
            </a:r>
            <a:endParaRPr lang="sk-SK" sz="14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Atribút </a:t>
            </a:r>
            <a:r>
              <a:rPr lang="sk-SK" sz="1200" err="1">
                <a:solidFill>
                  <a:srgbClr val="0033B3"/>
                </a:solidFill>
                <a:latin typeface="Consolas" panose="020B0609020204030204" pitchFamily="49" charset="0"/>
                <a:cs typeface="Arial"/>
                <a:sym typeface="Roboto Mono"/>
              </a:rPr>
              <a:t>tabindex</a:t>
            </a:r>
            <a:endParaRPr lang="sk-SK" sz="1200">
              <a:solidFill>
                <a:srgbClr val="0033B3"/>
              </a:solidFill>
              <a:latin typeface="Consolas" panose="020B0609020204030204" pitchFamily="49" charset="0"/>
              <a:cs typeface="Arial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Príklad: </a:t>
            </a: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37" name="Google Shape;237;p3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21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84C5A4-8B39-4DBB-8EF0-8E431E4A6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94" y="2527855"/>
            <a:ext cx="5416868" cy="12384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&gt;Osobné informácie&lt;/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Krstné meno: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krstne_meno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="text"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tabindex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="1"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Priezvisko: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="priezvisko"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="text"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tabindex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="2"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Addresa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="adresa"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="text"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tabindex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="3"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E1B92028-4D94-40D4-AD1F-BE6D8D45B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4" y="3869980"/>
            <a:ext cx="6744284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26E19D-8A00-DB6F-0848-9A988588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Otázka 1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B786C71-C6DB-03F5-A868-FA2DFFF43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https://www.fri.uniza.sk/cms/quizzes/questions/qr/19</a:t>
            </a:r>
            <a:endParaRPr lang="sk-SK"/>
          </a:p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A6F6462-3A41-0E56-1A3F-E559AF92BD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22</a:t>
            </a:fld>
            <a:endParaRPr lang="en-GB"/>
          </a:p>
        </p:txBody>
      </p:sp>
      <p:pic>
        <p:nvPicPr>
          <p:cNvPr id="6" name="Obrázok 5" descr="Obrázok, na ktorom je vnútri, ľudská tvár, osoba, poháre&#10;&#10;Obsah vygenerovaný pomocou AI môže byť nesprávny.">
            <a:extLst>
              <a:ext uri="{FF2B5EF4-FFF2-40B4-BE49-F238E27FC236}">
                <a16:creationId xmlns:a16="http://schemas.microsoft.com/office/drawing/2014/main" id="{2353BF8A-AF32-DE78-BD38-72D932EDF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526" y="2069572"/>
            <a:ext cx="3938155" cy="294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5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Prenos dát z formulára na server</a:t>
            </a:r>
          </a:p>
        </p:txBody>
      </p:sp>
      <p:sp>
        <p:nvSpPr>
          <p:cNvPr id="244" name="Google Shape;244;p32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35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Dáta sú prenášané pomocou HTTP</a:t>
            </a:r>
            <a:br>
              <a:rPr lang="sk-SK"/>
            </a:br>
            <a:r>
              <a:rPr lang="sk-SK"/>
              <a:t>  		     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GET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/>
              <a:t>(v URL)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HTTP metódy</a:t>
            </a:r>
          </a:p>
          <a:p>
            <a:pPr marL="457200" lvl="0" indent="45720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POST</a:t>
            </a:r>
            <a:r>
              <a:rPr lang="sk-SK"/>
              <a:t> (v tele žiadosti)</a:t>
            </a:r>
            <a:br>
              <a:rPr lang="sk-SK"/>
            </a:br>
            <a:endParaRPr lang="sk-SK" sz="600"/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Používané je tzv. URL kódovanie dát: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MIME type: 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application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/x-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www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-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form-urlencoded</a:t>
            </a:r>
            <a:endParaRPr lang="sk-SK" sz="1200">
              <a:latin typeface="Consolas" panose="020B0609020204030204" pitchFamily="49" charset="0"/>
              <a:ea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Prvky formulára sa pospájajú znakom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&amp;</a:t>
            </a:r>
            <a:endParaRPr lang="sk-SK" sz="120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Medzery sa nahradia znakom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+</a:t>
            </a:r>
            <a:endParaRPr lang="sk-SK" sz="120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Niektoré znaky (mimo alfanumerických) sa zakódujú: napr. znak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Á</a:t>
            </a:r>
            <a:r>
              <a:rPr lang="sk-SK"/>
              <a:t>  je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%E1</a:t>
            </a:r>
            <a:r>
              <a:rPr lang="sk-SK"/>
              <a:t>, znak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sk-SK"/>
              <a:t>  je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%2F</a:t>
            </a:r>
            <a:endParaRPr lang="sk-SK" sz="1200">
              <a:latin typeface="Consolas" panose="020B0609020204030204" pitchFamily="49" charset="0"/>
            </a:endParaRPr>
          </a:p>
        </p:txBody>
      </p:sp>
      <p:sp>
        <p:nvSpPr>
          <p:cNvPr id="245" name="Google Shape;245;p3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23</a:t>
            </a:fld>
            <a:endParaRPr lang="sk-SK"/>
          </a:p>
        </p:txBody>
      </p:sp>
      <p:cxnSp>
        <p:nvCxnSpPr>
          <p:cNvPr id="246" name="Google Shape;246;p32"/>
          <p:cNvCxnSpPr/>
          <p:nvPr/>
        </p:nvCxnSpPr>
        <p:spPr>
          <a:xfrm rot="10800000" flipH="1">
            <a:off x="2125868" y="2263575"/>
            <a:ext cx="424200" cy="21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p32"/>
          <p:cNvCxnSpPr/>
          <p:nvPr/>
        </p:nvCxnSpPr>
        <p:spPr>
          <a:xfrm>
            <a:off x="2125868" y="2482276"/>
            <a:ext cx="424200" cy="21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Príklad: HTML formulár</a:t>
            </a:r>
          </a:p>
        </p:txBody>
      </p:sp>
      <p:sp>
        <p:nvSpPr>
          <p:cNvPr id="253" name="Google Shape;253;p3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HTML: 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lang="sk-SK"/>
          </a:p>
        </p:txBody>
      </p:sp>
      <p:sp>
        <p:nvSpPr>
          <p:cNvPr id="254" name="Google Shape;254;p3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24</a:t>
            </a:fld>
            <a:endParaRPr lang="sk-SK"/>
          </a:p>
        </p:txBody>
      </p:sp>
      <p:pic>
        <p:nvPicPr>
          <p:cNvPr id="2" name="Obrázok 1">
            <a:extLst>
              <a:ext uri="{FF2B5EF4-FFF2-40B4-BE49-F238E27FC236}">
                <a16:creationId xmlns:a16="http://schemas.microsoft.com/office/drawing/2014/main" id="{98ADC026-EA2F-4508-86F1-69E6B6470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873" y="2287856"/>
            <a:ext cx="1973751" cy="97544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9E330A9-E958-44B1-BC3E-7095D384D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09" y="2031004"/>
            <a:ext cx="4878259" cy="16244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="get"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Meno: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="text"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="meno"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Adresa: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="text"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="adresa"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Pohlavie: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radio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="pohlavie"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="muž"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&gt;muž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radio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="pohlavie"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="žena"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&gt;žena&lt;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="Odoslať formulár"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Odoslanie dát z formulára</a:t>
            </a:r>
          </a:p>
        </p:txBody>
      </p:sp>
      <p:sp>
        <p:nvSpPr>
          <p:cNvPr id="261" name="Google Shape;261;p34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705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HTTP požiadavka odoslaná z prehliadača:</a:t>
            </a:r>
          </a:p>
          <a:p>
            <a:pPr marL="127000" lvl="0" indent="0" algn="l" rtl="0">
              <a:spcBef>
                <a:spcPts val="300"/>
              </a:spcBef>
              <a:spcAft>
                <a:spcPts val="0"/>
              </a:spcAft>
              <a:buSzPts val="1600"/>
              <a:buNone/>
            </a:pP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1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GET /</a:t>
            </a:r>
            <a:r>
              <a:rPr lang="sk-SK" sz="11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index.php?meno</a:t>
            </a:r>
            <a:r>
              <a:rPr lang="sk-SK" sz="11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=J%E1n+Nov%FD&amp;adresa=%8Eitn%E1+45%2F79&amp;pohlavie=mu%9E HTTP/1.1</a:t>
            </a:r>
            <a:br>
              <a:rPr lang="sk-SK" sz="11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...</a:t>
            </a:r>
            <a:r>
              <a:rPr lang="sk-SK" sz="1100">
                <a:latin typeface="Consolas" panose="020B0609020204030204" pitchFamily="49" charset="0"/>
              </a:rPr>
              <a:t>    </a:t>
            </a: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HTTP požiadavka odoslaná z prehliadača (Zmena atribútu </a:t>
            </a:r>
            <a:r>
              <a:rPr lang="en-US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method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="post"</a:t>
            </a:r>
            <a:r>
              <a:rPr lang="sk-SK"/>
              <a:t> v značke </a:t>
            </a:r>
            <a:r>
              <a:rPr lang="en-US" sz="1400">
                <a:latin typeface="Consolas" panose="020B0609020204030204" pitchFamily="49" charset="0"/>
                <a:ea typeface="Roboto Mono"/>
                <a:sym typeface="Roboto Mono"/>
              </a:rPr>
              <a:t>form</a:t>
            </a:r>
            <a:r>
              <a:rPr lang="sk-SK">
                <a:sym typeface="Roboto Mono"/>
              </a:rPr>
              <a:t>)</a:t>
            </a:r>
            <a:endParaRPr lang="sk-SK"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/>
              <a:t>  </a:t>
            </a:r>
            <a:r>
              <a:rPr lang="sk-SK" sz="1100">
                <a:latin typeface="Consolas" panose="020B0609020204030204" pitchFamily="49" charset="0"/>
                <a:ea typeface="Roboto Mono"/>
              </a:rPr>
              <a:t>     </a:t>
            </a: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POST /</a:t>
            </a:r>
            <a:r>
              <a:rPr lang="sk-SK" sz="1100" err="1">
                <a:latin typeface="Consolas" panose="020B0609020204030204" pitchFamily="49" charset="0"/>
                <a:ea typeface="Roboto Mono"/>
                <a:sym typeface="Roboto Mono"/>
              </a:rPr>
              <a:t>index.php</a:t>
            </a: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 HTTP/1.1</a:t>
            </a: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      ...</a:t>
            </a: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      </a:t>
            </a:r>
            <a:r>
              <a:rPr lang="sk-SK" sz="1100" err="1">
                <a:latin typeface="Consolas" panose="020B0609020204030204" pitchFamily="49" charset="0"/>
                <a:ea typeface="Roboto Mono"/>
                <a:sym typeface="Roboto Mono"/>
              </a:rPr>
              <a:t>Content</a:t>
            </a: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-Type: </a:t>
            </a:r>
            <a:r>
              <a:rPr lang="sk-SK" sz="1100" err="1">
                <a:latin typeface="Consolas" panose="020B0609020204030204" pitchFamily="49" charset="0"/>
                <a:ea typeface="Roboto Mono"/>
                <a:sym typeface="Roboto Mono"/>
              </a:rPr>
              <a:t>application</a:t>
            </a: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/x-</a:t>
            </a:r>
            <a:r>
              <a:rPr lang="sk-SK" sz="1100" err="1">
                <a:latin typeface="Consolas" panose="020B0609020204030204" pitchFamily="49" charset="0"/>
                <a:ea typeface="Roboto Mono"/>
                <a:sym typeface="Roboto Mono"/>
              </a:rPr>
              <a:t>www</a:t>
            </a: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-</a:t>
            </a:r>
            <a:r>
              <a:rPr lang="sk-SK" sz="1100" err="1">
                <a:latin typeface="Consolas" panose="020B0609020204030204" pitchFamily="49" charset="0"/>
                <a:ea typeface="Roboto Mono"/>
                <a:sym typeface="Roboto Mono"/>
              </a:rPr>
              <a:t>form-urlencoded</a:t>
            </a:r>
            <a:endParaRPr lang="sk-SK" sz="1100">
              <a:latin typeface="Consolas" panose="020B0609020204030204" pitchFamily="49" charset="0"/>
              <a:ea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      </a:t>
            </a:r>
            <a:r>
              <a:rPr lang="sk-SK" sz="1100" err="1">
                <a:latin typeface="Consolas" panose="020B0609020204030204" pitchFamily="49" charset="0"/>
                <a:ea typeface="Roboto Mono"/>
                <a:sym typeface="Roboto Mono"/>
              </a:rPr>
              <a:t>Content-Length</a:t>
            </a: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: 59</a:t>
            </a: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     </a:t>
            </a: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>
                <a:latin typeface="Consolas" panose="020B0609020204030204" pitchFamily="49" charset="0"/>
                <a:ea typeface="Roboto Mono"/>
                <a:sym typeface="Roboto Mono"/>
              </a:rPr>
              <a:t>      meno=J%E1n+Nov%E1k&amp;adresa=%8Eitn%E1+45%2F79&amp;pohlavie=mu%9E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62" name="Google Shape;262;p3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25</a:t>
            </a:fld>
            <a:endParaRPr lang="sk-SK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Porovnanie metód </a:t>
            </a:r>
            <a:r>
              <a:rPr lang="sk-SK" sz="28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get</a:t>
            </a:r>
            <a:r>
              <a:rPr lang="sk-SK"/>
              <a:t> a </a:t>
            </a:r>
            <a:r>
              <a:rPr lang="sk-SK" sz="2800">
                <a:latin typeface="Consolas" panose="020B0609020204030204" pitchFamily="49" charset="0"/>
                <a:ea typeface="Roboto Mono"/>
                <a:sym typeface="Roboto Mono"/>
              </a:rPr>
              <a:t>post</a:t>
            </a:r>
            <a:endParaRPr lang="sk-SK" sz="2800">
              <a:latin typeface="Consolas" panose="020B0609020204030204" pitchFamily="49" charset="0"/>
              <a:ea typeface="Roboto Mono"/>
            </a:endParaRPr>
          </a:p>
        </p:txBody>
      </p:sp>
      <p:sp>
        <p:nvSpPr>
          <p:cNvPr id="268" name="Google Shape;268;p35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Metóda </a:t>
            </a:r>
            <a:r>
              <a:rPr lang="sk-SK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GET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Posielanie dát v URL adrese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Obmedzené množstvo dát (max. 2048 znakov)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Nie je možné posielať súbory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Umožňuje posielanie odkazov napr. mailom a vytváranie záložiek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Hodnoty prvkov je vidieť priamo v URL (neposielať heslá a pod.)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Metóda </a:t>
            </a:r>
            <a:r>
              <a:rPr lang="sk-SK">
                <a:latin typeface="Consolas" panose="020B0609020204030204" pitchFamily="49" charset="0"/>
                <a:ea typeface="Roboto Mono"/>
                <a:sym typeface="Roboto Mono"/>
              </a:rPr>
              <a:t>POST</a:t>
            </a:r>
            <a:endParaRPr lang="sk-SK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Posielanie dát v tele požiadavky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Väčšie objemy dát (limity napr. v konfigurácii PHP)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Dajú sa posielať aj súbory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Nie je vidieť hodnoty prvkov v URL (vhodné pre prihlasovanie)</a:t>
            </a:r>
          </a:p>
        </p:txBody>
      </p:sp>
      <p:sp>
        <p:nvSpPr>
          <p:cNvPr id="269" name="Google Shape;269;p3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26</a:t>
            </a:fld>
            <a:endParaRPr lang="sk-SK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Prehľad superglobálnych polí</a:t>
            </a:r>
          </a:p>
        </p:txBody>
      </p:sp>
      <p:sp>
        <p:nvSpPr>
          <p:cNvPr id="290" name="Google Shape;290;p40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42616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$_SESSION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/>
              <a:t>– </a:t>
            </a:r>
            <a:r>
              <a:rPr lang="en-US" i="1"/>
              <a:t>session</a:t>
            </a:r>
            <a:r>
              <a:rPr lang="sk-SK"/>
              <a:t> premenné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 b="1">
                <a:latin typeface="Consolas" panose="020B0609020204030204" pitchFamily="49" charset="0"/>
                <a:ea typeface="Roboto Mono"/>
                <a:sym typeface="Roboto Mono"/>
              </a:rPr>
              <a:t>$_GET</a:t>
            </a:r>
            <a:r>
              <a:rPr lang="sk-SK" b="1">
                <a:sym typeface="Roboto Mono"/>
              </a:rPr>
              <a:t> </a:t>
            </a:r>
            <a:r>
              <a:rPr lang="sk-SK"/>
              <a:t>– prvky formulárov zaslaných metódou GET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 b="1">
                <a:latin typeface="Consolas" panose="020B0609020204030204" pitchFamily="49" charset="0"/>
                <a:ea typeface="Roboto Mono"/>
                <a:sym typeface="Roboto Mono"/>
              </a:rPr>
              <a:t>$_POST</a:t>
            </a:r>
            <a:r>
              <a:rPr lang="sk-SK" b="1"/>
              <a:t> </a:t>
            </a:r>
            <a:r>
              <a:rPr lang="sk-SK"/>
              <a:t>– prvky formulárov zaslaných metódou POST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 b="1">
                <a:latin typeface="Roboto Mono"/>
                <a:ea typeface="Roboto Mono"/>
                <a:cs typeface="Roboto Mono"/>
                <a:sym typeface="Roboto Mono"/>
              </a:rPr>
              <a:t>$_</a:t>
            </a:r>
            <a:r>
              <a:rPr lang="sk-SK" sz="1400" b="1">
                <a:latin typeface="Consolas" panose="020B0609020204030204" pitchFamily="49" charset="0"/>
                <a:ea typeface="Roboto Mono"/>
                <a:sym typeface="Roboto Mono"/>
              </a:rPr>
              <a:t>REQUEST</a:t>
            </a:r>
            <a:r>
              <a:rPr lang="sk-SK" b="1"/>
              <a:t> </a:t>
            </a:r>
            <a:r>
              <a:rPr lang="sk-SK"/>
              <a:t>– prvky formulárov bez ohľadu na metódu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 b="1">
                <a:latin typeface="Consolas" panose="020B0609020204030204" pitchFamily="49" charset="0"/>
                <a:ea typeface="Roboto Mono"/>
                <a:sym typeface="Roboto Mono"/>
              </a:rPr>
              <a:t>$_FILES</a:t>
            </a:r>
            <a:r>
              <a:rPr lang="sk-SK" b="1">
                <a:sym typeface="Roboto Mono"/>
              </a:rPr>
              <a:t> </a:t>
            </a:r>
            <a:r>
              <a:rPr lang="sk-SK"/>
              <a:t>– pole s informáciami o odoslaní (</a:t>
            </a:r>
            <a:r>
              <a:rPr lang="sk-SK" i="1" err="1"/>
              <a:t>upload</a:t>
            </a:r>
            <a:r>
              <a:rPr lang="sk-SK"/>
              <a:t>) súborov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$_COOKIE</a:t>
            </a:r>
            <a:r>
              <a:rPr lang="sk-SK"/>
              <a:t> –  zoznam </a:t>
            </a:r>
            <a:r>
              <a:rPr lang="sk-SK" err="1"/>
              <a:t>Cookies</a:t>
            </a: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$_SERVER</a:t>
            </a:r>
            <a:r>
              <a:rPr lang="sk-SK"/>
              <a:t> – informácie o serveri a ostatné potrebné premenné pre spustenie skriptu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$_ENV</a:t>
            </a:r>
            <a:r>
              <a:rPr lang="sk-SK"/>
              <a:t> – systémové premenné (z OS)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$GLOBALS</a:t>
            </a:r>
            <a:r>
              <a:rPr lang="sk-SK">
                <a:sym typeface="Roboto Mono"/>
              </a:rPr>
              <a:t> </a:t>
            </a:r>
            <a:r>
              <a:rPr lang="sk-SK"/>
              <a:t>– obsahuje všetky globálne premenné v skripte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Použitie napr. vo funkciách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Char char="○"/>
            </a:pPr>
            <a:r>
              <a:rPr lang="sk-SK">
                <a:solidFill>
                  <a:srgbClr val="FF0000"/>
                </a:solidFill>
              </a:rPr>
              <a:t>NEPOUŽÍVAJTE GLOBÁLNE PREMENNÉ !</a:t>
            </a:r>
            <a:endParaRPr lang="sk-SK"/>
          </a:p>
        </p:txBody>
      </p:sp>
      <p:sp>
        <p:nvSpPr>
          <p:cNvPr id="291" name="Google Shape;291;p4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27</a:t>
            </a:fld>
            <a:endParaRPr lang="sk-SK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spracovanie formulárov</a:t>
            </a:r>
          </a:p>
        </p:txBody>
      </p:sp>
      <p:sp>
        <p:nvSpPr>
          <p:cNvPr id="282" name="Google Shape;282;p37"/>
          <p:cNvSpPr txBox="1">
            <a:spLocks noGrp="1"/>
          </p:cNvSpPr>
          <p:nvPr>
            <p:ph type="body" idx="1"/>
          </p:nvPr>
        </p:nvSpPr>
        <p:spPr>
          <a:xfrm>
            <a:off x="435900" y="1694975"/>
            <a:ext cx="43896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HTML (</a:t>
            </a:r>
            <a:r>
              <a:rPr lang="sk-SK" sz="1400">
                <a:latin typeface="Consolas" panose="020B0609020204030204" pitchFamily="49" charset="0"/>
                <a:cs typeface="Courier New" panose="02070309020205020404" pitchFamily="49" charset="0"/>
              </a:rPr>
              <a:t>form.html</a:t>
            </a:r>
            <a:r>
              <a:rPr lang="sk-SK"/>
              <a:t>):</a:t>
            </a:r>
            <a:br>
              <a:rPr lang="sk-SK"/>
            </a:br>
            <a:endParaRPr lang="sk-SK"/>
          </a:p>
        </p:txBody>
      </p:sp>
      <p:sp>
        <p:nvSpPr>
          <p:cNvPr id="283" name="Google Shape;283;p3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28</a:t>
            </a:fld>
            <a:endParaRPr lang="sk-SK"/>
          </a:p>
        </p:txBody>
      </p:sp>
      <p:sp>
        <p:nvSpPr>
          <p:cNvPr id="284" name="Google Shape;284;p37"/>
          <p:cNvSpPr txBox="1">
            <a:spLocks noGrp="1"/>
          </p:cNvSpPr>
          <p:nvPr>
            <p:ph type="body" idx="1"/>
          </p:nvPr>
        </p:nvSpPr>
        <p:spPr>
          <a:xfrm>
            <a:off x="5366039" y="2477284"/>
            <a:ext cx="359055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PHP (</a:t>
            </a:r>
            <a:r>
              <a:rPr lang="sk-SK" sz="1400" err="1">
                <a:latin typeface="Consolas" panose="020B0609020204030204" pitchFamily="49" charset="0"/>
                <a:cs typeface="Courier New" panose="02070309020205020404" pitchFamily="49" charset="0"/>
              </a:rPr>
              <a:t>do.php</a:t>
            </a:r>
            <a:r>
              <a:rPr lang="sk-SK"/>
              <a:t>):</a:t>
            </a:r>
            <a:br>
              <a:rPr lang="sk-SK"/>
            </a:br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3B7C5-1079-4A36-B511-880FC7499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2030763"/>
            <a:ext cx="3647152" cy="2396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do.php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="post"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="text"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Language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multiple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languages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[]"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eng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&gt;English&lt;/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ger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German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svk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&gt;Slovak&lt;/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C5EBB8-E792-4E10-8875-317208E13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6701" y="2825574"/>
            <a:ext cx="2492990" cy="18174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echo $_REQUEST["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"]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1" u="none" strike="noStrike" cap="none" normalizeH="0" baseline="0">
              <a:ln>
                <a:noFill/>
              </a:ln>
              <a:solidFill>
                <a:srgbClr val="8C8C8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langs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languages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echo $_REQUEST["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languages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"]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1" u="none" strike="noStrike" cap="none" normalizeH="0" baseline="0">
              <a:ln>
                <a:noFill/>
              </a:ln>
              <a:solidFill>
                <a:srgbClr val="8C8C8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langs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"&lt;BR&gt;"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Obrázok 4" descr="Obrázok, na ktorom je ošatenie, ľudská tvár, osoba, dôchodca&#10;&#10;Obsah vygenerovaný pomocou AI môže byť nesprávny.">
            <a:extLst>
              <a:ext uri="{FF2B5EF4-FFF2-40B4-BE49-F238E27FC236}">
                <a16:creationId xmlns:a16="http://schemas.microsoft.com/office/drawing/2014/main" id="{1747FF8A-DAB1-3696-FB03-16AE6AA48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50" y="686034"/>
            <a:ext cx="20955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9836D7-5AFC-E5E0-BDFF-C2696773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Spracovanie formulárov vo FW </a:t>
            </a:r>
            <a:r>
              <a:rPr lang="sk-SK" err="1"/>
              <a:t>Vaííčko</a:t>
            </a:r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5D09905-7E97-B15D-C6D8-70AC4479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V kontroléri je dostupná inštancia triedy </a:t>
            </a:r>
            <a:r>
              <a:rPr lang="sk-SK" sz="1400" err="1">
                <a:latin typeface="Consolas" panose="020B0609020204030204" pitchFamily="49" charset="0"/>
              </a:rPr>
              <a:t>Request</a:t>
            </a:r>
            <a:r>
              <a:rPr lang="sk-SK"/>
              <a:t>  (ako parameter akcie)</a:t>
            </a:r>
          </a:p>
          <a:p>
            <a:r>
              <a:rPr lang="sk-SK"/>
              <a:t>Je možné použiť tieto metódy:</a:t>
            </a:r>
          </a:p>
          <a:p>
            <a:pPr lvl="1"/>
            <a:r>
              <a:rPr lang="sk-SK" sz="1200"/>
              <a:t>Metóda $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 sz="1200">
                <a:latin typeface="Consolas" panose="020B0609020204030204" pitchFamily="49" charset="0"/>
              </a:rPr>
              <a:t>-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>
                <a:latin typeface="Consolas" panose="020B0609020204030204" pitchFamily="49" charset="0"/>
              </a:rPr>
              <a:t>post</a:t>
            </a:r>
            <a:r>
              <a:rPr lang="en-US" sz="1200">
                <a:latin typeface="Consolas" panose="020B0609020204030204" pitchFamily="49" charset="0"/>
              </a:rPr>
              <a:t>()</a:t>
            </a:r>
            <a:r>
              <a:rPr lang="en-US" sz="1200"/>
              <a:t> </a:t>
            </a:r>
            <a:r>
              <a:rPr lang="sk-SK" sz="1200"/>
              <a:t>vráti pole </a:t>
            </a:r>
            <a:r>
              <a:rPr lang="en-US" sz="1200">
                <a:latin typeface="Consolas" panose="020B0609020204030204" pitchFamily="49" charset="0"/>
              </a:rPr>
              <a:t>$_POST</a:t>
            </a:r>
            <a:r>
              <a:rPr lang="sk-SK" sz="1200"/>
              <a:t>, $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 sz="1200">
                <a:latin typeface="Consolas" panose="020B0609020204030204" pitchFamily="49" charset="0"/>
              </a:rPr>
              <a:t>-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>
                <a:latin typeface="Consolas" panose="020B0609020204030204" pitchFamily="49" charset="0"/>
              </a:rPr>
              <a:t>post</a:t>
            </a:r>
            <a:r>
              <a:rPr lang="en-US" sz="1200">
                <a:latin typeface="Consolas" panose="020B0609020204030204" pitchFamily="49" charset="0"/>
              </a:rPr>
              <a:t>(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key</a:t>
            </a:r>
            <a:r>
              <a:rPr lang="en-US" sz="1200">
                <a:latin typeface="Consolas" panose="020B0609020204030204" pitchFamily="49" charset="0"/>
              </a:rPr>
              <a:t>)</a:t>
            </a:r>
            <a:r>
              <a:rPr lang="en-US" sz="1200"/>
              <a:t> </a:t>
            </a:r>
            <a:r>
              <a:rPr lang="sk-SK" sz="1200"/>
              <a:t>vráti konkrétnu hodnotu</a:t>
            </a:r>
            <a:endParaRPr lang="en-US" sz="1200"/>
          </a:p>
          <a:p>
            <a:pPr lvl="1"/>
            <a:r>
              <a:rPr lang="sk-SK" sz="1200"/>
              <a:t>Metóda $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 sz="1200">
                <a:latin typeface="Consolas" panose="020B0609020204030204" pitchFamily="49" charset="0"/>
              </a:rPr>
              <a:t>-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>
                <a:latin typeface="Consolas" panose="020B0609020204030204" pitchFamily="49" charset="0"/>
              </a:rPr>
              <a:t>get</a:t>
            </a:r>
            <a:r>
              <a:rPr lang="en-US" sz="1200">
                <a:latin typeface="Consolas" panose="020B0609020204030204" pitchFamily="49" charset="0"/>
              </a:rPr>
              <a:t>()</a:t>
            </a:r>
            <a:r>
              <a:rPr lang="en-US" sz="1200"/>
              <a:t> </a:t>
            </a:r>
            <a:r>
              <a:rPr lang="sk-SK" sz="1200"/>
              <a:t>vráti pole </a:t>
            </a:r>
            <a:r>
              <a:rPr lang="en-US" sz="1200">
                <a:latin typeface="Consolas" panose="020B0609020204030204" pitchFamily="49" charset="0"/>
              </a:rPr>
              <a:t>$_GET</a:t>
            </a:r>
            <a:r>
              <a:rPr lang="sk-SK" sz="1200"/>
              <a:t> , $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 sz="1200">
                <a:latin typeface="Consolas" panose="020B0609020204030204" pitchFamily="49" charset="0"/>
              </a:rPr>
              <a:t>-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>
                <a:latin typeface="Consolas" panose="020B0609020204030204" pitchFamily="49" charset="0"/>
              </a:rPr>
              <a:t>get</a:t>
            </a:r>
            <a:r>
              <a:rPr lang="en-US" sz="1200">
                <a:latin typeface="Consolas" panose="020B0609020204030204" pitchFamily="49" charset="0"/>
              </a:rPr>
              <a:t>(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key</a:t>
            </a:r>
            <a:r>
              <a:rPr lang="en-US" sz="1200">
                <a:latin typeface="Consolas" panose="020B0609020204030204" pitchFamily="49" charset="0"/>
              </a:rPr>
              <a:t>)</a:t>
            </a:r>
            <a:r>
              <a:rPr lang="en-US" sz="1200"/>
              <a:t> </a:t>
            </a:r>
            <a:r>
              <a:rPr lang="sk-SK" sz="1200"/>
              <a:t>vráti konkrétnu hodnotu</a:t>
            </a:r>
            <a:endParaRPr lang="en-US" sz="1200">
              <a:latin typeface="Consolas" panose="020B0609020204030204" pitchFamily="49" charset="0"/>
            </a:endParaRPr>
          </a:p>
          <a:p>
            <a:pPr lvl="1"/>
            <a:r>
              <a:rPr lang="en-US" sz="1200"/>
              <a:t>Met</a:t>
            </a:r>
            <a:r>
              <a:rPr lang="sk-SK" sz="1200"/>
              <a:t>óda $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 sz="1200">
                <a:latin typeface="Consolas" panose="020B0609020204030204" pitchFamily="49" charset="0"/>
              </a:rPr>
              <a:t>-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 err="1">
                <a:latin typeface="Consolas" panose="020B0609020204030204" pitchFamily="49" charset="0"/>
              </a:rPr>
              <a:t>value</a:t>
            </a:r>
            <a:r>
              <a:rPr lang="en-US" sz="1200">
                <a:latin typeface="Consolas" panose="020B0609020204030204" pitchFamily="49" charset="0"/>
              </a:rPr>
              <a:t>(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key</a:t>
            </a:r>
            <a:r>
              <a:rPr lang="en-US" sz="1200">
                <a:latin typeface="Consolas" panose="020B0609020204030204" pitchFamily="49" charset="0"/>
              </a:rPr>
              <a:t>)</a:t>
            </a:r>
            <a:r>
              <a:rPr lang="sk-SK" sz="1200"/>
              <a:t> vráti jednu hodnotu podľa parametra bez ohľadu na </a:t>
            </a:r>
            <a:r>
              <a:rPr lang="sk-SK" sz="1200">
                <a:latin typeface="Consolas" panose="020B0609020204030204" pitchFamily="49" charset="0"/>
              </a:rPr>
              <a:t>GET</a:t>
            </a:r>
            <a:r>
              <a:rPr lang="sk-SK" sz="1200"/>
              <a:t>/</a:t>
            </a:r>
            <a:r>
              <a:rPr lang="sk-SK" sz="1200">
                <a:latin typeface="Consolas" panose="020B0609020204030204" pitchFamily="49" charset="0"/>
              </a:rPr>
              <a:t>POST</a:t>
            </a:r>
          </a:p>
          <a:p>
            <a:pPr lvl="1"/>
            <a:r>
              <a:rPr lang="en-US" sz="1200"/>
              <a:t>Met</a:t>
            </a:r>
            <a:r>
              <a:rPr lang="sk-SK" sz="1200"/>
              <a:t>óda $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 sz="1200">
                <a:latin typeface="Consolas" panose="020B0609020204030204" pitchFamily="49" charset="0"/>
              </a:rPr>
              <a:t>-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 err="1">
                <a:latin typeface="Consolas" panose="020B0609020204030204" pitchFamily="49" charset="0"/>
              </a:rPr>
              <a:t>file</a:t>
            </a:r>
            <a:r>
              <a:rPr lang="en-US" sz="1200">
                <a:latin typeface="Consolas" panose="020B0609020204030204" pitchFamily="49" charset="0"/>
              </a:rPr>
              <a:t>(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key</a:t>
            </a:r>
            <a:r>
              <a:rPr lang="en-US" sz="1200">
                <a:latin typeface="Consolas" panose="020B0609020204030204" pitchFamily="49" charset="0"/>
              </a:rPr>
              <a:t>)</a:t>
            </a:r>
            <a:r>
              <a:rPr lang="sk-SK" sz="1200"/>
              <a:t> vráti súbor podľa zadaného parametra</a:t>
            </a:r>
          </a:p>
          <a:p>
            <a:pPr lvl="1"/>
            <a:r>
              <a:rPr lang="en-US" sz="1200"/>
              <a:t>Met</a:t>
            </a:r>
            <a:r>
              <a:rPr lang="sk-SK" sz="1200"/>
              <a:t>óda $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 sz="1200">
                <a:latin typeface="Consolas" panose="020B0609020204030204" pitchFamily="49" charset="0"/>
              </a:rPr>
              <a:t>-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 err="1">
                <a:latin typeface="Consolas" panose="020B0609020204030204" pitchFamily="49" charset="0"/>
              </a:rPr>
              <a:t>hasValue</a:t>
            </a:r>
            <a:r>
              <a:rPr lang="en-US" sz="1200">
                <a:latin typeface="Consolas" panose="020B0609020204030204" pitchFamily="49" charset="0"/>
              </a:rPr>
              <a:t>(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key</a:t>
            </a:r>
            <a:r>
              <a:rPr lang="en-US" sz="1200">
                <a:latin typeface="Consolas" panose="020B0609020204030204" pitchFamily="49" charset="0"/>
              </a:rPr>
              <a:t>)</a:t>
            </a:r>
            <a:r>
              <a:rPr lang="sk-SK" sz="1200"/>
              <a:t> vráti </a:t>
            </a:r>
            <a:r>
              <a:rPr lang="sk-SK" sz="1200" err="1"/>
              <a:t>true</a:t>
            </a:r>
            <a:r>
              <a:rPr lang="sk-SK" sz="1200"/>
              <a:t>, ak </a:t>
            </a:r>
            <a:r>
              <a:rPr lang="sk-SK" sz="1200" err="1"/>
              <a:t>request</a:t>
            </a:r>
            <a:r>
              <a:rPr lang="sk-SK" sz="1200"/>
              <a:t> obsahu zadaný parameter (</a:t>
            </a:r>
            <a:r>
              <a:rPr lang="sk-SK" sz="1200">
                <a:latin typeface="Consolas" panose="020B0609020204030204" pitchFamily="49" charset="0"/>
              </a:rPr>
              <a:t>GET </a:t>
            </a:r>
            <a:r>
              <a:rPr lang="sk-SK" sz="1200"/>
              <a:t>alebo</a:t>
            </a:r>
            <a:r>
              <a:rPr lang="sk-SK" sz="1200">
                <a:latin typeface="Consolas" panose="020B0609020204030204" pitchFamily="49" charset="0"/>
              </a:rPr>
              <a:t> POST</a:t>
            </a:r>
            <a:r>
              <a:rPr lang="sk-SK" sz="1200"/>
              <a:t>)</a:t>
            </a:r>
          </a:p>
          <a:p>
            <a:pPr marL="615950" lvl="1" indent="0">
              <a:buNone/>
            </a:pPr>
            <a:endParaRPr lang="sk-SK" sz="1100">
              <a:latin typeface="Consolas" panose="020B0609020204030204" pitchFamily="49" charset="0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93C2A57-199B-2560-8006-AE84D7B9F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29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2B01B79-142A-8EAD-5E04-15CCAFF2C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581" y="4174306"/>
            <a:ext cx="1877437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82D61BC-76DF-DF51-AC19-D8D46A191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322" y="4177760"/>
            <a:ext cx="1877437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100">
                <a:solidFill>
                  <a:srgbClr val="080808"/>
                </a:solidFill>
                <a:latin typeface="Consolas" panose="020B0609020204030204" pitchFamily="49" charset="0"/>
              </a:rPr>
              <a:t>http://localhost/?id=5</a:t>
            </a:r>
          </a:p>
        </p:txBody>
      </p:sp>
      <p:sp>
        <p:nvSpPr>
          <p:cNvPr id="7" name="Šípka: doprava 6">
            <a:extLst>
              <a:ext uri="{FF2B5EF4-FFF2-40B4-BE49-F238E27FC236}">
                <a16:creationId xmlns:a16="http://schemas.microsoft.com/office/drawing/2014/main" id="{3BA50C2C-FF8A-61BC-A516-3D52C8669FBF}"/>
              </a:ext>
            </a:extLst>
          </p:cNvPr>
          <p:cNvSpPr/>
          <p:nvPr/>
        </p:nvSpPr>
        <p:spPr>
          <a:xfrm>
            <a:off x="3242534" y="4252357"/>
            <a:ext cx="472272" cy="112415"/>
          </a:xfrm>
          <a:prstGeom prst="rightArrow">
            <a:avLst/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Šípka: doprava 7">
            <a:extLst>
              <a:ext uri="{FF2B5EF4-FFF2-40B4-BE49-F238E27FC236}">
                <a16:creationId xmlns:a16="http://schemas.microsoft.com/office/drawing/2014/main" id="{9C755DF2-66C9-12EA-9074-2D62D541383D}"/>
              </a:ext>
            </a:extLst>
          </p:cNvPr>
          <p:cNvSpPr/>
          <p:nvPr/>
        </p:nvSpPr>
        <p:spPr>
          <a:xfrm>
            <a:off x="5627739" y="4252357"/>
            <a:ext cx="472272" cy="112415"/>
          </a:xfrm>
          <a:prstGeom prst="rightArrow">
            <a:avLst/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BA189D4-B8E4-FC64-3572-466213FB6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011" y="4174306"/>
            <a:ext cx="261610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100">
                <a:solidFill>
                  <a:srgbClr val="080808"/>
                </a:solidFill>
                <a:latin typeface="Consolas" panose="020B06090202040302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0045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Formuláre – upload súborov (1)</a:t>
            </a:r>
          </a:p>
        </p:txBody>
      </p:sp>
      <p:sp>
        <p:nvSpPr>
          <p:cNvPr id="290" name="Google Shape;290;p3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HTML: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br>
              <a:rPr lang="sk-SK" sz="1200">
                <a:solidFill>
                  <a:srgbClr val="0077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sk-SK" sz="120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91" name="Google Shape;291;p3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30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303FB4-F13F-43E4-9532-4A1E36B89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2049043"/>
            <a:ext cx="4878259" cy="10454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spracuj.php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hidden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="MAX_FILE_SIZE"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="30000"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Pošli súbor: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foto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="Odoslať"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6040EEB-D112-42DB-9A6C-DC9AA5000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38" y="3268206"/>
            <a:ext cx="3848433" cy="31244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Formuláre – upload súborov (2)</a:t>
            </a:r>
          </a:p>
        </p:txBody>
      </p:sp>
      <p:sp>
        <p:nvSpPr>
          <p:cNvPr id="298" name="Google Shape;298;p3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Spracovanie súboru v skripte</a:t>
            </a:r>
            <a:r>
              <a:rPr lang="sk-SK" sz="1200"/>
              <a:t> 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Courier New" panose="02070309020205020404" pitchFamily="49" charset="0"/>
                <a:sym typeface="Roboto Mono"/>
              </a:rPr>
              <a:t>spracuj.php</a:t>
            </a:r>
            <a:endParaRPr lang="sk-SK" sz="1400">
              <a:latin typeface="Consolas" panose="020B0609020204030204" pitchFamily="49" charset="0"/>
              <a:ea typeface="Roboto Mono"/>
              <a:cs typeface="Courier New" panose="02070309020205020404" pitchFamily="49" charset="0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Dvojrozmerné asociatívne pole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$_FILE['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foto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']</a:t>
            </a:r>
            <a:endParaRPr lang="sk-SK"/>
          </a:p>
          <a:p>
            <a:pPr marL="9144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$_FILE['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foto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name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</a:t>
            </a:r>
            <a:r>
              <a:rPr lang="sk-SK" sz="1400"/>
              <a:t> – originálne meno súboru</a:t>
            </a:r>
          </a:p>
          <a:p>
            <a:pPr marL="9144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$_FILE['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foto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']['type']</a:t>
            </a:r>
            <a:r>
              <a:rPr lang="sk-SK" sz="1400"/>
              <a:t> – MIME typ súboru</a:t>
            </a:r>
          </a:p>
          <a:p>
            <a:pPr marL="9144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$_FILE['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foto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size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</a:t>
            </a:r>
            <a:r>
              <a:rPr lang="sk-SK" sz="1400">
                <a:sym typeface="Roboto Mono"/>
              </a:rPr>
              <a:t> </a:t>
            </a:r>
            <a:r>
              <a:rPr lang="sk-SK" sz="1400"/>
              <a:t>– veľkosť v bajtoch</a:t>
            </a:r>
          </a:p>
          <a:p>
            <a:pPr marL="9144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$_FILE['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foto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error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</a:t>
            </a:r>
            <a:r>
              <a:rPr lang="sk-SK" sz="1400">
                <a:sym typeface="Roboto Mono"/>
              </a:rPr>
              <a:t> </a:t>
            </a:r>
            <a:r>
              <a:rPr lang="sk-SK" sz="1400"/>
              <a:t>– chyba, ak nejaká nastala, inak 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0</a:t>
            </a:r>
          </a:p>
          <a:p>
            <a:pPr marL="9144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$_FILE['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foto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']['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tmp_name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']</a:t>
            </a:r>
            <a:r>
              <a:rPr lang="sk-SK" sz="1400"/>
              <a:t> – meno dočasného súboru</a:t>
            </a:r>
          </a:p>
          <a:p>
            <a:pPr marL="914400" lvl="1" indent="-317500" algn="l" rtl="0">
              <a:spcBef>
                <a:spcPts val="500"/>
              </a:spcBef>
              <a:spcAft>
                <a:spcPts val="0"/>
              </a:spcAft>
              <a:buSzPts val="1400"/>
              <a:buChar char="○"/>
            </a:pPr>
            <a:r>
              <a:rPr lang="sk-SK"/>
              <a:t>Funkcie:  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is_uploaded_file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()</a:t>
            </a:r>
            <a:r>
              <a:rPr lang="sk-SK"/>
              <a:t> a 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move_uploaded_file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()</a:t>
            </a:r>
            <a:endParaRPr lang="sk-SK" sz="1200">
              <a:latin typeface="Consolas" panose="020B0609020204030204" pitchFamily="49" charset="0"/>
              <a:ea typeface="Roboto Mono"/>
            </a:endParaRPr>
          </a:p>
        </p:txBody>
      </p:sp>
      <p:sp>
        <p:nvSpPr>
          <p:cNvPr id="299" name="Google Shape;299;p3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31</a:t>
            </a:fld>
            <a:endParaRPr lang="sk-SK"/>
          </a:p>
        </p:txBody>
      </p:sp>
      <p:pic>
        <p:nvPicPr>
          <p:cNvPr id="2" name="Obrázok 1" descr="Obrázok, na ktorom je ošatenie, ľudská tvár, osoba, dôchodca&#10;&#10;Obsah vygenerovaný pomocou AI môže byť nesprávny.">
            <a:extLst>
              <a:ext uri="{FF2B5EF4-FFF2-40B4-BE49-F238E27FC236}">
                <a16:creationId xmlns:a16="http://schemas.microsoft.com/office/drawing/2014/main" id="{FD6D60BB-8ABE-B6BB-05FB-4E9A67049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50" y="733818"/>
            <a:ext cx="20955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9836D7-5AFC-E5E0-BDFF-C2696773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Upload</a:t>
            </a:r>
            <a:r>
              <a:rPr lang="sk-SK"/>
              <a:t> súborov vo FW </a:t>
            </a:r>
            <a:r>
              <a:rPr lang="sk-SK" err="1"/>
              <a:t>Vaííčko</a:t>
            </a:r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5D09905-7E97-B15D-C6D8-70AC4479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V kontroléri je dostupná inštancia triedy </a:t>
            </a:r>
            <a:r>
              <a:rPr lang="en-US" sz="1400">
                <a:latin typeface="Consolas" panose="020B0609020204030204" pitchFamily="49" charset="0"/>
              </a:rPr>
              <a:t>Request</a:t>
            </a:r>
            <a:r>
              <a:rPr lang="sk-SK"/>
              <a:t> </a:t>
            </a:r>
          </a:p>
          <a:p>
            <a:pPr lvl="1"/>
            <a:r>
              <a:rPr lang="sk-SK"/>
              <a:t>Metóda $</a:t>
            </a:r>
            <a:r>
              <a:rPr lang="sk-SK" sz="1200" err="1">
                <a:latin typeface="Consolas" panose="020B0609020204030204" pitchFamily="49" charset="0"/>
              </a:rPr>
              <a:t>request</a:t>
            </a:r>
            <a:r>
              <a:rPr lang="sk-SK" sz="1200">
                <a:latin typeface="Consolas" panose="020B0609020204030204" pitchFamily="49" charset="0"/>
              </a:rPr>
              <a:t>-</a:t>
            </a:r>
            <a:r>
              <a:rPr lang="en-US" sz="1200">
                <a:latin typeface="Consolas" panose="020B0609020204030204" pitchFamily="49" charset="0"/>
              </a:rPr>
              <a:t>&gt;</a:t>
            </a:r>
            <a:r>
              <a:rPr lang="sk-SK" sz="1200" err="1">
                <a:latin typeface="Consolas" panose="020B0609020204030204" pitchFamily="49" charset="0"/>
              </a:rPr>
              <a:t>file</a:t>
            </a:r>
            <a:r>
              <a:rPr lang="en-US" sz="1200">
                <a:latin typeface="Consolas" panose="020B0609020204030204" pitchFamily="49" charset="0"/>
              </a:rPr>
              <a:t>(</a:t>
            </a:r>
            <a:r>
              <a:rPr lang="sk-SK" sz="1200">
                <a:latin typeface="Consolas" panose="020B0609020204030204" pitchFamily="49" charset="0"/>
              </a:rPr>
              <a:t>$</a:t>
            </a:r>
            <a:r>
              <a:rPr lang="sk-SK" sz="1200" err="1">
                <a:latin typeface="Consolas" panose="020B0609020204030204" pitchFamily="49" charset="0"/>
              </a:rPr>
              <a:t>key</a:t>
            </a:r>
            <a:r>
              <a:rPr lang="en-US" sz="1200">
                <a:latin typeface="Consolas" panose="020B0609020204030204" pitchFamily="49" charset="0"/>
              </a:rPr>
              <a:t>)</a:t>
            </a:r>
            <a:r>
              <a:rPr lang="en-US"/>
              <a:t> </a:t>
            </a:r>
            <a:r>
              <a:rPr lang="sk-SK"/>
              <a:t>vráti inštanciu </a:t>
            </a:r>
            <a:r>
              <a:rPr lang="sk-SK" err="1">
                <a:latin typeface="Consolas" panose="020B0609020204030204" pitchFamily="49" charset="0"/>
              </a:rPr>
              <a:t>UploadedFile</a:t>
            </a:r>
            <a:endParaRPr lang="sk-SK">
              <a:latin typeface="Consolas" panose="020B0609020204030204" pitchFamily="49" charset="0"/>
            </a:endParaRPr>
          </a:p>
          <a:p>
            <a:pPr lvl="1"/>
            <a:r>
              <a:rPr lang="sk-SK"/>
              <a:t>Metódy:</a:t>
            </a:r>
          </a:p>
          <a:p>
            <a:pPr lvl="2"/>
            <a:r>
              <a:rPr lang="en-US" sz="1200" err="1">
                <a:latin typeface="Consolas" panose="020B0609020204030204" pitchFamily="49" charset="0"/>
              </a:rPr>
              <a:t>isOk</a:t>
            </a:r>
            <a:r>
              <a:rPr lang="sk-SK" sz="1200">
                <a:latin typeface="Consolas" panose="020B0609020204030204" pitchFamily="49" charset="0"/>
              </a:rPr>
              <a:t>() </a:t>
            </a:r>
            <a:r>
              <a:rPr lang="sk-SK" sz="1200"/>
              <a:t>– Informácia o tom, či sa </a:t>
            </a:r>
            <a:r>
              <a:rPr lang="sk-SK" sz="1200" err="1"/>
              <a:t>upload</a:t>
            </a:r>
            <a:r>
              <a:rPr lang="sk-SK" sz="1200"/>
              <a:t> podaril</a:t>
            </a:r>
          </a:p>
          <a:p>
            <a:pPr lvl="2"/>
            <a:r>
              <a:rPr lang="en-US" sz="1200" err="1">
                <a:latin typeface="Consolas" panose="020B0609020204030204" pitchFamily="49" charset="0"/>
              </a:rPr>
              <a:t>getName</a:t>
            </a:r>
            <a:r>
              <a:rPr lang="sk-SK" sz="1200">
                <a:latin typeface="Consolas" panose="020B0609020204030204" pitchFamily="49" charset="0"/>
              </a:rPr>
              <a:t>() </a:t>
            </a:r>
            <a:r>
              <a:rPr lang="sk-SK" sz="1200"/>
              <a:t>– Vráti originálny názov súboru</a:t>
            </a:r>
          </a:p>
          <a:p>
            <a:pPr lvl="2"/>
            <a:r>
              <a:rPr lang="en-US" sz="1200" err="1">
                <a:latin typeface="Consolas" panose="020B0609020204030204" pitchFamily="49" charset="0"/>
              </a:rPr>
              <a:t>getType</a:t>
            </a:r>
            <a:r>
              <a:rPr lang="sk-SK" sz="1200">
                <a:latin typeface="Consolas" panose="020B0609020204030204" pitchFamily="49" charset="0"/>
              </a:rPr>
              <a:t>() </a:t>
            </a:r>
            <a:r>
              <a:rPr lang="sk-SK" sz="1200"/>
              <a:t>- MIME typ ktorý poslal prehliadač</a:t>
            </a:r>
          </a:p>
          <a:p>
            <a:pPr lvl="2"/>
            <a:r>
              <a:rPr lang="en-US" sz="1200" err="1">
                <a:latin typeface="Consolas" panose="020B0609020204030204" pitchFamily="49" charset="0"/>
              </a:rPr>
              <a:t>getSize</a:t>
            </a:r>
            <a:r>
              <a:rPr lang="sk-SK" sz="1200">
                <a:latin typeface="Consolas" panose="020B0609020204030204" pitchFamily="49" charset="0"/>
              </a:rPr>
              <a:t>() </a:t>
            </a:r>
            <a:r>
              <a:rPr lang="sk-SK" sz="1200"/>
              <a:t>– Veľkosť súboru v bajtoch</a:t>
            </a:r>
          </a:p>
          <a:p>
            <a:pPr lvl="2"/>
            <a:r>
              <a:rPr lang="en-US" sz="1200" err="1">
                <a:latin typeface="Consolas" panose="020B0609020204030204" pitchFamily="49" charset="0"/>
              </a:rPr>
              <a:t>getFileTempPath</a:t>
            </a:r>
            <a:r>
              <a:rPr lang="sk-SK" sz="1200">
                <a:latin typeface="Consolas" panose="020B0609020204030204" pitchFamily="49" charset="0"/>
              </a:rPr>
              <a:t>() </a:t>
            </a:r>
            <a:r>
              <a:rPr lang="sk-SK" sz="1200"/>
              <a:t>– Dočasná cesta k súboru</a:t>
            </a:r>
          </a:p>
          <a:p>
            <a:pPr lvl="2"/>
            <a:r>
              <a:rPr lang="en-US" sz="1200" err="1">
                <a:latin typeface="Consolas" panose="020B0609020204030204" pitchFamily="49" charset="0"/>
              </a:rPr>
              <a:t>getErrorMessage</a:t>
            </a:r>
            <a:r>
              <a:rPr lang="sk-SK" sz="1200">
                <a:latin typeface="Consolas" panose="020B0609020204030204" pitchFamily="49" charset="0"/>
              </a:rPr>
              <a:t>() </a:t>
            </a:r>
            <a:r>
              <a:rPr lang="sk-SK" sz="1200"/>
              <a:t>– Textová chybová správa, ak sa </a:t>
            </a:r>
            <a:r>
              <a:rPr lang="sk-SK" sz="1200" err="1"/>
              <a:t>upload</a:t>
            </a:r>
            <a:r>
              <a:rPr lang="sk-SK" sz="1200"/>
              <a:t> nepodaril</a:t>
            </a:r>
          </a:p>
          <a:p>
            <a:pPr lvl="2"/>
            <a:r>
              <a:rPr lang="en-US" sz="1200">
                <a:latin typeface="Consolas" panose="020B0609020204030204" pitchFamily="49" charset="0"/>
              </a:rPr>
              <a:t>store</a:t>
            </a:r>
            <a:r>
              <a:rPr lang="sk-SK" sz="1200">
                <a:latin typeface="Consolas" panose="020B0609020204030204" pitchFamily="49" charset="0"/>
              </a:rPr>
              <a:t>($</a:t>
            </a:r>
            <a:r>
              <a:rPr lang="sk-SK" sz="1200" err="1">
                <a:latin typeface="Consolas" panose="020B0609020204030204" pitchFamily="49" charset="0"/>
              </a:rPr>
              <a:t>path</a:t>
            </a:r>
            <a:r>
              <a:rPr lang="sk-SK" sz="1200">
                <a:latin typeface="Consolas" panose="020B0609020204030204" pitchFamily="49" charset="0"/>
              </a:rPr>
              <a:t>) </a:t>
            </a:r>
            <a:r>
              <a:rPr lang="sk-SK" sz="1200"/>
              <a:t>– Uloží súbor do špecifického umiestnenia na serveri</a:t>
            </a:r>
            <a:endParaRPr lang="en-US" sz="120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93C2A57-199B-2560-8006-AE84D7B9F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09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4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Cookies, HTTP hlavičky, sessions </a:t>
            </a:r>
          </a:p>
        </p:txBody>
      </p:sp>
      <p:sp>
        <p:nvSpPr>
          <p:cNvPr id="537" name="Google Shape;537;p74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538" name="Google Shape;538;p7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33</a:t>
            </a:fld>
            <a:endParaRPr lang="sk-SK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i="1"/>
              <a:t>Cookies</a:t>
            </a:r>
          </a:p>
        </p:txBody>
      </p:sp>
      <p:sp>
        <p:nvSpPr>
          <p:cNvPr id="544" name="Google Shape;544;p75"/>
          <p:cNvSpPr txBox="1">
            <a:spLocks noGrp="1"/>
          </p:cNvSpPr>
          <p:nvPr>
            <p:ph type="body" idx="1"/>
          </p:nvPr>
        </p:nvSpPr>
        <p:spPr>
          <a:xfrm>
            <a:off x="435894" y="1858083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Nástroj na riešenie </a:t>
            </a:r>
            <a:r>
              <a:rPr lang="sk-SK" err="1"/>
              <a:t>bezstavovosti</a:t>
            </a:r>
            <a:r>
              <a:rPr lang="sk-SK"/>
              <a:t> HTTP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Prostriedok na ukladanie stavových a konfiguračných informácií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Ukladanie malých množstiev dát (max. 4 </a:t>
            </a:r>
            <a:r>
              <a:rPr lang="sk-SK" err="1"/>
              <a:t>kB</a:t>
            </a:r>
            <a:r>
              <a:rPr lang="sk-SK"/>
              <a:t>/</a:t>
            </a:r>
            <a:r>
              <a:rPr lang="sk-SK" err="1"/>
              <a:t>cookie</a:t>
            </a:r>
            <a:r>
              <a:rPr lang="sk-SK"/>
              <a:t> a 20 </a:t>
            </a:r>
            <a:r>
              <a:rPr lang="sk-SK" err="1"/>
              <a:t>cookies</a:t>
            </a:r>
            <a:r>
              <a:rPr lang="sk-SK"/>
              <a:t>/web)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Informácie sú uložené na klientskom počítači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Napr. v súbore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Je to HTTP hlavička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Podľa legislatívy EÚ používateľ </a:t>
            </a:r>
            <a:r>
              <a:rPr lang="sk-SK">
                <a:solidFill>
                  <a:srgbClr val="FF9900"/>
                </a:solidFill>
              </a:rPr>
              <a:t>musí </a:t>
            </a:r>
            <a:r>
              <a:rPr lang="sk-SK"/>
              <a:t>súhlasiť s využitím </a:t>
            </a:r>
            <a:r>
              <a:rPr lang="sk-SK" i="1" err="1"/>
              <a:t>Cookies</a:t>
            </a:r>
            <a:r>
              <a:rPr lang="sk-SK" i="1"/>
              <a:t> </a:t>
            </a:r>
            <a:r>
              <a:rPr lang="sk-SK"/>
              <a:t>na web stránkach</a:t>
            </a:r>
          </a:p>
        </p:txBody>
      </p:sp>
      <p:sp>
        <p:nvSpPr>
          <p:cNvPr id="545" name="Google Shape;545;p7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34</a:t>
            </a:fld>
            <a:endParaRPr lang="sk-SK"/>
          </a:p>
        </p:txBody>
      </p:sp>
      <p:pic>
        <p:nvPicPr>
          <p:cNvPr id="3" name="Obrázok 2" descr="Obrázok, na ktorom je text, niečo pod zub, sušienka&#10;&#10;Obsah vygenerovaný pomocou AI môže byť nesprávny.">
            <a:extLst>
              <a:ext uri="{FF2B5EF4-FFF2-40B4-BE49-F238E27FC236}">
                <a16:creationId xmlns:a16="http://schemas.microsoft.com/office/drawing/2014/main" id="{69436F47-E61B-DC9F-6468-EEC1C8508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100" y="457309"/>
            <a:ext cx="2686050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Schéma fungovania </a:t>
            </a:r>
            <a:r>
              <a:rPr lang="sk-SK" i="1"/>
              <a:t>cookies</a:t>
            </a:r>
          </a:p>
        </p:txBody>
      </p:sp>
      <p:sp>
        <p:nvSpPr>
          <p:cNvPr id="551" name="Google Shape;551;p7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35</a:t>
            </a:fld>
            <a:endParaRPr lang="sk-SK"/>
          </a:p>
        </p:txBody>
      </p:sp>
      <p:pic>
        <p:nvPicPr>
          <p:cNvPr id="552" name="Google Shape;55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325" y="1721800"/>
            <a:ext cx="6813350" cy="27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Cookies</a:t>
            </a:r>
            <a:r>
              <a:rPr lang="sk-SK"/>
              <a:t> – technické detaily</a:t>
            </a:r>
          </a:p>
        </p:txBody>
      </p:sp>
      <p:sp>
        <p:nvSpPr>
          <p:cNvPr id="558" name="Google Shape;558;p77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37625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sz="13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Set-</a:t>
            </a:r>
            <a:r>
              <a:rPr lang="sk-SK" sz="13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Cookie</a:t>
            </a:r>
            <a:r>
              <a:rPr lang="sk-SK" sz="13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 meno=hodnota; </a:t>
            </a:r>
            <a:r>
              <a:rPr lang="sk-SK" sz="13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expires</a:t>
            </a:r>
            <a:r>
              <a:rPr lang="sk-SK" sz="13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=dátum; </a:t>
            </a:r>
            <a:r>
              <a:rPr lang="sk-SK" sz="13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path</a:t>
            </a:r>
            <a:r>
              <a:rPr lang="sk-SK" sz="13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3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cesta;domain</a:t>
            </a:r>
            <a:r>
              <a:rPr lang="sk-SK" sz="13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3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domenova_adresa</a:t>
            </a:r>
            <a:r>
              <a:rPr lang="sk-SK" sz="13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 </a:t>
            </a:r>
            <a:r>
              <a:rPr lang="sk-SK" sz="13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secure</a:t>
            </a:r>
            <a:br>
              <a:rPr lang="sk-SK" sz="1400">
                <a:latin typeface="Roboto Mono"/>
                <a:ea typeface="Roboto Mono"/>
                <a:cs typeface="Roboto Mono"/>
                <a:sym typeface="Roboto Mono"/>
              </a:rPr>
            </a:br>
            <a:endParaRPr lang="sk-SK" sz="1400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meno=hodnota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sk-SK"/>
              <a:t> obsah </a:t>
            </a:r>
            <a:r>
              <a:rPr lang="sk-SK" i="1" err="1"/>
              <a:t>cookies</a:t>
            </a:r>
            <a:endParaRPr lang="sk-SK" i="1"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/>
              <a:t>URL kódovanie, napr. medzera=%20 a bodkočiarka=</a:t>
            </a:r>
            <a:r>
              <a:rPr lang="sk-SK" sz="1200">
                <a:latin typeface="Consolas" panose="020B0609020204030204" pitchFamily="49" charset="0"/>
              </a:rPr>
              <a:t>%3B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err="1">
                <a:latin typeface="Consolas" panose="020B0609020204030204" pitchFamily="49" charset="0"/>
                <a:sym typeface="Roboto Mono"/>
              </a:rPr>
              <a:t>expires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sk-SK"/>
              <a:t> vymedzenie časovej platnosti nastavenia </a:t>
            </a:r>
            <a:r>
              <a:rPr lang="sk-SK" i="1" err="1"/>
              <a:t>Cookies</a:t>
            </a:r>
            <a:endParaRPr lang="sk-SK" i="1"/>
          </a:p>
          <a:p>
            <a:pPr lvl="2" indent="-304800">
              <a:spcBef>
                <a:spcPts val="0"/>
              </a:spcBef>
              <a:buSzPts val="1200"/>
            </a:pPr>
            <a:r>
              <a:rPr lang="sk-SK" sz="1200">
                <a:sym typeface="Roboto Mono"/>
              </a:rPr>
              <a:t>formát:</a:t>
            </a:r>
            <a:r>
              <a:rPr lang="sk-SK" sz="1200"/>
              <a:t> </a:t>
            </a:r>
            <a:r>
              <a:rPr lang="sk-SK" err="1">
                <a:latin typeface="Consolas" panose="020B0609020204030204" pitchFamily="49" charset="0"/>
                <a:sym typeface="Roboto Mono"/>
              </a:rPr>
              <a:t>Wednesday</a:t>
            </a:r>
            <a:r>
              <a:rPr lang="sk-SK">
                <a:latin typeface="Consolas" panose="020B0609020204030204" pitchFamily="49" charset="0"/>
                <a:sym typeface="Roboto Mono"/>
              </a:rPr>
              <a:t>, 09-Nov-2010 23:12:56 GMT   </a:t>
            </a:r>
            <a:r>
              <a:rPr lang="sk-SK">
                <a:latin typeface="Consolas" panose="020B0609020204030204" pitchFamily="49" charset="0"/>
              </a:rPr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err="1">
                <a:latin typeface="Consolas" panose="020B0609020204030204" pitchFamily="49" charset="0"/>
                <a:sym typeface="Roboto Mono"/>
              </a:rPr>
              <a:t>path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sk-SK"/>
              <a:t> vymedzenie platnosti pre špecifikovanú cestu na serveri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err="1">
                <a:latin typeface="Consolas" panose="020B0609020204030204" pitchFamily="49" charset="0"/>
                <a:sym typeface="Roboto Mono"/>
              </a:rPr>
              <a:t>domain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sk-SK">
                <a:sym typeface="Roboto Mono"/>
              </a:rPr>
              <a:t> </a:t>
            </a:r>
            <a:r>
              <a:rPr lang="sk-SK"/>
              <a:t>vymedzenie platnosti iba pre určitú doménu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err="1">
                <a:latin typeface="Consolas" panose="020B0609020204030204" pitchFamily="49" charset="0"/>
                <a:sym typeface="Roboto Mono"/>
              </a:rPr>
              <a:t>secure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sk-SK"/>
              <a:t> posielať </a:t>
            </a:r>
            <a:r>
              <a:rPr lang="sk-SK" err="1"/>
              <a:t>cookie</a:t>
            </a:r>
            <a:r>
              <a:rPr lang="sk-SK"/>
              <a:t> len v prípade HTTPS spojenia</a:t>
            </a:r>
          </a:p>
        </p:txBody>
      </p:sp>
      <p:sp>
        <p:nvSpPr>
          <p:cNvPr id="559" name="Google Shape;559;p7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36</a:t>
            </a:fld>
            <a:endParaRPr lang="sk-SK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Operácie s </a:t>
            </a:r>
            <a:r>
              <a:rPr lang="sk-SK" i="1"/>
              <a:t>cookies</a:t>
            </a:r>
          </a:p>
        </p:txBody>
      </p:sp>
      <p:sp>
        <p:nvSpPr>
          <p:cNvPr id="565" name="Google Shape;565;p78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63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Zápis hodnoty </a:t>
            </a:r>
            <a:r>
              <a:rPr lang="sk-SK" i="1" err="1"/>
              <a:t>cookies</a:t>
            </a:r>
            <a:r>
              <a:rPr lang="sk-SK" i="1"/>
              <a:t> </a:t>
            </a:r>
            <a:r>
              <a:rPr lang="sk-SK"/>
              <a:t>do prehliadača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Server zasiela HTTP hlavičku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Set-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Cookie</a:t>
            </a:r>
            <a:endParaRPr lang="sk-SK" sz="120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Zmena hodnoty </a:t>
            </a:r>
            <a:r>
              <a:rPr lang="sk-SK" i="1" err="1"/>
              <a:t>cookies</a:t>
            </a:r>
            <a:r>
              <a:rPr lang="sk-SK" i="1"/>
              <a:t> </a:t>
            </a:r>
            <a:r>
              <a:rPr lang="sk-SK"/>
              <a:t>(na serveri)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Nastavenie </a:t>
            </a:r>
            <a:r>
              <a:rPr lang="sk-SK" i="1" err="1"/>
              <a:t>cookie</a:t>
            </a:r>
            <a:r>
              <a:rPr lang="sk-SK" i="1"/>
              <a:t> </a:t>
            </a:r>
            <a:r>
              <a:rPr lang="sk-SK"/>
              <a:t>s rovnakým menom na inú hodnotu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Čítanie </a:t>
            </a:r>
            <a:r>
              <a:rPr lang="sk-SK" i="1" err="1"/>
              <a:t>cookies</a:t>
            </a:r>
            <a:r>
              <a:rPr lang="sk-SK" i="1"/>
              <a:t> </a:t>
            </a:r>
            <a:r>
              <a:rPr lang="sk-SK"/>
              <a:t>na serveri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Prehliadač posiela späť všetky </a:t>
            </a:r>
            <a:r>
              <a:rPr lang="sk-SK" i="1" err="1"/>
              <a:t>cookie</a:t>
            </a:r>
            <a:r>
              <a:rPr lang="sk-SK" i="1"/>
              <a:t> </a:t>
            </a:r>
            <a:r>
              <a:rPr lang="sk-SK"/>
              <a:t>nastavené pre daný dokument (cestu, resp. doménu) ako HTTP hlavičku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Cookie</a:t>
            </a:r>
            <a:endParaRPr lang="sk-SK" sz="1200">
              <a:latin typeface="Consolas" panose="020B0609020204030204" pitchFamily="49" charset="0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 strane servera sú </a:t>
            </a:r>
            <a:r>
              <a:rPr lang="sk-SK" i="1" err="1"/>
              <a:t>cookie</a:t>
            </a:r>
            <a:r>
              <a:rPr lang="sk-SK" i="1"/>
              <a:t> </a:t>
            </a:r>
            <a:r>
              <a:rPr lang="sk-SK"/>
              <a:t>spracované skriptami (napr. PHP)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Mazanie </a:t>
            </a:r>
            <a:r>
              <a:rPr lang="sk-SK" i="1" err="1"/>
              <a:t>cookies</a:t>
            </a:r>
            <a:endParaRPr lang="sk-SK" i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Nastavenie vlastnosti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expires</a:t>
            </a:r>
            <a:r>
              <a:rPr lang="sk-SK">
                <a:sym typeface="Roboto Mono"/>
              </a:rPr>
              <a:t> </a:t>
            </a:r>
            <a:r>
              <a:rPr lang="sk-SK"/>
              <a:t>na dátum v minulosti (v kóde)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 prehliadači – v nastaveniach, </a:t>
            </a:r>
            <a:r>
              <a:rPr lang="sk-SK" i="1"/>
              <a:t>Web developer/</a:t>
            </a:r>
            <a:r>
              <a:rPr lang="sk-SK" i="1" err="1"/>
              <a:t>Application</a:t>
            </a:r>
            <a:r>
              <a:rPr lang="sk-SK" i="1"/>
              <a:t> (</a:t>
            </a:r>
            <a:r>
              <a:rPr lang="sk-SK" i="1" err="1"/>
              <a:t>Storage</a:t>
            </a:r>
            <a:r>
              <a:rPr lang="sk-SK" i="1"/>
              <a:t> </a:t>
            </a:r>
            <a:r>
              <a:rPr lang="sk-SK"/>
              <a:t>vo FF</a:t>
            </a:r>
            <a:r>
              <a:rPr lang="sk-SK" i="1"/>
              <a:t>)</a:t>
            </a:r>
            <a:endParaRPr lang="sk-SK"/>
          </a:p>
        </p:txBody>
      </p:sp>
      <p:sp>
        <p:nvSpPr>
          <p:cNvPr id="566" name="Google Shape;566;p7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37</a:t>
            </a:fld>
            <a:endParaRPr lang="sk-SK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Práca s cookies v PHP</a:t>
            </a:r>
          </a:p>
        </p:txBody>
      </p:sp>
      <p:sp>
        <p:nvSpPr>
          <p:cNvPr id="572" name="Google Shape;572;p7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Funkcia 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setcookie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  <a:r>
              <a:rPr lang="sk-SK"/>
              <a:t> nastavuje </a:t>
            </a:r>
            <a:r>
              <a:rPr lang="sk-SK" i="1" err="1"/>
              <a:t>cookies</a:t>
            </a:r>
            <a:r>
              <a:rPr lang="sk-SK"/>
              <a:t>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Zápis pred akýmkoľvek iným výstupom (ak nie je nastavený </a:t>
            </a:r>
            <a:r>
              <a:rPr lang="sk-SK" i="1"/>
              <a:t>output </a:t>
            </a:r>
            <a:r>
              <a:rPr lang="sk-SK" i="1" err="1"/>
              <a:t>buffering</a:t>
            </a:r>
            <a:r>
              <a:rPr lang="sk-SK"/>
              <a:t>)</a:t>
            </a:r>
            <a:br>
              <a:rPr lang="sk-SK"/>
            </a:br>
            <a:r>
              <a:rPr lang="sk-SK" sz="120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setcookie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TestCookie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something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);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lang="sk-SK"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Prístup ku </a:t>
            </a:r>
            <a:r>
              <a:rPr lang="sk-SK" i="1" err="1"/>
              <a:t>cookies</a:t>
            </a:r>
            <a:r>
              <a:rPr lang="sk-SK"/>
              <a:t> na strane servera: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Asociatívne </a:t>
            </a:r>
            <a:r>
              <a:rPr lang="sk-SK" err="1"/>
              <a:t>superglobálne</a:t>
            </a:r>
            <a:r>
              <a:rPr lang="sk-SK"/>
              <a:t> pole</a:t>
            </a:r>
            <a:br>
              <a:rPr lang="sk-SK"/>
            </a:br>
            <a:r>
              <a:rPr lang="sk-SK" sz="1200" b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echo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$_COOKIE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[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TestCookie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];</a:t>
            </a:r>
            <a:endParaRPr lang="sk-SK">
              <a:latin typeface="Consolas" panose="020B0609020204030204" pitchFamily="49" charset="0"/>
            </a:endParaRPr>
          </a:p>
        </p:txBody>
      </p:sp>
      <p:sp>
        <p:nvSpPr>
          <p:cNvPr id="573" name="Google Shape;573;p7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38</a:t>
            </a:fld>
            <a:endParaRPr lang="sk-SK"/>
          </a:p>
        </p:txBody>
      </p:sp>
      <p:pic>
        <p:nvPicPr>
          <p:cNvPr id="2" name="Obrázok 1" descr="Obrázok, na ktorom je ošatenie, ľudská tvár, osoba, dôchodca&#10;&#10;Obsah vygenerovaný pomocou AI môže byť nesprávny.">
            <a:extLst>
              <a:ext uri="{FF2B5EF4-FFF2-40B4-BE49-F238E27FC236}">
                <a16:creationId xmlns:a16="http://schemas.microsoft.com/office/drawing/2014/main" id="{23E6418A-2D04-F47A-C366-34D1FA4A1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50" y="3133000"/>
            <a:ext cx="20955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Práca s hlavičkami HTTP</a:t>
            </a:r>
          </a:p>
        </p:txBody>
      </p:sp>
      <p:sp>
        <p:nvSpPr>
          <p:cNvPr id="579" name="Google Shape;579;p80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111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HTTP hlavičky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Súčasť protokolu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Napr. presmerujú odpoveď na inú stránku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Pridávanie vlastných HTTP hlavičiek – funkcia 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header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  <a:br>
              <a:rPr lang="sk-SK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sk-SK" sz="120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header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200" err="1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Location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 </a:t>
            </a:r>
            <a:r>
              <a:rPr lang="sk-SK" sz="1200" u="sng">
                <a:solidFill>
                  <a:srgbClr val="0097A7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https://www.web.sk/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);</a:t>
            </a:r>
            <a:endParaRPr lang="sk-SK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Hlavičky HTTP a </a:t>
            </a:r>
            <a:r>
              <a:rPr lang="sk-SK" i="1" err="1"/>
              <a:t>cookies</a:t>
            </a:r>
            <a:r>
              <a:rPr lang="sk-SK" i="1"/>
              <a:t> </a:t>
            </a:r>
            <a:r>
              <a:rPr lang="sk-SK"/>
              <a:t>musia byť nastavené pred odoslaním výstupu (kvôli HTTP)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Nastavenie </a:t>
            </a:r>
            <a:r>
              <a:rPr lang="sk-SK" i="1"/>
              <a:t>output </a:t>
            </a:r>
            <a:r>
              <a:rPr lang="sk-SK" i="1" err="1"/>
              <a:t>buffering</a:t>
            </a:r>
            <a:endParaRPr lang="sk-SK" i="1"/>
          </a:p>
        </p:txBody>
      </p:sp>
      <p:sp>
        <p:nvSpPr>
          <p:cNvPr id="580" name="Google Shape;580;p8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39</a:t>
            </a:fld>
            <a:endParaRPr lang="sk-SK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A4E6E-0281-BC1D-C85D-A73A7C2E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Podpora </a:t>
            </a:r>
            <a:r>
              <a:rPr lang="en-US" i="1"/>
              <a:t>cookies</a:t>
            </a:r>
            <a:r>
              <a:rPr lang="sk-SK"/>
              <a:t> a hlavičiek HTTP vo FW </a:t>
            </a:r>
            <a:r>
              <a:rPr lang="sk-SK" err="1"/>
              <a:t>Vaííčko</a:t>
            </a:r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3ED2678-02E1-CDA7-6F99-175C91AF9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Čítanie pomocou inštancie triedy </a:t>
            </a:r>
            <a:r>
              <a:rPr lang="sk-SK" err="1">
                <a:latin typeface="Consolas" panose="020B0609020204030204" pitchFamily="49" charset="0"/>
              </a:rPr>
              <a:t>Request</a:t>
            </a:r>
            <a:endParaRPr lang="sk-SK">
              <a:latin typeface="Consolas" panose="020B0609020204030204" pitchFamily="49" charset="0"/>
            </a:endParaRPr>
          </a:p>
          <a:p>
            <a:pPr lvl="1"/>
            <a:r>
              <a:rPr lang="sk-SK" err="1"/>
              <a:t>Cookies</a:t>
            </a:r>
            <a:r>
              <a:rPr lang="sk-SK"/>
              <a:t> - metóda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request</a:t>
            </a:r>
            <a:r>
              <a:rPr lang="sk-SK">
                <a:latin typeface="Consolas" panose="020B0609020204030204" pitchFamily="49" charset="0"/>
              </a:rPr>
              <a:t>-&gt;</a:t>
            </a:r>
            <a:r>
              <a:rPr lang="sk-SK" err="1">
                <a:latin typeface="Consolas" panose="020B0609020204030204" pitchFamily="49" charset="0"/>
              </a:rPr>
              <a:t>cookie</a:t>
            </a:r>
            <a:r>
              <a:rPr lang="sk-SK">
                <a:latin typeface="Consolas" panose="020B0609020204030204" pitchFamily="49" charset="0"/>
              </a:rPr>
              <a:t>($</a:t>
            </a:r>
            <a:r>
              <a:rPr lang="sk-SK" err="1">
                <a:latin typeface="Consolas" panose="020B0609020204030204" pitchFamily="49" charset="0"/>
              </a:rPr>
              <a:t>key</a:t>
            </a:r>
            <a:r>
              <a:rPr lang="sk-SK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sk-SK"/>
              <a:t>Hlavičky - nie je priama podpora. Možnosť čítať pomocou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request</a:t>
            </a:r>
            <a:r>
              <a:rPr lang="sk-SK">
                <a:latin typeface="Consolas" panose="020B0609020204030204" pitchFamily="49" charset="0"/>
              </a:rPr>
              <a:t>-&gt;server($</a:t>
            </a:r>
            <a:r>
              <a:rPr lang="sk-SK" err="1">
                <a:latin typeface="Consolas" panose="020B0609020204030204" pitchFamily="49" charset="0"/>
              </a:rPr>
              <a:t>key</a:t>
            </a:r>
            <a:r>
              <a:rPr lang="sk-SK">
                <a:latin typeface="Consolas" panose="020B0609020204030204" pitchFamily="49" charset="0"/>
              </a:rPr>
              <a:t>)</a:t>
            </a:r>
            <a:r>
              <a:rPr lang="sk-SK"/>
              <a:t> kde jednotlivé hlavičky sú uložené pod kľúčom </a:t>
            </a:r>
            <a:r>
              <a:rPr lang="sk-SK" err="1">
                <a:latin typeface="Consolas" panose="020B0609020204030204" pitchFamily="49" charset="0"/>
              </a:rPr>
              <a:t>HTTP_nazovHlavičky</a:t>
            </a:r>
            <a:endParaRPr lang="sk-SK">
              <a:latin typeface="Consolas" panose="020B0609020204030204" pitchFamily="49" charset="0"/>
            </a:endParaRPr>
          </a:p>
          <a:p>
            <a:r>
              <a:rPr lang="sk-SK"/>
              <a:t>Odosielanie</a:t>
            </a:r>
          </a:p>
          <a:p>
            <a:pPr lvl="1"/>
            <a:r>
              <a:rPr lang="sk-SK" err="1"/>
              <a:t>Cookies</a:t>
            </a:r>
            <a:r>
              <a:rPr lang="sk-SK"/>
              <a:t> pomocou metódy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response</a:t>
            </a:r>
            <a:r>
              <a:rPr lang="sk-SK">
                <a:latin typeface="Consolas" panose="020B0609020204030204" pitchFamily="49" charset="0"/>
              </a:rPr>
              <a:t>-&gt;</a:t>
            </a:r>
            <a:r>
              <a:rPr lang="sk-SK" err="1">
                <a:latin typeface="Consolas" panose="020B0609020204030204" pitchFamily="49" charset="0"/>
              </a:rPr>
              <a:t>setCookie</a:t>
            </a:r>
            <a:r>
              <a:rPr lang="sk-SK">
                <a:latin typeface="Consolas" panose="020B0609020204030204" pitchFamily="49" charset="0"/>
              </a:rPr>
              <a:t>() </a:t>
            </a:r>
            <a:r>
              <a:rPr lang="sk-SK"/>
              <a:t>v triede </a:t>
            </a:r>
            <a:r>
              <a:rPr lang="sk-SK" err="1">
                <a:latin typeface="Consolas" panose="020B0609020204030204" pitchFamily="49" charset="0"/>
              </a:rPr>
              <a:t>Response</a:t>
            </a:r>
            <a:endParaRPr lang="sk-SK">
              <a:latin typeface="Consolas" panose="020B0609020204030204" pitchFamily="49" charset="0"/>
            </a:endParaRPr>
          </a:p>
          <a:p>
            <a:pPr lvl="1"/>
            <a:r>
              <a:rPr lang="sk-SK"/>
              <a:t>Štandardné hlavičky: </a:t>
            </a:r>
            <a:r>
              <a:rPr lang="sk-SK" err="1">
                <a:latin typeface="Consolas" panose="020B0609020204030204" pitchFamily="49" charset="0"/>
              </a:rPr>
              <a:t>RedirectResponse</a:t>
            </a:r>
            <a:r>
              <a:rPr lang="sk-SK">
                <a:latin typeface="Consolas" panose="020B0609020204030204" pitchFamily="49" charset="0"/>
              </a:rPr>
              <a:t>, $</a:t>
            </a:r>
            <a:r>
              <a:rPr lang="sk-SK" err="1">
                <a:latin typeface="Consolas" panose="020B0609020204030204" pitchFamily="49" charset="0"/>
              </a:rPr>
              <a:t>response</a:t>
            </a:r>
            <a:r>
              <a:rPr lang="sk-SK">
                <a:latin typeface="Consolas" panose="020B0609020204030204" pitchFamily="49" charset="0"/>
              </a:rPr>
              <a:t>-&gt;</a:t>
            </a:r>
            <a:r>
              <a:rPr lang="sk-SK" err="1">
                <a:latin typeface="Consolas" panose="020B0609020204030204" pitchFamily="49" charset="0"/>
              </a:rPr>
              <a:t>setStatusCode</a:t>
            </a:r>
            <a:r>
              <a:rPr lang="sk-SK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sk-SK"/>
              <a:t>Vlastné hlavičky: pomocou PHP funkcie </a:t>
            </a:r>
            <a:r>
              <a:rPr lang="sk-SK" err="1">
                <a:latin typeface="Consolas" panose="020B0609020204030204" pitchFamily="49" charset="0"/>
              </a:rPr>
              <a:t>header</a:t>
            </a:r>
            <a:r>
              <a:rPr lang="sk-SK">
                <a:latin typeface="Consolas" panose="020B0609020204030204" pitchFamily="49" charset="0"/>
              </a:rPr>
              <a:t>()</a:t>
            </a:r>
            <a:br>
              <a:rPr lang="sk-SK">
                <a:latin typeface="Consolas" panose="020B0609020204030204" pitchFamily="49" charset="0"/>
              </a:rPr>
            </a:br>
            <a:endParaRPr lang="sk-SK">
              <a:latin typeface="Consolas" panose="020B0609020204030204" pitchFamily="49" charset="0"/>
            </a:endParaRPr>
          </a:p>
          <a:p>
            <a:pPr lvl="1"/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F919C41-FE75-0833-0CE4-3921D514E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853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Riadenie výstupu – </a:t>
            </a:r>
            <a:r>
              <a:rPr lang="sk-SK" i="1"/>
              <a:t>output </a:t>
            </a:r>
            <a:r>
              <a:rPr lang="sk-SK" i="1" err="1"/>
              <a:t>control</a:t>
            </a:r>
            <a:endParaRPr lang="sk-SK" i="1"/>
          </a:p>
        </p:txBody>
      </p:sp>
      <p:sp>
        <p:nvSpPr>
          <p:cNvPr id="586" name="Google Shape;586;p8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Umožňuje "pozdržanie" výstupu zo skriptu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Výstup sa nepošle sa okamžite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Používa sa napr. pri potrebe zaslania HTTP hlavičky počas behu skriptu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Použitie napr. ako alternatívny spôsob ošetrovania chýb v skripte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Presmerovanie na chybovú stránku v prípade vzniku chyby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Nie je potrebné inštalovať žiadne rozšírenie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Správanie je možné nastaviť v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php.ini</a:t>
            </a:r>
            <a:r>
              <a:rPr lang="sk-SK"/>
              <a:t>, alebo priamo v skripte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>
                <a:solidFill>
                  <a:schemeClr val="tx1"/>
                </a:solidFill>
              </a:rPr>
              <a:t>Štandardne je zapnuté</a:t>
            </a:r>
          </a:p>
        </p:txBody>
      </p:sp>
      <p:sp>
        <p:nvSpPr>
          <p:cNvPr id="587" name="Google Shape;587;p8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41</a:t>
            </a:fld>
            <a:endParaRPr lang="sk-SK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Užívateľská </a:t>
            </a:r>
            <a:r>
              <a:rPr lang="sk-SK" i="1"/>
              <a:t>session</a:t>
            </a:r>
          </a:p>
        </p:txBody>
      </p:sp>
      <p:sp>
        <p:nvSpPr>
          <p:cNvPr id="593" name="Google Shape;593;p8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Čo je to </a:t>
            </a:r>
            <a:r>
              <a:rPr lang="sk-SK" i="1"/>
              <a:t>session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Ako identifikovať následné prístupy z toho istého prehliadača?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Príklady: prihlásenie do aplikácie, nákupný košík, atď.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i="1"/>
              <a:t>Session </a:t>
            </a:r>
            <a:r>
              <a:rPr lang="sk-SK"/>
              <a:t>obsahujú stav webovej aplikácie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HTTP je bezstavový protokol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 každého používateľa je </a:t>
            </a:r>
            <a:r>
              <a:rPr lang="sk-SK" i="1"/>
              <a:t>session</a:t>
            </a:r>
            <a:r>
              <a:rPr lang="sk-SK"/>
              <a:t> unikátna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Používatelia nemajú prístup do </a:t>
            </a:r>
            <a:r>
              <a:rPr lang="sk-SK" i="1"/>
              <a:t>session</a:t>
            </a:r>
            <a:r>
              <a:rPr lang="sk-SK"/>
              <a:t> iného používateľa</a:t>
            </a:r>
          </a:p>
        </p:txBody>
      </p:sp>
      <p:sp>
        <p:nvSpPr>
          <p:cNvPr id="594" name="Google Shape;594;p8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42</a:t>
            </a:fld>
            <a:endParaRPr lang="sk-SK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i="1"/>
              <a:t>Session</a:t>
            </a:r>
            <a:r>
              <a:rPr lang="sk-SK"/>
              <a:t> premenné</a:t>
            </a:r>
          </a:p>
        </p:txBody>
      </p:sp>
      <p:sp>
        <p:nvSpPr>
          <p:cNvPr id="600" name="Google Shape;600;p8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-US" i="1"/>
              <a:t>Session</a:t>
            </a:r>
            <a:r>
              <a:rPr lang="sk-SK" i="1"/>
              <a:t> </a:t>
            </a:r>
            <a:r>
              <a:rPr lang="sk-SK"/>
              <a:t>premenné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i="1"/>
              <a:t>Session</a:t>
            </a:r>
            <a:r>
              <a:rPr lang="sk-SK" i="1"/>
              <a:t> </a:t>
            </a:r>
            <a:r>
              <a:rPr lang="sk-SK"/>
              <a:t>je uložená v dočasných súboroch na serveri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i="1"/>
              <a:t>Session</a:t>
            </a:r>
            <a:r>
              <a:rPr lang="sk-SK"/>
              <a:t> premenné si zachovávajú hodnotu aj po skončení skriptu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Hodnotu strácajú buď vymazaním cez PHP skript, alebo po vypršaní </a:t>
            </a:r>
            <a:r>
              <a:rPr lang="en-US" i="1"/>
              <a:t>session </a:t>
            </a:r>
            <a:r>
              <a:rPr lang="en-US"/>
              <a:t>(</a:t>
            </a:r>
            <a:r>
              <a:rPr lang="en-US" i="1"/>
              <a:t>timeout</a:t>
            </a:r>
            <a:r>
              <a:rPr lang="en-US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Identifikátor </a:t>
            </a:r>
            <a:r>
              <a:rPr lang="en-US" i="1"/>
              <a:t>session</a:t>
            </a:r>
            <a:endParaRPr lang="en-US" sz="1400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Funkcia 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session_id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Jediné, čo sa prenáša medzi prehliadačom a WWW serverom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Identifikátor </a:t>
            </a:r>
            <a:r>
              <a:rPr lang="en-US" i="1"/>
              <a:t>session</a:t>
            </a:r>
            <a:r>
              <a:rPr lang="sk-SK"/>
              <a:t> sa môže odovzdať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Cez </a:t>
            </a:r>
            <a:r>
              <a:rPr lang="en-US" i="1"/>
              <a:t>cookies</a:t>
            </a:r>
            <a:r>
              <a:rPr lang="sk-SK" i="1"/>
              <a:t> </a:t>
            </a:r>
            <a:r>
              <a:rPr lang="sk-SK"/>
              <a:t>(najčastejšie)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Prepisovaním URL (napr. ak sú </a:t>
            </a:r>
            <a:r>
              <a:rPr lang="en-US" i="1"/>
              <a:t>cookies</a:t>
            </a:r>
            <a:r>
              <a:rPr lang="sk-SK"/>
              <a:t> zakázané)</a:t>
            </a:r>
          </a:p>
        </p:txBody>
      </p:sp>
      <p:sp>
        <p:nvSpPr>
          <p:cNvPr id="601" name="Google Shape;601;p8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43</a:t>
            </a:fld>
            <a:endParaRPr lang="sk-SK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Schéma fungovania </a:t>
            </a:r>
            <a:r>
              <a:rPr lang="sk-SK" i="1"/>
              <a:t>session </a:t>
            </a:r>
            <a:r>
              <a:rPr lang="sk-SK"/>
              <a:t>cez </a:t>
            </a:r>
            <a:r>
              <a:rPr lang="sk-SK" i="1"/>
              <a:t>cookie</a:t>
            </a:r>
          </a:p>
        </p:txBody>
      </p:sp>
      <p:sp>
        <p:nvSpPr>
          <p:cNvPr id="607" name="Google Shape;607;p8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44</a:t>
            </a:fld>
            <a:endParaRPr lang="sk-SK"/>
          </a:p>
        </p:txBody>
      </p:sp>
      <p:pic>
        <p:nvPicPr>
          <p:cNvPr id="608" name="Google Shape;608;p84" descr="http://docstore.mik.ua/orelly/webprog/webdb/figs/wda_080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902" y="1713243"/>
            <a:ext cx="4402607" cy="250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5F997F15-8C88-4E7C-A9A9-57654F19F4DF}"/>
              </a:ext>
            </a:extLst>
          </p:cNvPr>
          <p:cNvSpPr txBox="1"/>
          <p:nvPr/>
        </p:nvSpPr>
        <p:spPr>
          <a:xfrm>
            <a:off x="4921690" y="4619614"/>
            <a:ext cx="3734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000">
                <a:latin typeface="Cabin"/>
              </a:rPr>
              <a:t>Zdroj: </a:t>
            </a:r>
            <a:r>
              <a:rPr lang="sk-SK" sz="1000">
                <a:latin typeface="Cabin"/>
                <a:hlinkClick r:id="rId4"/>
              </a:rPr>
              <a:t>http://docstore.mik.ua/orelly/webprog/webdb/ch08_03.htm</a:t>
            </a:r>
            <a:r>
              <a:rPr lang="sk-SK" sz="1000">
                <a:latin typeface="Cabin"/>
              </a:rPr>
              <a:t>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Práca so </a:t>
            </a:r>
            <a:r>
              <a:rPr lang="sk-SK" i="1"/>
              <a:t>session </a:t>
            </a:r>
            <a:r>
              <a:rPr lang="sk-SK"/>
              <a:t>premennými</a:t>
            </a:r>
          </a:p>
        </p:txBody>
      </p:sp>
      <p:sp>
        <p:nvSpPr>
          <p:cNvPr id="615" name="Google Shape;615;p8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876338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Každý skript musí obsahovať príkaz </a:t>
            </a:r>
            <a:r>
              <a:rPr lang="sk-SK" sz="1400" err="1">
                <a:latin typeface="Consolas" panose="020B0609020204030204" pitchFamily="49" charset="0"/>
                <a:sym typeface="Roboto Mono"/>
              </a:rPr>
              <a:t>session_start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()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Príkaz musí byť na začiatku skriptu (posiela sa </a:t>
            </a:r>
            <a:r>
              <a:rPr lang="en-US" i="1"/>
              <a:t>cookies</a:t>
            </a:r>
            <a:r>
              <a:rPr lang="sk-SK"/>
              <a:t>)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Alebo nastaviť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session.auto_start</a:t>
            </a:r>
            <a:r>
              <a:rPr lang="sk-SK"/>
              <a:t> v súbore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php.ini</a:t>
            </a:r>
            <a:br>
              <a:rPr lang="sk-SK"/>
            </a:br>
            <a:endParaRPr lang="sk-SK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K </a:t>
            </a:r>
            <a:r>
              <a:rPr lang="en-US" i="1"/>
              <a:t>session</a:t>
            </a:r>
            <a:r>
              <a:rPr lang="sk-SK" i="1"/>
              <a:t> </a:t>
            </a:r>
            <a:r>
              <a:rPr lang="sk-SK"/>
              <a:t>premenným sa pristupuje cez </a:t>
            </a:r>
            <a:r>
              <a:rPr lang="sk-SK" err="1"/>
              <a:t>superglobálne</a:t>
            </a:r>
            <a:r>
              <a:rPr lang="sk-SK"/>
              <a:t> pole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$_SESSION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Všetko okrem </a:t>
            </a:r>
            <a:r>
              <a:rPr lang="en-US" i="1"/>
              <a:t>resources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616" name="Google Shape;616;p8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45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E7759-9003-5DB7-4E99-7944AE691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504" y="2571750"/>
            <a:ext cx="2723823" cy="12384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session_start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]++;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 descr="Obrázok, na ktorom je ošatenie, ľudská tvár, osoba, dôchodca&#10;&#10;Obsah vygenerovaný pomocou AI môže byť nesprávny.">
            <a:extLst>
              <a:ext uri="{FF2B5EF4-FFF2-40B4-BE49-F238E27FC236}">
                <a16:creationId xmlns:a16="http://schemas.microsoft.com/office/drawing/2014/main" id="{18E7CE5E-1601-C931-BA9F-1359A2C70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650" y="481954"/>
            <a:ext cx="20955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Operácie so session premennými</a:t>
            </a:r>
          </a:p>
        </p:txBody>
      </p:sp>
      <p:sp>
        <p:nvSpPr>
          <p:cNvPr id="622" name="Google Shape;622;p8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Vytvorenie novej </a:t>
            </a:r>
            <a:r>
              <a:rPr lang="sk-SK" i="1" err="1"/>
              <a:t>session</a:t>
            </a:r>
            <a:r>
              <a:rPr lang="sk-SK" i="1"/>
              <a:t> </a:t>
            </a:r>
            <a:r>
              <a:rPr lang="sk-SK"/>
              <a:t>premennej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Vytvorenie nového páru kľúč/hodnota v poli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$_SESSION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Zmena hodnoty </a:t>
            </a:r>
            <a:r>
              <a:rPr lang="sk-SK" i="1" err="1"/>
              <a:t>session</a:t>
            </a:r>
            <a:r>
              <a:rPr lang="sk-SK" i="1"/>
              <a:t> </a:t>
            </a:r>
            <a:r>
              <a:rPr lang="sk-SK"/>
              <a:t>premennej</a:t>
            </a:r>
          </a:p>
          <a:p>
            <a:pPr lvl="1">
              <a:spcBef>
                <a:spcPts val="0"/>
              </a:spcBef>
            </a:pPr>
            <a:r>
              <a:rPr lang="sk-SK"/>
              <a:t>Zmena hodnoty príslušného kľúča poľa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$_SESSION</a:t>
            </a:r>
            <a:endParaRPr lang="sk-SK" sz="120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Zmazanie </a:t>
            </a:r>
            <a:r>
              <a:rPr lang="sk-SK" i="1" err="1"/>
              <a:t>session</a:t>
            </a:r>
            <a:r>
              <a:rPr lang="sk-SK" i="1"/>
              <a:t> </a:t>
            </a:r>
            <a:r>
              <a:rPr lang="sk-SK"/>
              <a:t>premennej</a:t>
            </a:r>
          </a:p>
          <a:p>
            <a:pPr lvl="1">
              <a:spcBef>
                <a:spcPts val="0"/>
              </a:spcBef>
            </a:pPr>
            <a:r>
              <a:rPr lang="sk-SK"/>
              <a:t>Funkcia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unset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($_SESSION['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kluc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'])</a:t>
            </a:r>
            <a:endParaRPr lang="sk-SK" sz="120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Zrušenie celej </a:t>
            </a:r>
            <a:r>
              <a:rPr lang="sk-SK" i="1" err="1"/>
              <a:t>session</a:t>
            </a:r>
            <a:endParaRPr lang="sk-SK" i="1"/>
          </a:p>
          <a:p>
            <a:pPr lvl="1">
              <a:spcBef>
                <a:spcPts val="0"/>
              </a:spcBef>
            </a:pPr>
            <a:r>
              <a:rPr lang="sk-SK"/>
              <a:t>Napr. odhlásenie: funkcia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session_destroy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()</a:t>
            </a:r>
            <a:endParaRPr lang="sk-SK" sz="120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 úplne korektné zrušenie </a:t>
            </a:r>
            <a:r>
              <a:rPr lang="sk-SK" i="1" err="1"/>
              <a:t>session</a:t>
            </a:r>
            <a:r>
              <a:rPr lang="sk-SK"/>
              <a:t> nutné zmazať aj </a:t>
            </a:r>
            <a:r>
              <a:rPr lang="sk-SK" i="1" err="1"/>
              <a:t>cookies</a:t>
            </a:r>
            <a:r>
              <a:rPr lang="sk-SK" i="1"/>
              <a:t> </a:t>
            </a:r>
            <a:r>
              <a:rPr lang="sk-SK"/>
              <a:t>so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session_id</a:t>
            </a:r>
            <a:endParaRPr lang="sk-SK" sz="1200">
              <a:latin typeface="Consolas" panose="020B0609020204030204" pitchFamily="49" charset="0"/>
            </a:endParaRPr>
          </a:p>
        </p:txBody>
      </p:sp>
      <p:sp>
        <p:nvSpPr>
          <p:cNvPr id="623" name="Google Shape;623;p8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46</a:t>
            </a:fld>
            <a:endParaRPr lang="sk-SK"/>
          </a:p>
        </p:txBody>
      </p:sp>
      <p:pic>
        <p:nvPicPr>
          <p:cNvPr id="2" name="Obrázok 1" descr="Obrázok, na ktorom je ošatenie, ľudská tvár, osoba, dôchodca&#10;&#10;Obsah vygenerovaný pomocou AI môže byť nesprávny.">
            <a:extLst>
              <a:ext uri="{FF2B5EF4-FFF2-40B4-BE49-F238E27FC236}">
                <a16:creationId xmlns:a16="http://schemas.microsoft.com/office/drawing/2014/main" id="{589288AD-6752-AFE6-237F-18EB7EBDC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650" y="481954"/>
            <a:ext cx="20955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korektné</a:t>
            </a:r>
            <a:r>
              <a:rPr lang="en-US"/>
              <a:t> </a:t>
            </a:r>
            <a:r>
              <a:rPr lang="sk-SK"/>
              <a:t>ukončenie </a:t>
            </a:r>
            <a:r>
              <a:rPr lang="sk-SK" i="1" err="1"/>
              <a:t>session</a:t>
            </a:r>
            <a:endParaRPr lang="sk-SK" i="1"/>
          </a:p>
        </p:txBody>
      </p:sp>
      <p:sp>
        <p:nvSpPr>
          <p:cNvPr id="630" name="Google Shape;630;p8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47</a:t>
            </a:fld>
            <a:endParaRPr lang="sk-S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8E2277-433B-D1FA-0C42-5CE8F66AE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92" y="1693202"/>
            <a:ext cx="6898195" cy="2396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Inicializácia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session_start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Vymazanie celého poľa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session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$_SESSION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Vymazanie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cookies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ini_get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session.use_cookies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session_get_cookie_params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session_name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‚'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42000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10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domain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secure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httponly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Na záver zrušenie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session_destroy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Obrázok 1" descr="Obrázok, na ktorom je ošatenie, ľudská tvár, osoba, dôchodca&#10;&#10;Obsah vygenerovaný pomocou AI môže byť nesprávny.">
            <a:extLst>
              <a:ext uri="{FF2B5EF4-FFF2-40B4-BE49-F238E27FC236}">
                <a16:creationId xmlns:a16="http://schemas.microsoft.com/office/drawing/2014/main" id="{2438605F-2894-F9AA-4959-C18025C88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650" y="481954"/>
            <a:ext cx="20955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D89E98-8828-9FCC-8555-46F9D86F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Práca so </a:t>
            </a:r>
            <a:r>
              <a:rPr lang="en-US" i="1"/>
              <a:t>session</a:t>
            </a:r>
            <a:r>
              <a:rPr lang="sk-SK"/>
              <a:t> premennými vo FW </a:t>
            </a:r>
            <a:r>
              <a:rPr lang="sk-SK" err="1"/>
              <a:t>Vaííčku</a:t>
            </a:r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4A97151-F275-6E04-50F6-3DD85F165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FW má pomocou triedy </a:t>
            </a:r>
            <a:r>
              <a:rPr lang="sk-SK" err="1">
                <a:latin typeface="Consolas" panose="020B0609020204030204" pitchFamily="49" charset="0"/>
              </a:rPr>
              <a:t>App</a:t>
            </a:r>
            <a:r>
              <a:rPr lang="sk-SK"/>
              <a:t> dostupnú </a:t>
            </a:r>
            <a:r>
              <a:rPr lang="sk-SK" err="1">
                <a:latin typeface="Consolas" panose="020B0609020204030204" pitchFamily="49" charset="0"/>
              </a:rPr>
              <a:t>Session</a:t>
            </a:r>
            <a:r>
              <a:rPr lang="sk-SK"/>
              <a:t> cez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app</a:t>
            </a:r>
            <a:r>
              <a:rPr lang="sk-SK">
                <a:latin typeface="Consolas" panose="020B0609020204030204" pitchFamily="49" charset="0"/>
              </a:rPr>
              <a:t>-&gt;</a:t>
            </a:r>
            <a:r>
              <a:rPr lang="sk-SK" err="1">
                <a:latin typeface="Consolas" panose="020B0609020204030204" pitchFamily="49" charset="0"/>
              </a:rPr>
              <a:t>getSession</a:t>
            </a:r>
            <a:r>
              <a:rPr lang="sk-SK">
                <a:latin typeface="Consolas" panose="020B0609020204030204" pitchFamily="49" charset="0"/>
              </a:rPr>
              <a:t>();</a:t>
            </a:r>
          </a:p>
          <a:p>
            <a:r>
              <a:rPr lang="sk-SK"/>
              <a:t>Trieda</a:t>
            </a:r>
            <a:r>
              <a:rPr lang="sk-SK" i="1"/>
              <a:t> </a:t>
            </a:r>
            <a:r>
              <a:rPr lang="sk-SK" err="1">
                <a:latin typeface="Consolas" panose="020B0609020204030204" pitchFamily="49" charset="0"/>
              </a:rPr>
              <a:t>Session</a:t>
            </a:r>
            <a:r>
              <a:rPr lang="sk-SK" i="1"/>
              <a:t>:</a:t>
            </a:r>
          </a:p>
          <a:p>
            <a:pPr lvl="1"/>
            <a:r>
              <a:rPr lang="sk-SK"/>
              <a:t>Automatický štart pri prvom prístupe</a:t>
            </a:r>
          </a:p>
          <a:p>
            <a:pPr lvl="1"/>
            <a:r>
              <a:rPr lang="sk-SK"/>
              <a:t>Prístup k premenným pomocou -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session</a:t>
            </a:r>
            <a:r>
              <a:rPr lang="sk-SK">
                <a:latin typeface="Consolas" panose="020B0609020204030204" pitchFamily="49" charset="0"/>
              </a:rPr>
              <a:t>-&gt;get($</a:t>
            </a:r>
            <a:r>
              <a:rPr lang="sk-SK" err="1">
                <a:latin typeface="Consolas" panose="020B0609020204030204" pitchFamily="49" charset="0"/>
              </a:rPr>
              <a:t>key</a:t>
            </a:r>
            <a:r>
              <a:rPr lang="sk-SK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sk-SK"/>
              <a:t>Nastavenie hodnoty -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session</a:t>
            </a:r>
            <a:r>
              <a:rPr lang="sk-SK">
                <a:latin typeface="Consolas" panose="020B0609020204030204" pitchFamily="49" charset="0"/>
              </a:rPr>
              <a:t>-&gt;set($</a:t>
            </a:r>
            <a:r>
              <a:rPr lang="sk-SK" err="1">
                <a:latin typeface="Consolas" panose="020B0609020204030204" pitchFamily="49" charset="0"/>
              </a:rPr>
              <a:t>key</a:t>
            </a:r>
            <a:r>
              <a:rPr lang="sk-SK">
                <a:latin typeface="Consolas" panose="020B0609020204030204" pitchFamily="49" charset="0"/>
              </a:rPr>
              <a:t>, $</a:t>
            </a:r>
            <a:r>
              <a:rPr lang="sk-SK" err="1">
                <a:latin typeface="Consolas" panose="020B0609020204030204" pitchFamily="49" charset="0"/>
              </a:rPr>
              <a:t>value</a:t>
            </a:r>
            <a:r>
              <a:rPr lang="sk-SK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sk-SK"/>
              <a:t>Odstránenie hodnoty -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session</a:t>
            </a:r>
            <a:r>
              <a:rPr lang="sk-SK">
                <a:latin typeface="Consolas" panose="020B0609020204030204" pitchFamily="49" charset="0"/>
              </a:rPr>
              <a:t>-&gt;</a:t>
            </a:r>
            <a:r>
              <a:rPr lang="sk-SK" err="1">
                <a:latin typeface="Consolas" panose="020B0609020204030204" pitchFamily="49" charset="0"/>
              </a:rPr>
              <a:t>remove</a:t>
            </a:r>
            <a:r>
              <a:rPr lang="sk-SK">
                <a:latin typeface="Consolas" panose="020B0609020204030204" pitchFamily="49" charset="0"/>
              </a:rPr>
              <a:t>($</a:t>
            </a:r>
            <a:r>
              <a:rPr lang="sk-SK" err="1">
                <a:latin typeface="Consolas" panose="020B0609020204030204" pitchFamily="49" charset="0"/>
              </a:rPr>
              <a:t>key</a:t>
            </a:r>
            <a:r>
              <a:rPr lang="sk-SK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sk-SK"/>
              <a:t>Vymazanie celej </a:t>
            </a:r>
            <a:r>
              <a:rPr lang="sk-SK" err="1"/>
              <a:t>session</a:t>
            </a:r>
            <a:r>
              <a:rPr lang="sk-SK"/>
              <a:t> -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session</a:t>
            </a:r>
            <a:r>
              <a:rPr lang="sk-SK">
                <a:latin typeface="Consolas" panose="020B0609020204030204" pitchFamily="49" charset="0"/>
              </a:rPr>
              <a:t>-&gt;</a:t>
            </a:r>
            <a:r>
              <a:rPr lang="sk-SK" err="1">
                <a:latin typeface="Consolas" panose="020B0609020204030204" pitchFamily="49" charset="0"/>
              </a:rPr>
              <a:t>clear</a:t>
            </a:r>
            <a:r>
              <a:rPr lang="sk-SK">
                <a:latin typeface="Consolas" panose="020B0609020204030204" pitchFamily="49" charset="0"/>
              </a:rPr>
              <a:t>() </a:t>
            </a:r>
            <a:r>
              <a:rPr lang="sk-SK"/>
              <a:t>/ </a:t>
            </a:r>
            <a:r>
              <a:rPr lang="sk-SK">
                <a:latin typeface="Consolas" panose="020B0609020204030204" pitchFamily="49" charset="0"/>
              </a:rPr>
              <a:t>$</a:t>
            </a:r>
            <a:r>
              <a:rPr lang="sk-SK" err="1">
                <a:latin typeface="Consolas" panose="020B0609020204030204" pitchFamily="49" charset="0"/>
              </a:rPr>
              <a:t>session</a:t>
            </a:r>
            <a:r>
              <a:rPr lang="sk-SK">
                <a:latin typeface="Consolas" panose="020B0609020204030204" pitchFamily="49" charset="0"/>
              </a:rPr>
              <a:t>-&gt;</a:t>
            </a:r>
            <a:r>
              <a:rPr lang="sk-SK" err="1">
                <a:latin typeface="Consolas" panose="020B0609020204030204" pitchFamily="49" charset="0"/>
              </a:rPr>
              <a:t>destroy</a:t>
            </a:r>
            <a:r>
              <a:rPr lang="sk-SK">
                <a:latin typeface="Consolas" panose="020B0609020204030204" pitchFamily="49" charset="0"/>
              </a:rPr>
              <a:t>() </a:t>
            </a:r>
          </a:p>
          <a:p>
            <a:pPr lvl="1"/>
            <a:endParaRPr lang="sk-SK"/>
          </a:p>
          <a:p>
            <a:pPr lvl="1"/>
            <a:endParaRPr lang="sk-SK"/>
          </a:p>
          <a:p>
            <a:pPr lvl="1"/>
            <a:endParaRPr lang="sk-SK"/>
          </a:p>
          <a:p>
            <a:endParaRPr lang="sk-SK" i="1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6FB48FD-07C1-939B-6AA8-FC358A94A7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964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72ED1C-90EE-BB17-D606-B4DEB54C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Otázka 2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FFA4783-57A5-1AC2-556A-CA0C259B1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https://www.fri.uniza.sk/cms/quizzes/questions/qr/20</a:t>
            </a:r>
            <a:endParaRPr lang="sk-SK"/>
          </a:p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CCCF9D0-469A-443D-EAB1-82F2DBFB45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49</a:t>
            </a:fld>
            <a:endParaRPr lang="en-GB"/>
          </a:p>
        </p:txBody>
      </p:sp>
      <p:pic>
        <p:nvPicPr>
          <p:cNvPr id="5" name="Obrázok 4" descr="Obrázok, na ktorom je vnútri, ľudská tvár, osoba, poháre&#10;&#10;Obsah vygenerovaný pomocou AI môže byť nesprávny.">
            <a:extLst>
              <a:ext uri="{FF2B5EF4-FFF2-40B4-BE49-F238E27FC236}">
                <a16:creationId xmlns:a16="http://schemas.microsoft.com/office/drawing/2014/main" id="{F88E4BB1-CC64-8BA5-A83F-9C63A5216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526" y="2069572"/>
            <a:ext cx="3938155" cy="294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548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PHP rozšírenia (</a:t>
            </a:r>
            <a:r>
              <a:rPr lang="sk-SK" i="1"/>
              <a:t>extensions</a:t>
            </a:r>
            <a:r>
              <a:rPr lang="sk-SK"/>
              <a:t>)</a:t>
            </a:r>
          </a:p>
        </p:txBody>
      </p:sp>
      <p:sp>
        <p:nvSpPr>
          <p:cNvPr id="305" name="Google Shape;305;p40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306" name="Google Shape;306;p40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50</a:t>
            </a:fld>
            <a:endParaRPr lang="sk-SK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PHP rozšírenia (</a:t>
            </a:r>
            <a:r>
              <a:rPr lang="sk-SK" i="1"/>
              <a:t>extensions</a:t>
            </a:r>
            <a:r>
              <a:rPr lang="sk-SK"/>
              <a:t>)</a:t>
            </a:r>
          </a:p>
        </p:txBody>
      </p:sp>
      <p:sp>
        <p:nvSpPr>
          <p:cNvPr id="312" name="Google Shape;312;p4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Rozširujú schopnosti PHP jazyka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Nie všetky funkcie PHP sú dostupné automaticky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Je potrebné ich povoliť v súbore </a:t>
            </a:r>
            <a:r>
              <a:rPr lang="sk-SK" sz="1400">
                <a:latin typeface="Consolas" panose="020B0609020204030204" pitchFamily="49" charset="0"/>
                <a:ea typeface="Roboto Mono"/>
                <a:cs typeface="Courier New" panose="02070309020205020404" pitchFamily="49" charset="0"/>
                <a:sym typeface="Roboto Mono"/>
              </a:rPr>
              <a:t>php.ini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Niektoré z nich sú navrhnuté objektovo</a:t>
            </a:r>
          </a:p>
          <a:p>
            <a:pPr marL="228600" lvl="0" indent="-1524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/>
          </a:p>
          <a:p>
            <a:pPr marL="228600" lvl="0" indent="-1524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/>
          </a:p>
          <a:p>
            <a:pPr marL="228600" lvl="0" indent="-15240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313" name="Google Shape;313;p4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51</a:t>
            </a:fld>
            <a:endParaRPr lang="sk-SK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Príklady PHP rozšírení</a:t>
            </a:r>
          </a:p>
        </p:txBody>
      </p:sp>
      <p:sp>
        <p:nvSpPr>
          <p:cNvPr id="319" name="Google Shape;319;p42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30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Ladenie</a:t>
            </a:r>
            <a:r>
              <a:rPr lang="en-US"/>
              <a:t> PHP </a:t>
            </a:r>
            <a:r>
              <a:rPr lang="sk-SK"/>
              <a:t>aplikácií</a:t>
            </a:r>
          </a:p>
          <a:p>
            <a:pPr lvl="1">
              <a:spcBef>
                <a:spcPts val="0"/>
              </a:spcBef>
            </a:pPr>
            <a:r>
              <a:rPr lang="sk-SK"/>
              <a:t>Rozšírenie </a:t>
            </a:r>
            <a:r>
              <a:rPr lang="sk-SK" sz="1200" err="1">
                <a:latin typeface="Consolas" panose="020B0609020204030204" pitchFamily="49" charset="0"/>
              </a:rPr>
              <a:t>xdebug</a:t>
            </a:r>
            <a:endParaRPr lang="en-US" sz="120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Natívna podpora viac ako 20 databáz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MySQL, PostgreSQL, Oracle, …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Manipulácia s obrázkami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Rozšírenia </a:t>
            </a:r>
            <a:r>
              <a:rPr lang="sk-SK" sz="1200">
                <a:latin typeface="Consolas" panose="020B0609020204030204" pitchFamily="49" charset="0"/>
              </a:rPr>
              <a:t>GD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ImageMagick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Gmagick</a:t>
            </a: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Manipulácia so skomprimovanými súbormi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Formáty </a:t>
            </a:r>
            <a:r>
              <a:rPr lang="sk-SK" sz="1200">
                <a:latin typeface="Consolas" panose="020B0609020204030204" pitchFamily="49" charset="0"/>
              </a:rPr>
              <a:t>bz2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gz</a:t>
            </a:r>
            <a:r>
              <a:rPr lang="sk-SK"/>
              <a:t>, </a:t>
            </a:r>
            <a:r>
              <a:rPr lang="sk-SK" sz="1200" err="1">
                <a:latin typeface="Consolas" panose="020B0609020204030204" pitchFamily="49" charset="0"/>
              </a:rPr>
              <a:t>zip</a:t>
            </a:r>
            <a:r>
              <a:rPr lang="sk-SK"/>
              <a:t>, ...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Sieťové funkcie, rôzne protokoly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E-maily, LDAP, webové služby, </a:t>
            </a:r>
            <a:r>
              <a:rPr lang="sk-SK" err="1"/>
              <a:t>cURL</a:t>
            </a: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sk-SK" sz="1600"/>
          </a:p>
        </p:txBody>
      </p:sp>
      <p:sp>
        <p:nvSpPr>
          <p:cNvPr id="320" name="Google Shape;320;p4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52</a:t>
            </a:fld>
            <a:endParaRPr lang="sk-SK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A98078-CA1E-41A7-9456-B74AE5F6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Práca s databázami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B3E3C5F-9011-4172-A637-8B8B3FEA4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F5A3265-9BDE-47B3-9A45-1849D365D6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53</a:t>
            </a:fld>
            <a:endParaRPr lang="en-GB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076C849B-5F91-4357-A19C-2D6A86A6B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435" y="665824"/>
            <a:ext cx="881339" cy="122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1628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Web a databázy</a:t>
            </a:r>
          </a:p>
        </p:txBody>
      </p:sp>
      <p:sp>
        <p:nvSpPr>
          <p:cNvPr id="333" name="Google Shape;333;p4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Takmer každá webová aplikácia používa nejakú DB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Ukladanie a vyhľadávanie dát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Databázy nemusia byť iba relačné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Napr. aj XML, objektové, </a:t>
            </a:r>
            <a:r>
              <a:rPr lang="sk-SK" err="1"/>
              <a:t>NoSQL</a:t>
            </a: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Relačné sú najčastejšie používané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>
                <a:hlinkClick r:id="rId3"/>
              </a:rPr>
              <a:t>MySQL</a:t>
            </a:r>
            <a:r>
              <a:rPr lang="sk-SK"/>
              <a:t> (</a:t>
            </a:r>
            <a:r>
              <a:rPr lang="sk-SK">
                <a:hlinkClick r:id="rId4"/>
              </a:rPr>
              <a:t>MariaDB</a:t>
            </a:r>
            <a:r>
              <a:rPr lang="sk-SK"/>
              <a:t>), </a:t>
            </a:r>
            <a:r>
              <a:rPr lang="sk-SK">
                <a:hlinkClick r:id="rId5"/>
              </a:rPr>
              <a:t>PostgreSQL</a:t>
            </a:r>
            <a:r>
              <a:rPr lang="sk-SK"/>
              <a:t>, </a:t>
            </a:r>
            <a:r>
              <a:rPr lang="sk-SK">
                <a:hlinkClick r:id="rId6"/>
              </a:rPr>
              <a:t>SQLite</a:t>
            </a:r>
            <a:r>
              <a:rPr lang="sk-SK"/>
              <a:t>, ...</a:t>
            </a:r>
          </a:p>
        </p:txBody>
      </p:sp>
      <p:sp>
        <p:nvSpPr>
          <p:cNvPr id="334" name="Google Shape;334;p4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54</a:t>
            </a:fld>
            <a:endParaRPr lang="sk-SK"/>
          </a:p>
        </p:txBody>
      </p:sp>
      <p:pic>
        <p:nvPicPr>
          <p:cNvPr id="3" name="Obrázok 2" descr="Obrázok, na ktorom je ľudská tvár, osoba, ošatenie, snímka obrazovky&#10;&#10;Obsah vygenerovaný pomocou AI môže byť nesprávny.">
            <a:extLst>
              <a:ext uri="{FF2B5EF4-FFF2-40B4-BE49-F238E27FC236}">
                <a16:creationId xmlns:a16="http://schemas.microsoft.com/office/drawing/2014/main" id="{D9CA81F7-8CF8-6890-EAA3-BD0BA392BB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2814" y="1558549"/>
            <a:ext cx="3019336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Podpora databáz v PHP</a:t>
            </a:r>
          </a:p>
        </p:txBody>
      </p:sp>
      <p:sp>
        <p:nvSpPr>
          <p:cNvPr id="340" name="Google Shape;340;p4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PHP podporuje všetky v súčasnosti používané DB systémy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MySQL, MS SQL, Oracle, PostgreSQL, …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Natívna podpora, napr. pre MySQL  (MariaDB)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err="1"/>
              <a:t>mySQLi</a:t>
            </a:r>
            <a:r>
              <a:rPr lang="sk-SK"/>
              <a:t> (objektové a procedurálne)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PDO (</a:t>
            </a:r>
            <a:r>
              <a:rPr lang="sk-SK" i="1"/>
              <a:t>PHP </a:t>
            </a:r>
            <a:r>
              <a:rPr lang="sk-SK" i="1" err="1"/>
              <a:t>Data</a:t>
            </a:r>
            <a:r>
              <a:rPr lang="sk-SK" i="1"/>
              <a:t> </a:t>
            </a:r>
            <a:r>
              <a:rPr lang="sk-SK" i="1" err="1"/>
              <a:t>Objects</a:t>
            </a:r>
            <a:r>
              <a:rPr lang="sk-SK"/>
              <a:t>) – všeobecný prístup k databáze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Podporuje výnimky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Ak používate nejaký framework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ORM (</a:t>
            </a:r>
            <a:r>
              <a:rPr lang="sk-SK" i="1" err="1"/>
              <a:t>Object</a:t>
            </a:r>
            <a:r>
              <a:rPr lang="sk-SK" i="1"/>
              <a:t> </a:t>
            </a:r>
            <a:r>
              <a:rPr lang="sk-SK" i="1" err="1"/>
              <a:t>Relational</a:t>
            </a:r>
            <a:r>
              <a:rPr lang="sk-SK" i="1"/>
              <a:t> </a:t>
            </a:r>
            <a:r>
              <a:rPr lang="sk-SK" i="1" err="1"/>
              <a:t>Mapping</a:t>
            </a:r>
            <a:r>
              <a:rPr lang="sk-SK"/>
              <a:t>)</a:t>
            </a:r>
          </a:p>
        </p:txBody>
      </p:sp>
      <p:sp>
        <p:nvSpPr>
          <p:cNvPr id="341" name="Google Shape;341;p4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55</a:t>
            </a:fld>
            <a:endParaRPr lang="sk-SK"/>
          </a:p>
        </p:txBody>
      </p:sp>
      <p:pic>
        <p:nvPicPr>
          <p:cNvPr id="3" name="Obrázok 2" descr="Obrázok, na ktorom je text, animák, ilustrácia, animovaná rozprávka&#10;&#10;Obsah vygenerovaný pomocou AI môže byť nesprávny.">
            <a:extLst>
              <a:ext uri="{FF2B5EF4-FFF2-40B4-BE49-F238E27FC236}">
                <a16:creationId xmlns:a16="http://schemas.microsoft.com/office/drawing/2014/main" id="{3E2F89CD-AE38-1825-50E3-42E8197D2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844" y="3085375"/>
            <a:ext cx="2762250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MySQL (</a:t>
            </a:r>
            <a:r>
              <a:rPr lang="sk-SK" err="1"/>
              <a:t>MariaDB</a:t>
            </a:r>
            <a:r>
              <a:rPr lang="sk-SK"/>
              <a:t>) databáza</a:t>
            </a:r>
          </a:p>
        </p:txBody>
      </p:sp>
      <p:sp>
        <p:nvSpPr>
          <p:cNvPr id="347" name="Google Shape;347;p46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56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Najčastejšie používaná DB v spojení s webom</a:t>
            </a:r>
          </a:p>
          <a:p>
            <a:pPr lvl="1">
              <a:spcBef>
                <a:spcPts val="0"/>
              </a:spcBef>
            </a:pPr>
            <a:r>
              <a:rPr lang="sk-SK"/>
              <a:t>Dostupná takmer na všetkých webhostingoch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Relačná databáza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Používa jazyk SQL na prístup k dátam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Organizácia dát do relačných tabuliek (</a:t>
            </a:r>
            <a:r>
              <a:rPr lang="sk-SK" err="1"/>
              <a:t>MyISAM</a:t>
            </a:r>
            <a:r>
              <a:rPr lang="sk-SK"/>
              <a:t>, </a:t>
            </a:r>
            <a:r>
              <a:rPr lang="sk-SK" err="1"/>
              <a:t>InnoDB</a:t>
            </a:r>
            <a:r>
              <a:rPr lang="sk-SK"/>
              <a:t>, a iné)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Nástroje na správu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PHPStorm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>
                <a:hlinkClick r:id="rId3"/>
              </a:rPr>
              <a:t>MySQL </a:t>
            </a:r>
            <a:r>
              <a:rPr lang="sk-SK" err="1">
                <a:hlinkClick r:id="rId3"/>
              </a:rPr>
              <a:t>Workbench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err="1">
                <a:hlinkClick r:id="rId4"/>
              </a:rPr>
              <a:t>phpMyAdmin</a:t>
            </a:r>
            <a:r>
              <a:rPr lang="sk-SK"/>
              <a:t> (web aplikácia)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err="1">
                <a:hlinkClick r:id="rId5"/>
              </a:rPr>
              <a:t>Adminer</a:t>
            </a:r>
            <a:r>
              <a:rPr lang="sk-SK"/>
              <a:t> (web aplikácia)</a:t>
            </a:r>
          </a:p>
        </p:txBody>
      </p:sp>
      <p:sp>
        <p:nvSpPr>
          <p:cNvPr id="348" name="Google Shape;348;p4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56</a:t>
            </a:fld>
            <a:endParaRPr lang="sk-SK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A73F637D-6FE7-474E-8D00-421D573FA4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6034" y="3540424"/>
            <a:ext cx="712929" cy="418639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4499CECD-CC5F-4689-A61A-348EB306A5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814" y="4215513"/>
            <a:ext cx="1010220" cy="160156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CF68C51B-95CB-4CBF-9F9B-F5F70F0F2F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8119" y="3285749"/>
            <a:ext cx="405401" cy="405401"/>
          </a:xfrm>
          <a:prstGeom prst="rect">
            <a:avLst/>
          </a:prstGeom>
        </p:spPr>
      </p:pic>
      <p:pic>
        <p:nvPicPr>
          <p:cNvPr id="4" name="Obrázok 3" descr="Obrázok, na ktorom je text, ľudská tvár, osoba, ošatenie&#10;&#10;Obsah vygenerovaný pomocou AI môže byť nesprávny.">
            <a:extLst>
              <a:ext uri="{FF2B5EF4-FFF2-40B4-BE49-F238E27FC236}">
                <a16:creationId xmlns:a16="http://schemas.microsoft.com/office/drawing/2014/main" id="{7F497B77-763A-E5F9-8537-7A1DD4DFAB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1881" y="1496649"/>
            <a:ext cx="2700269" cy="236003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Prístup k databáze pomocou PHP</a:t>
            </a:r>
          </a:p>
        </p:txBody>
      </p:sp>
      <p:sp>
        <p:nvSpPr>
          <p:cNvPr id="354" name="Google Shape;354;p4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AutoNum type="arabicPeriod"/>
            </a:pPr>
            <a:r>
              <a:rPr lang="sk-SK"/>
              <a:t>Pripojenie k databáze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Príkaz </a:t>
            </a:r>
            <a:r>
              <a:rPr lang="en-US" sz="1200">
                <a:latin typeface="Consolas" panose="020B0609020204030204" pitchFamily="49" charset="0"/>
              </a:rPr>
              <a:t>connect</a:t>
            </a:r>
            <a:r>
              <a:rPr lang="sk-SK" sz="1200">
                <a:latin typeface="Consolas" panose="020B0609020204030204" pitchFamily="49" charset="0"/>
              </a:rPr>
              <a:t>()</a:t>
            </a:r>
            <a:r>
              <a:rPr lang="sk-SK"/>
              <a:t>, použitie prístupových údajov (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user</a:t>
            </a:r>
            <a:r>
              <a:rPr lang="sk-SK">
                <a:sym typeface="Roboto Mono"/>
              </a:rPr>
              <a:t>, </a:t>
            </a:r>
            <a:r>
              <a:rPr lang="en-US" sz="1200">
                <a:latin typeface="Consolas" panose="020B0609020204030204" pitchFamily="49" charset="0"/>
                <a:sym typeface="Roboto Mono"/>
              </a:rPr>
              <a:t>password</a:t>
            </a:r>
            <a:r>
              <a:rPr lang="sk-SK">
                <a:sym typeface="Roboto Mono"/>
              </a:rPr>
              <a:t>, </a:t>
            </a:r>
            <a:r>
              <a:rPr lang="en-US" sz="1200">
                <a:latin typeface="Consolas" panose="020B0609020204030204" pitchFamily="49" charset="0"/>
                <a:sym typeface="Roboto Mono"/>
              </a:rPr>
              <a:t>hostname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k-SK"/>
              <a:t>Vykonanie príkazov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 zmenu, alebo výber dát (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SELECT</a:t>
            </a:r>
            <a:r>
              <a:rPr lang="sk-SK"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INSERT</a:t>
            </a:r>
            <a:r>
              <a:rPr lang="sk-SK"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UPDATE</a:t>
            </a:r>
            <a:r>
              <a:rPr lang="sk-SK"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DELETE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k-SK"/>
              <a:t>Uzatvorenie spojenia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Spojenie je automaticky ukončené aj pri skončení PHP skriptu</a:t>
            </a:r>
          </a:p>
          <a:p>
            <a:pPr marL="228600" lvl="0" indent="-1524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/>
          </a:p>
          <a:p>
            <a:pPr marL="228600" lvl="0" indent="-15240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355" name="Google Shape;355;p4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57</a:t>
            </a:fld>
            <a:endParaRPr lang="sk-SK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mySQLi alebo PDO?</a:t>
            </a:r>
          </a:p>
        </p:txBody>
      </p:sp>
      <p:sp>
        <p:nvSpPr>
          <p:cNvPr id="361" name="Google Shape;361;p4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err="1"/>
              <a:t>mySQLi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Určené priamo pre MySQL (</a:t>
            </a:r>
            <a:r>
              <a:rPr lang="sk-SK" err="1"/>
              <a:t>MariaDB</a:t>
            </a:r>
            <a:r>
              <a:rPr lang="sk-SK"/>
              <a:t>) databázy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Má aj objektové aj procedurálne API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Chyby rieši na základe notifikačných oznámení (PHP štandard)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PDO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Je určené pre rôzne DB systémy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K správnej činnosti potrebuje špecifický ovládač pre danú DB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Poskytuje jednotné API rozhranie pre rôzne DB systémy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Chyby sa oznamujú cez notifikácie alebo výnimky (dá sa nastaviť v zdrojovom kóde)</a:t>
            </a:r>
          </a:p>
        </p:txBody>
      </p:sp>
      <p:sp>
        <p:nvSpPr>
          <p:cNvPr id="362" name="Google Shape;362;p4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58</a:t>
            </a:fld>
            <a:endParaRPr lang="sk-SK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výber dát cez PDO</a:t>
            </a:r>
          </a:p>
        </p:txBody>
      </p:sp>
      <p:sp>
        <p:nvSpPr>
          <p:cNvPr id="383" name="Google Shape;383;p5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59</a:t>
            </a:fld>
            <a:endParaRPr lang="sk-S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64FB48-CD97-4CD3-9D71-71CCBCC69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94" y="1381292"/>
            <a:ext cx="8487044" cy="33614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mysql:host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servername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;dbname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dbname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Vytvorenie pripojenia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ATTR_ERRMODE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ERRMODE_EXCEPTION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"SELECT id, meno, priezvisko FROM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studenti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setFetchMode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FETCH_ASSOC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Nastav výsledok ako asociatívne pole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rowCount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 { 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Výpis zoznamu všetkých študentov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"Meno a priezvisko: 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"meno"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 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"priezvisko"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"&lt;br&gt;"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"V zozname nie sú žiadni študenti"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PDOException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"Chyba: 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Obrázok 1" descr="Obrázok, na ktorom je ošatenie, ľudská tvár, osoba, dôchodca&#10;&#10;Obsah vygenerovaný pomocou AI môže byť nesprávny.">
            <a:extLst>
              <a:ext uri="{FF2B5EF4-FFF2-40B4-BE49-F238E27FC236}">
                <a16:creationId xmlns:a16="http://schemas.microsoft.com/office/drawing/2014/main" id="{FE34690B-212D-0498-1B5D-0A736EB53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050" y="3349845"/>
            <a:ext cx="20955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i="1"/>
              <a:t>Prepared statements</a:t>
            </a:r>
          </a:p>
        </p:txBody>
      </p:sp>
      <p:sp>
        <p:nvSpPr>
          <p:cNvPr id="389" name="Google Shape;389;p5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Sú efektívnejšie ako bežné SQL dopyty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Znižujú čas potrebný na </a:t>
            </a:r>
            <a:r>
              <a:rPr lang="sk-SK" err="1"/>
              <a:t>parsovanie</a:t>
            </a:r>
            <a:r>
              <a:rPr lang="sk-SK"/>
              <a:t> SQL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Príprava príkazu sa vykonáva len raz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Znižujú nároky prenos na prenos dát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Neprenáša sa zakaždým celý SQL príkaz</a:t>
            </a:r>
          </a:p>
          <a:p>
            <a:pPr marL="61595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Účinná obrana proti </a:t>
            </a:r>
            <a:r>
              <a:rPr lang="sk-SK" i="1"/>
              <a:t>SQL </a:t>
            </a:r>
            <a:r>
              <a:rPr lang="sk-SK" i="1" err="1"/>
              <a:t>injection</a:t>
            </a:r>
            <a:endParaRPr lang="sk-SK" i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Podrobnosti pri bezpečnosti</a:t>
            </a:r>
          </a:p>
        </p:txBody>
      </p:sp>
      <p:sp>
        <p:nvSpPr>
          <p:cNvPr id="390" name="Google Shape;390;p5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60</a:t>
            </a:fld>
            <a:endParaRPr lang="sk-SK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</a:t>
            </a:r>
            <a:r>
              <a:rPr lang="sk-SK" i="1"/>
              <a:t>prepared statement</a:t>
            </a:r>
          </a:p>
        </p:txBody>
      </p:sp>
      <p:sp>
        <p:nvSpPr>
          <p:cNvPr id="404" name="Google Shape;404;p5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61</a:t>
            </a:fld>
            <a:endParaRPr lang="sk-S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42C8D2-DFE2-4666-887B-12EFE869C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94" y="1591362"/>
            <a:ext cx="6263253" cy="25894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"INSERT INTO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studenti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(meno, priezvisko) VALUES (?, ?)"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bindParam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$meno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bindParam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$priezvisko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Vloží jeden riadok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$meno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'Jano'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$priezvisko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k-SK" altLang="sk-SK" sz="1100">
                <a:solidFill>
                  <a:srgbClr val="067D17"/>
                </a:solidFill>
                <a:latin typeface="Consolas" panose="020B0609020204030204" pitchFamily="49" charset="0"/>
              </a:rPr>
              <a:t>'Mrkva'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Vloží ďalší riadok s inými hodnotami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$meno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'Fero'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$priezvisko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k-SK" altLang="sk-SK" sz="1100">
                <a:solidFill>
                  <a:srgbClr val="067D17"/>
                </a:solidFill>
                <a:latin typeface="Consolas" panose="020B0609020204030204" pitchFamily="49" charset="0"/>
              </a:rPr>
              <a:t>'Zeler'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Obrázok 1" descr="Obrázok, na ktorom je ošatenie, ľudská tvár, osoba, dôchodca&#10;&#10;Obsah vygenerovaný pomocou AI môže byť nesprávny.">
            <a:extLst>
              <a:ext uri="{FF2B5EF4-FFF2-40B4-BE49-F238E27FC236}">
                <a16:creationId xmlns:a16="http://schemas.microsoft.com/office/drawing/2014/main" id="{E7FDDCF1-03BC-5D6D-DDF5-923CEDBEB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147" y="481954"/>
            <a:ext cx="20955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Uložené procedúry (</a:t>
            </a:r>
            <a:r>
              <a:rPr lang="sk-SK" i="1"/>
              <a:t>stored procedures</a:t>
            </a:r>
            <a:r>
              <a:rPr lang="sk-SK"/>
              <a:t>)</a:t>
            </a:r>
          </a:p>
        </p:txBody>
      </p:sp>
      <p:sp>
        <p:nvSpPr>
          <p:cNvPr id="410" name="Google Shape;410;p55"/>
          <p:cNvSpPr txBox="1">
            <a:spLocks noGrp="1"/>
          </p:cNvSpPr>
          <p:nvPr>
            <p:ph type="body" idx="1"/>
          </p:nvPr>
        </p:nvSpPr>
        <p:spPr>
          <a:xfrm>
            <a:off x="435900" y="1575725"/>
            <a:ext cx="8272200" cy="3229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Sú uložené v databáze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Píšu sa v špecifických jazykoch (v MySQL napr. SQL/PSM)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Obsahujú zvyčajne komplikovanejší kód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Napr. komplexná úprava dát vo viacerých tabuľkách súčasne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Výhody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Zdieľanie kódu v rôznych aplikáciách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Jednoduché rozhranie (definované parametrami)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Menšie presuny dát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Nevýhody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Sú viazané na konkrétny DB systém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Ladenie zvyčajne nie je jednoduché</a:t>
            </a:r>
          </a:p>
        </p:txBody>
      </p:sp>
      <p:sp>
        <p:nvSpPr>
          <p:cNvPr id="411" name="Google Shape;411;p5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62</a:t>
            </a:fld>
            <a:endParaRPr lang="sk-SK"/>
          </a:p>
        </p:txBody>
      </p:sp>
      <p:pic>
        <p:nvPicPr>
          <p:cNvPr id="3" name="Obrázok 2" descr="Obrázok, na ktorom je text, chlap, ošatenie, plagát&#10;&#10;Obsah vygenerovaný pomocou AI môže byť nesprávny.">
            <a:extLst>
              <a:ext uri="{FF2B5EF4-FFF2-40B4-BE49-F238E27FC236}">
                <a16:creationId xmlns:a16="http://schemas.microsoft.com/office/drawing/2014/main" id="{EBB83AB0-8F0E-9B05-5374-64632F79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850" y="3120375"/>
            <a:ext cx="25527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uložené procedúry</a:t>
            </a:r>
          </a:p>
        </p:txBody>
      </p:sp>
      <p:sp>
        <p:nvSpPr>
          <p:cNvPr id="417" name="Google Shape;417;p5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Volanie uloženej procedúry z PHP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sk-SK"/>
              <a:t>	</a:t>
            </a:r>
          </a:p>
        </p:txBody>
      </p:sp>
      <p:sp>
        <p:nvSpPr>
          <p:cNvPr id="418" name="Google Shape;418;p5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63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5428BC-8FAC-4800-8A94-EE002CE71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2063210"/>
            <a:ext cx="6032421" cy="14314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"CALL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studenti_calc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(?)"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bindParam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PARAM_</a:t>
            </a:r>
            <a:r>
              <a:rPr kumimoji="0" lang="en-US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PARAM_INPUT_OUTPUT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4000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Spustenie uloženej procedúry so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vstupno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/výstupným parametrom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"Výsledok: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Transakcie</a:t>
            </a:r>
          </a:p>
        </p:txBody>
      </p:sp>
      <p:sp>
        <p:nvSpPr>
          <p:cNvPr id="424" name="Google Shape;424;p5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Postupnosť SQL príkazov, ktoré sa majú vykonať ako celok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Operácia sa vykoná ako celok, alebo vôbec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Dôležité pri súčasnom prístupe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Viac užívateľov potrebuje pracovať s rovnakými dátami (často prípad webu)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Zabezpečujú odolnosť voči systémovým zlyhaniam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Porucha uprostred transakcie (DB zostáva v konzistentnom stave)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Príkazy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BEGIN</a:t>
            </a:r>
            <a:r>
              <a:rPr lang="sk-SK">
                <a:sym typeface="Roboto Mono"/>
              </a:rPr>
              <a:t>,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COMMIT</a:t>
            </a:r>
            <a:r>
              <a:rPr lang="sk-SK">
                <a:sym typeface="Roboto Mono"/>
              </a:rPr>
              <a:t>, 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ROLLBACK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Štandardne DB systémy za transakciu považujú každý SQL príkaz (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autocommit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Typický príklad: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Prevod medzi účtami v banke (odpísanie a pripísanie sumy)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425" name="Google Shape;425;p5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64</a:t>
            </a:fld>
            <a:endParaRPr lang="sk-SK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riadenie transakcií (PDO)</a:t>
            </a:r>
          </a:p>
        </p:txBody>
      </p:sp>
      <p:sp>
        <p:nvSpPr>
          <p:cNvPr id="432" name="Google Shape;432;p5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65</a:t>
            </a:fld>
            <a:endParaRPr lang="sk-SK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2EAA8C-8A79-4ACE-AD96-E2A2E2626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94" y="1516862"/>
            <a:ext cx="6724918" cy="2782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...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Začiatok transakcie, vypnutie automatické</a:t>
            </a:r>
            <a:r>
              <a:rPr kumimoji="0" lang="en-US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ho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potvrdzovania (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autocommit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beginTransaction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Buď sa do DB vložia všetky záznamy, alebo žiadny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'INSERT INTO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calories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) VALUES (?, ?, ?)'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calories</a:t>
            </a:r>
            <a:r>
              <a:rPr kumimoji="0" lang="en-US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sk-SK" sz="11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Potvrdenie transakcie, opätované zapnutie automatické</a:t>
            </a:r>
            <a:r>
              <a:rPr kumimoji="0" lang="en-US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ho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potvrdzovania (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autocommit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dbh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768DF1-83DD-D8ED-B24C-3F4446D1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Práca s DB vo frameworku </a:t>
            </a:r>
            <a:r>
              <a:rPr lang="sk-SK" err="1"/>
              <a:t>Vaííčko</a:t>
            </a:r>
            <a:endParaRPr lang="sk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364ECC3-52C2-33E0-CCB8-B09920C3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3684B84-2B46-5792-57B8-8232DB623D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2059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F86155-F244-4BD2-97D0-FB6D4521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en-US" sz="2800">
                <a:latin typeface="Consolas" panose="020B0609020204030204" pitchFamily="49" charset="0"/>
              </a:rPr>
              <a:t>Connection</a:t>
            </a:r>
            <a:r>
              <a:rPr lang="sk-SK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A951C6-F10C-4C9A-BDE4-B092C9740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sk-SK"/>
              <a:t>Prístup k databáze</a:t>
            </a:r>
          </a:p>
          <a:p>
            <a:pPr lvl="1"/>
            <a:r>
              <a:rPr lang="sk-SK"/>
              <a:t>Pripojenie sa vykoná automaticky (nie je nutné sa pripájať na DB server)</a:t>
            </a:r>
          </a:p>
          <a:p>
            <a:pPr lvl="1"/>
            <a:r>
              <a:rPr lang="sk-SK"/>
              <a:t>K databáze sa pripojí, keď je to prvý krát potrebné </a:t>
            </a:r>
          </a:p>
          <a:p>
            <a:pPr lvl="1"/>
            <a:r>
              <a:rPr lang="sk-SK"/>
              <a:t>Pripojenie je realizované ako </a:t>
            </a:r>
            <a:r>
              <a:rPr lang="en-US" i="1"/>
              <a:t>singleton</a:t>
            </a:r>
          </a:p>
          <a:p>
            <a:r>
              <a:rPr lang="sk-SK"/>
              <a:t>Vykonáva SQL príkazy</a:t>
            </a:r>
          </a:p>
          <a:p>
            <a:r>
              <a:rPr lang="sk-SK"/>
              <a:t>Umožňuje ladenie SQL dopytov</a:t>
            </a:r>
          </a:p>
          <a:p>
            <a:pPr lvl="1"/>
            <a:r>
              <a:rPr lang="sk-SK"/>
              <a:t>Nastavenie v konfigurácii: </a:t>
            </a:r>
          </a:p>
          <a:p>
            <a:pPr lvl="1"/>
            <a:r>
              <a:rPr lang="sk-SK"/>
              <a:t>Pomocná trieda </a:t>
            </a:r>
            <a:r>
              <a:rPr lang="sk-SK" sz="1200" err="1">
                <a:latin typeface="Consolas" panose="020B0609020204030204" pitchFamily="49" charset="0"/>
              </a:rPr>
              <a:t>DebugStatement</a:t>
            </a:r>
            <a:endParaRPr lang="sk-SK" sz="1200">
              <a:latin typeface="Consolas" panose="020B0609020204030204" pitchFamily="49" charset="0"/>
            </a:endParaRPr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6FEB460-CAE3-451A-AD3B-65CBE99801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67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4DB089-9360-3E04-F2A1-CC53C2445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787" y="3639839"/>
            <a:ext cx="2723823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DEBUG_QUERY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5705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14966E-FED3-4A51-85EC-B243AEE8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Trieda </a:t>
            </a:r>
            <a:r>
              <a:rPr lang="sk-SK" sz="2800">
                <a:latin typeface="Consolas" panose="020B0609020204030204" pitchFamily="49" charset="0"/>
              </a:rPr>
              <a:t>Model</a:t>
            </a:r>
            <a:r>
              <a:rPr lang="sk-SK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3CA5740-DB6F-4B52-B550-E2E5D31A5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107353"/>
          </a:xfrm>
        </p:spPr>
        <p:txBody>
          <a:bodyPr/>
          <a:lstStyle/>
          <a:p>
            <a:r>
              <a:rPr lang="sk-SK"/>
              <a:t>Povinný predok pre modely v aplikácii</a:t>
            </a:r>
          </a:p>
          <a:p>
            <a:r>
              <a:rPr lang="sk-SK"/>
              <a:t>Umožňuje vykonávať základné CRUD operácie s modelom</a:t>
            </a:r>
          </a:p>
          <a:p>
            <a:pPr lvl="1"/>
            <a:r>
              <a:rPr lang="sk-SK"/>
              <a:t>Získať záznamy z DB tabuľky priradenej k modelu (aj s </a:t>
            </a:r>
            <a:r>
              <a:rPr lang="sk-SK" sz="1200">
                <a:latin typeface="Consolas" panose="020B0609020204030204" pitchFamily="49" charset="0"/>
              </a:rPr>
              <a:t>WHERE</a:t>
            </a:r>
            <a:r>
              <a:rPr lang="sk-SK"/>
              <a:t> podmienkou</a:t>
            </a:r>
            <a:r>
              <a:rPr lang="en-US"/>
              <a:t>) </a:t>
            </a:r>
            <a:endParaRPr lang="sk-SK"/>
          </a:p>
          <a:p>
            <a:pPr lvl="1"/>
            <a:r>
              <a:rPr lang="sk-SK"/>
              <a:t>Získať jeden záznam z DB tabuľky priradenej k modelu </a:t>
            </a:r>
            <a:endParaRPr lang="en-US" sz="1200">
              <a:latin typeface="Consolas" panose="020B0609020204030204" pitchFamily="49" charset="0"/>
            </a:endParaRPr>
          </a:p>
          <a:p>
            <a:pPr lvl="1"/>
            <a:r>
              <a:rPr lang="en-US"/>
              <a:t>U</a:t>
            </a:r>
            <a:r>
              <a:rPr lang="sk-SK"/>
              <a:t>l</a:t>
            </a:r>
            <a:r>
              <a:rPr lang="en-US"/>
              <a:t>o</a:t>
            </a:r>
            <a:r>
              <a:rPr lang="sk-SK"/>
              <a:t>žiť záznam do DB (operácie </a:t>
            </a:r>
            <a:r>
              <a:rPr lang="sk-SK" sz="1200">
                <a:latin typeface="Consolas" panose="020B0609020204030204" pitchFamily="49" charset="0"/>
              </a:rPr>
              <a:t>INSERT</a:t>
            </a:r>
            <a:r>
              <a:rPr lang="sk-SK"/>
              <a:t> a </a:t>
            </a:r>
            <a:r>
              <a:rPr lang="sk-SK" sz="1200">
                <a:latin typeface="Consolas" panose="020B0609020204030204" pitchFamily="49" charset="0"/>
              </a:rPr>
              <a:t>UPDATE</a:t>
            </a:r>
            <a:r>
              <a:rPr lang="sk-SK"/>
              <a:t>)</a:t>
            </a:r>
            <a:endParaRPr lang="sk-SK" sz="1200">
              <a:latin typeface="Consolas" panose="020B0609020204030204" pitchFamily="49" charset="0"/>
            </a:endParaRPr>
          </a:p>
          <a:p>
            <a:pPr lvl="1"/>
            <a:r>
              <a:rPr lang="sk-SK"/>
              <a:t>Vymazať záznam z DB</a:t>
            </a:r>
          </a:p>
          <a:p>
            <a:pPr lvl="1"/>
            <a:r>
              <a:rPr lang="sk-SK"/>
              <a:t>Získať súvisiace modely</a:t>
            </a:r>
            <a:r>
              <a:rPr lang="sk-SK" sz="1200">
                <a:latin typeface="Consolas" panose="020B0609020204030204" pitchFamily="49" charset="0"/>
              </a:rPr>
              <a:t> </a:t>
            </a:r>
          </a:p>
          <a:p>
            <a:r>
              <a:rPr lang="sk-SK"/>
              <a:t>Zložitejšie operácie je nutné si implementovať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EDDCEEF-528C-4420-ADE0-A7F812EA1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503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DB54C7-2CCF-82CE-6E0A-E16F2FBF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Vytváranie vlastných modelov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CDF92A0-B487-5A25-6A6F-B38ED1596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/>
              <a:t>Musia sa nachádzať v adresári </a:t>
            </a:r>
            <a:r>
              <a:rPr lang="en-US" sz="1400">
                <a:latin typeface="Consolas" panose="020B0609020204030204" pitchFamily="49" charset="0"/>
              </a:rPr>
              <a:t>Models</a:t>
            </a:r>
          </a:p>
          <a:p>
            <a:pPr lvl="1"/>
            <a:r>
              <a:rPr lang="sk-SK"/>
              <a:t>Nutné, aby bol potomkom triedy </a:t>
            </a:r>
            <a:r>
              <a:rPr lang="en-US" sz="1200">
                <a:latin typeface="Consolas" panose="020B0609020204030204" pitchFamily="49" charset="0"/>
              </a:rPr>
              <a:t>Framework\Core\Model</a:t>
            </a:r>
            <a:endParaRPr lang="sk-SK" sz="1200">
              <a:latin typeface="Consolas" panose="020B0609020204030204" pitchFamily="49" charset="0"/>
            </a:endParaRPr>
          </a:p>
          <a:p>
            <a:r>
              <a:rPr lang="en-US"/>
              <a:t>Model </a:t>
            </a:r>
            <a:r>
              <a:rPr lang="sk-SK"/>
              <a:t>musí mať konštruktor bez parametrov (alebo žiadny)</a:t>
            </a:r>
            <a:endParaRPr lang="en-US"/>
          </a:p>
          <a:p>
            <a:r>
              <a:rPr lang="sk-SK"/>
              <a:t>Atribúty modelov musia byť</a:t>
            </a:r>
            <a:r>
              <a:rPr lang="en-US"/>
              <a:t> </a:t>
            </a:r>
            <a:r>
              <a:rPr lang="sk-SK"/>
              <a:t>označené </a:t>
            </a:r>
            <a:r>
              <a:rPr lang="en-US" sz="1400" b="1">
                <a:latin typeface="Consolas" panose="020B0609020204030204" pitchFamily="49" charset="0"/>
              </a:rPr>
              <a:t>protected</a:t>
            </a:r>
            <a:r>
              <a:rPr lang="en-US" b="1"/>
              <a:t>!</a:t>
            </a:r>
            <a:endParaRPr lang="sk-SK" b="1"/>
          </a:p>
          <a:p>
            <a:pPr lvl="1"/>
            <a:r>
              <a:rPr lang="sk-SK"/>
              <a:t>Primárny kľúč je vhodné pomenovať </a:t>
            </a:r>
            <a:r>
              <a:rPr lang="sk-SK" sz="1200">
                <a:latin typeface="Consolas" panose="020B0609020204030204" pitchFamily="49" charset="0"/>
              </a:rPr>
              <a:t>id</a:t>
            </a:r>
            <a:r>
              <a:rPr lang="sk-SK"/>
              <a:t>, inak je potrebné prekryť metódu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getPkColumnName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</a:t>
            </a:r>
            <a:endParaRPr lang="sk-SK" sz="1200">
              <a:solidFill>
                <a:schemeClr val="tx1"/>
              </a:solidFill>
            </a:endParaRPr>
          </a:p>
          <a:p>
            <a:r>
              <a:rPr lang="sk-SK"/>
              <a:t>Konvencie:</a:t>
            </a:r>
          </a:p>
          <a:p>
            <a:pPr lvl="1"/>
            <a:r>
              <a:rPr lang="sk-SK"/>
              <a:t>Názov tabuľky v DB by mal byť v angličtine a v množnom čísle (len malé písmená)</a:t>
            </a:r>
          </a:p>
          <a:p>
            <a:pPr lvl="1"/>
            <a:r>
              <a:rPr lang="sk-SK"/>
              <a:t>Názov triedy by mal byť v angličtine a v jednotnom čísle</a:t>
            </a:r>
          </a:p>
          <a:p>
            <a:pPr lvl="1"/>
            <a:r>
              <a:rPr lang="sk-SK"/>
              <a:t>Potom nie je v modeli nutné prekryť metódu vracajúcu meno tabuľky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getTableName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</a:t>
            </a:r>
            <a:endParaRPr lang="sk-SK" sz="1200">
              <a:solidFill>
                <a:schemeClr val="tx1"/>
              </a:solidFill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BB00786-9890-F6D7-8D4E-14B4374EAC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8300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B91840-E35C-3CE8-E80B-1DDC89FD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Príklad implementácie modelu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A767AE3-00D5-F3A6-A43C-1DCB84B6F7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70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BA4EC0E-E66A-39BF-9617-659B6C2BD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49" y="1395161"/>
            <a:ext cx="7028829" cy="3239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sk-SK" sz="1000">
                <a:solidFill>
                  <a:srgbClr val="0033B3"/>
                </a:solidFill>
                <a:latin typeface="Consolas" panose="020B0609020204030204" pitchFamily="49" charset="0"/>
              </a:rPr>
              <a:t>?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$id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sk-SK" sz="1000">
                <a:solidFill>
                  <a:srgbClr val="871094"/>
                </a:solidFill>
                <a:latin typeface="Consolas" panose="020B0609020204030204" pitchFamily="49" charset="0"/>
              </a:rPr>
              <a:t>= </a:t>
            </a:r>
            <a:r>
              <a:rPr lang="en-US" altLang="sk-SK" sz="1000">
                <a:latin typeface="Consolas" panose="020B0609020204030204" pitchFamily="49" charset="0"/>
              </a:rPr>
              <a:t>null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sk-SK" sz="10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altLang="sk-SK" sz="1000">
                <a:solidFill>
                  <a:srgbClr val="0033B3"/>
                </a:solidFill>
                <a:latin typeface="Consolas" panose="020B0609020204030204" pitchFamily="49" charset="0"/>
              </a:rPr>
              <a:t>string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sk-SK" sz="10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sk-SK" sz="1000">
                <a:solidFill>
                  <a:srgbClr val="0033B3"/>
                </a:solidFill>
                <a:latin typeface="Consolas" panose="020B0609020204030204" pitchFamily="49" charset="0"/>
              </a:rPr>
              <a:t>?int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kumimoji="0" lang="en-US" altLang="sk-SK" sz="10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getText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lang="en-US" altLang="sk-SK" sz="1000">
                <a:solidFill>
                  <a:srgbClr val="0033B3"/>
                </a:solidFill>
                <a:latin typeface="Consolas" panose="020B0609020204030204" pitchFamily="49" charset="0"/>
              </a:rPr>
              <a:t>?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setText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$text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text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$text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000">
                <a:solidFill>
                  <a:srgbClr val="080808"/>
                </a:solidFill>
                <a:latin typeface="Consolas" panose="020B0609020204030204" pitchFamily="49" charset="0"/>
              </a:rPr>
              <a:t>    ... </a:t>
            </a:r>
            <a:endParaRPr kumimoji="0" lang="sk-SK" altLang="sk-SK" sz="10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FB4930-E3FE-7ED0-6F1C-B4215D892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896"/>
            <a:ext cx="6621864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539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D2DF-8EE2-55E1-787E-FE5E0903A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DD9B6B-0B09-BF8F-6B2F-1DE5D66B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Načítavanie záznamov z DB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09E0D08-D29C-EA65-CE39-C988D0844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Všetky operácie sa vykonávajú zvyčajne v modeli</a:t>
            </a:r>
          </a:p>
          <a:p>
            <a:pPr lvl="1"/>
            <a:r>
              <a:rPr lang="sk-SK"/>
              <a:t>Načítanie jedného záznamu z DB na základe primárneho kľúča (vráti jednu inštanciu modelu)</a:t>
            </a:r>
          </a:p>
          <a:p>
            <a:pPr lvl="1"/>
            <a:endParaRPr lang="sk-SK"/>
          </a:p>
          <a:p>
            <a:pPr lvl="1"/>
            <a:r>
              <a:rPr lang="sk-SK"/>
              <a:t>Načítanie všetkých záznamov  z DB (vráti pole modelov)</a:t>
            </a:r>
          </a:p>
          <a:p>
            <a:pPr lvl="1"/>
            <a:endParaRPr lang="sk-SK"/>
          </a:p>
          <a:p>
            <a:pPr lvl="1"/>
            <a:r>
              <a:rPr lang="sk-SK"/>
              <a:t>Načítanie záznamov vyhovujúcich nejakej podmienke (vráti pole modelov)</a:t>
            </a:r>
          </a:p>
          <a:p>
            <a:pPr lvl="1"/>
            <a:endParaRPr lang="sk-SK"/>
          </a:p>
          <a:p>
            <a:pPr lvl="1"/>
            <a:r>
              <a:rPr lang="sk-SK"/>
              <a:t>Načítanie záznamov vyhovujúcich nejakej podmienke s utriedením (vráti pole modelov)</a:t>
            </a:r>
          </a:p>
          <a:p>
            <a:pPr lvl="1"/>
            <a:endParaRPr lang="sk-SK"/>
          </a:p>
          <a:p>
            <a:pPr marL="615950" lvl="1" indent="0">
              <a:buNone/>
            </a:pP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716D53F-5864-1ECD-A57F-CF906ED659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71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A4B2290-7312-27D4-46F9-628802616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6576" y="2367220"/>
            <a:ext cx="2542233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ost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getOne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E08C8C2-7764-6C1E-79DD-C6C4EC7B0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6576" y="3014772"/>
            <a:ext cx="2080009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posts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4F01A60-0A2D-C834-CEF5-996B8FAC7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6576" y="3578250"/>
            <a:ext cx="3547068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posts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'title=?'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$title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4D70063-4A08-A77A-80DF-76052F45D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6576" y="4194307"/>
            <a:ext cx="4572000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posts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'title=?'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$title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'title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7115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DF435C-79A7-AA67-982E-34C49046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Načítavanie závislých záznamov z DB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8A2D056-9FC7-D564-510E-4F9C59CF4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Načítanie pomocou </a:t>
            </a:r>
            <a:r>
              <a:rPr lang="sk-SK">
                <a:latin typeface="Consolas" panose="020B0609020204030204" pitchFamily="49" charset="0"/>
              </a:rPr>
              <a:t>get*</a:t>
            </a:r>
            <a:r>
              <a:rPr lang="sk-SK" err="1">
                <a:latin typeface="Consolas" panose="020B0609020204030204" pitchFamily="49" charset="0"/>
              </a:rPr>
              <a:t>Related</a:t>
            </a:r>
            <a:r>
              <a:rPr lang="sk-SK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sk-SK"/>
              <a:t>Načítanie autora príspevku (ak sa stĺpec v príspevku volá </a:t>
            </a:r>
            <a:r>
              <a:rPr lang="sk-SK" err="1"/>
              <a:t>user_id</a:t>
            </a:r>
            <a:r>
              <a:rPr lang="sk-SK"/>
              <a:t>)</a:t>
            </a:r>
          </a:p>
          <a:p>
            <a:pPr marL="615950" lvl="1" indent="0">
              <a:buNone/>
            </a:pPr>
            <a:endParaRPr lang="sk-SK"/>
          </a:p>
          <a:p>
            <a:pPr lvl="1"/>
            <a:r>
              <a:rPr lang="sk-SK"/>
              <a:t>Načítanie autora príspevku (ak sa stĺpec v príspevku volá </a:t>
            </a:r>
            <a:r>
              <a:rPr lang="sk-SK" err="1"/>
              <a:t>author_id</a:t>
            </a:r>
            <a:r>
              <a:rPr lang="sk-SK"/>
              <a:t>)</a:t>
            </a:r>
          </a:p>
          <a:p>
            <a:pPr marL="615950" lvl="1" indent="0">
              <a:buNone/>
            </a:pPr>
            <a:endParaRPr lang="sk-SK"/>
          </a:p>
          <a:p>
            <a:pPr lvl="1"/>
            <a:r>
              <a:rPr lang="sk-SK"/>
              <a:t>Načítanie všetkých príspevkov daného autora</a:t>
            </a:r>
          </a:p>
          <a:p>
            <a:pPr lvl="1"/>
            <a:endParaRPr lang="sk-SK"/>
          </a:p>
          <a:p>
            <a:pPr lvl="1"/>
            <a:r>
              <a:rPr lang="sk-SK"/>
              <a:t>Načítanie všetkých príspevkov daného autora, s filtrom a stĺpcom ktorý sa nevolá podľa konvencií</a:t>
            </a:r>
          </a:p>
          <a:p>
            <a:pPr lvl="1"/>
            <a:endParaRPr lang="sk-SK"/>
          </a:p>
          <a:p>
            <a:pPr marL="615950" lvl="1" indent="0">
              <a:buNone/>
            </a:pP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8783204-39A4-3829-9164-DA59FEBE1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72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24DF57B-3BE2-F6B8-5D38-EA29435CC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085" y="2364341"/>
            <a:ext cx="3821951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author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$post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getOneRelated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User::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EDE6A0A-005C-44D9-216F-18DDE46FA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084" y="2986304"/>
            <a:ext cx="4798698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author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$post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getOneRelated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altLang="sk-SK" sz="1100">
                <a:solidFill>
                  <a:schemeClr val="tx1"/>
                </a:solidFill>
                <a:latin typeface="Consolas" panose="020B0609020204030204" pitchFamily="49" charset="0"/>
              </a:rPr>
              <a:t>User::</a:t>
            </a:r>
            <a:r>
              <a:rPr lang="sk-SK" altLang="sk-SK" sz="1100" err="1">
                <a:solidFill>
                  <a:srgbClr val="2530CF"/>
                </a:solidFill>
                <a:latin typeface="Consolas" panose="020B0609020204030204" pitchFamily="49" charset="0"/>
              </a:rPr>
              <a:t>class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, </a:t>
            </a:r>
            <a:r>
              <a:rPr lang="sk-SK" altLang="sk-SK" sz="1100">
                <a:solidFill>
                  <a:srgbClr val="067D17"/>
                </a:solidFill>
                <a:latin typeface="Consolas" panose="020B0609020204030204" pitchFamily="49" charset="0"/>
              </a:rPr>
              <a:t>'</a:t>
            </a:r>
            <a:r>
              <a:rPr lang="sk-SK" altLang="sk-SK" sz="1100" err="1">
                <a:solidFill>
                  <a:srgbClr val="067D17"/>
                </a:solidFill>
                <a:latin typeface="Consolas" panose="020B0609020204030204" pitchFamily="49" charset="0"/>
              </a:rPr>
              <a:t>author_id</a:t>
            </a:r>
            <a:r>
              <a:rPr lang="sk-SK" altLang="sk-SK" sz="1100">
                <a:solidFill>
                  <a:srgbClr val="067D17"/>
                </a:solidFill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8F56293-CE09-8190-8734-F1EDDD6D0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084" y="3608267"/>
            <a:ext cx="4798698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posts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$user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getAllRelated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altLang="sk-SK" sz="1100">
                <a:solidFill>
                  <a:schemeClr val="tx1"/>
                </a:solidFill>
                <a:latin typeface="Consolas" panose="020B0609020204030204" pitchFamily="49" charset="0"/>
              </a:rPr>
              <a:t>Post::</a:t>
            </a:r>
            <a:r>
              <a:rPr lang="sk-SK" altLang="sk-SK" sz="1100" err="1">
                <a:solidFill>
                  <a:srgbClr val="2530CF"/>
                </a:solidFill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C78503D-10B9-A1A4-914D-A2F1E6598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084" y="4230230"/>
            <a:ext cx="6398898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 err="1">
                <a:solidFill>
                  <a:srgbClr val="660000"/>
                </a:solidFill>
                <a:latin typeface="Consolas" panose="020B0609020204030204" pitchFamily="49" charset="0"/>
              </a:rPr>
              <a:t>posts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$user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getAllRelated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altLang="sk-SK" sz="1100">
                <a:solidFill>
                  <a:schemeClr val="tx1"/>
                </a:solidFill>
                <a:latin typeface="Consolas" panose="020B0609020204030204" pitchFamily="49" charset="0"/>
              </a:rPr>
              <a:t>Post::</a:t>
            </a:r>
            <a:r>
              <a:rPr lang="sk-SK" altLang="sk-SK" sz="1100" err="1">
                <a:solidFill>
                  <a:srgbClr val="2530CF"/>
                </a:solidFill>
                <a:latin typeface="Consolas" panose="020B0609020204030204" pitchFamily="49" charset="0"/>
              </a:rPr>
              <a:t>class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, </a:t>
            </a:r>
            <a:r>
              <a:rPr lang="sk-SK" altLang="sk-SK" sz="1100">
                <a:solidFill>
                  <a:srgbClr val="067D17"/>
                </a:solidFill>
                <a:latin typeface="Consolas" panose="020B0609020204030204" pitchFamily="49" charset="0"/>
              </a:rPr>
              <a:t>'</a:t>
            </a:r>
            <a:r>
              <a:rPr lang="sk-SK" altLang="sk-SK" sz="1100" err="1">
                <a:solidFill>
                  <a:srgbClr val="067D17"/>
                </a:solidFill>
                <a:latin typeface="Consolas" panose="020B0609020204030204" pitchFamily="49" charset="0"/>
              </a:rPr>
              <a:t>author_id</a:t>
            </a:r>
            <a:r>
              <a:rPr lang="sk-SK" altLang="sk-SK" sz="1100">
                <a:solidFill>
                  <a:srgbClr val="067D17"/>
                </a:solidFill>
                <a:latin typeface="Consolas" panose="020B0609020204030204" pitchFamily="49" charset="0"/>
              </a:rPr>
              <a:t>'</a:t>
            </a:r>
            <a:r>
              <a:rPr lang="sk-SK" altLang="sk-SK" sz="110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k-SK" altLang="sk-SK" sz="1100">
                <a:solidFill>
                  <a:srgbClr val="067D17"/>
                </a:solidFill>
                <a:latin typeface="Consolas" panose="020B0609020204030204" pitchFamily="49" charset="0"/>
              </a:rPr>
              <a:t> 'title=?'</a:t>
            </a:r>
            <a:r>
              <a:rPr lang="sk-SK" altLang="sk-SK" sz="1100">
                <a:solidFill>
                  <a:srgbClr val="080808"/>
                </a:solidFill>
                <a:latin typeface="Consolas" panose="020B0609020204030204" pitchFamily="49" charset="0"/>
              </a:rPr>
              <a:t>, [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$title</a:t>
            </a:r>
            <a:r>
              <a:rPr lang="sk-SK" altLang="sk-SK" sz="1100">
                <a:solidFill>
                  <a:srgbClr val="080808"/>
                </a:solidFill>
                <a:latin typeface="Consolas" panose="020B0609020204030204" pitchFamily="49" charset="0"/>
              </a:rPr>
              <a:t>]);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Obrázok 15">
            <a:extLst>
              <a:ext uri="{FF2B5EF4-FFF2-40B4-BE49-F238E27FC236}">
                <a16:creationId xmlns:a16="http://schemas.microsoft.com/office/drawing/2014/main" id="{927F5C31-567E-6D6E-65AB-B28462609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818" y="1432140"/>
            <a:ext cx="2127332" cy="144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895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191BEF-DDBA-733B-3A14-78DA1CAA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Ukladanie</a:t>
            </a:r>
            <a:r>
              <a:rPr lang="en-US"/>
              <a:t> </a:t>
            </a:r>
            <a:r>
              <a:rPr lang="sk-SK"/>
              <a:t>a mazanie záznamov v DB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B7C5813-4E12-0B01-8AB3-725AC755F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Ukladanie a úprava záznamov</a:t>
            </a:r>
          </a:p>
          <a:p>
            <a:pPr lvl="1"/>
            <a:r>
              <a:rPr lang="sk-SK"/>
              <a:t>Spoločná metóda </a:t>
            </a:r>
            <a:r>
              <a:rPr lang="en-US" sz="1200">
                <a:latin typeface="Consolas" panose="020B0609020204030204" pitchFamily="49" charset="0"/>
              </a:rPr>
              <a:t>save</a:t>
            </a:r>
            <a:r>
              <a:rPr lang="sk-SK" sz="1200">
                <a:latin typeface="Consolas" panose="020B0609020204030204" pitchFamily="49" charset="0"/>
              </a:rPr>
              <a:t>()</a:t>
            </a:r>
            <a:r>
              <a:rPr lang="sk-SK"/>
              <a:t> pre vkladanie (</a:t>
            </a:r>
            <a:r>
              <a:rPr lang="sk-SK" sz="1200">
                <a:latin typeface="Consolas" panose="020B0609020204030204" pitchFamily="49" charset="0"/>
              </a:rPr>
              <a:t>INSERT</a:t>
            </a:r>
            <a:r>
              <a:rPr lang="sk-SK"/>
              <a:t>) a úpravu (</a:t>
            </a:r>
            <a:r>
              <a:rPr lang="sk-SK" sz="1200">
                <a:latin typeface="Consolas" panose="020B0609020204030204" pitchFamily="49" charset="0"/>
              </a:rPr>
              <a:t>UPDATE</a:t>
            </a:r>
            <a:r>
              <a:rPr lang="sk-SK"/>
              <a:t>) záznamov</a:t>
            </a:r>
          </a:p>
          <a:p>
            <a:pPr lvl="1"/>
            <a:r>
              <a:rPr lang="sk-SK"/>
              <a:t>Ak sa primárny kľúč (atribút modelu) </a:t>
            </a:r>
            <a:r>
              <a:rPr lang="sk-SK" b="1"/>
              <a:t>rovná</a:t>
            </a:r>
            <a:r>
              <a:rPr lang="sk-SK"/>
              <a:t> </a:t>
            </a:r>
            <a:r>
              <a:rPr lang="en-US" sz="1200">
                <a:latin typeface="Consolas" panose="020B0609020204030204" pitchFamily="49" charset="0"/>
              </a:rPr>
              <a:t>null</a:t>
            </a:r>
            <a:r>
              <a:rPr lang="sk-SK"/>
              <a:t>, vykoná sa vloženie záznamu (</a:t>
            </a:r>
            <a:r>
              <a:rPr lang="sk-SK" sz="1200">
                <a:latin typeface="Consolas" panose="020B0609020204030204" pitchFamily="49" charset="0"/>
              </a:rPr>
              <a:t>INSERT</a:t>
            </a:r>
            <a:r>
              <a:rPr lang="sk-SK"/>
              <a:t>)</a:t>
            </a:r>
            <a:endParaRPr lang="sk-SK" baseline="30000"/>
          </a:p>
          <a:p>
            <a:pPr lvl="2"/>
            <a:r>
              <a:rPr lang="sk-SK" sz="1200"/>
              <a:t>Po vložení záznamu sa atribút primárneho kľúča modelu nastaví na primárny kľúč v nového záznamu v DB</a:t>
            </a:r>
          </a:p>
          <a:p>
            <a:pPr lvl="1"/>
            <a:r>
              <a:rPr lang="sk-SK"/>
              <a:t>Ak je primárny kľúč (atribút modelu) </a:t>
            </a:r>
            <a:r>
              <a:rPr lang="sk-SK" b="1"/>
              <a:t>nerovná</a:t>
            </a:r>
            <a:r>
              <a:rPr lang="sk-SK"/>
              <a:t> </a:t>
            </a:r>
            <a:r>
              <a:rPr lang="en-US" sz="1200">
                <a:latin typeface="Consolas" panose="020B0609020204030204" pitchFamily="49" charset="0"/>
              </a:rPr>
              <a:t>null</a:t>
            </a:r>
            <a:r>
              <a:rPr lang="sk-SK"/>
              <a:t>, vykoná sa úprava záznamu (</a:t>
            </a:r>
            <a:r>
              <a:rPr lang="sk-SK" sz="1200">
                <a:latin typeface="Consolas" panose="020B0609020204030204" pitchFamily="49" charset="0"/>
              </a:rPr>
              <a:t>UPDATE</a:t>
            </a:r>
            <a:r>
              <a:rPr lang="sk-SK"/>
              <a:t>)</a:t>
            </a:r>
          </a:p>
          <a:p>
            <a:pPr lvl="1"/>
            <a:endParaRPr lang="sk-SK"/>
          </a:p>
          <a:p>
            <a:r>
              <a:rPr lang="sk-SK"/>
              <a:t>Mazanie záznamu</a:t>
            </a:r>
          </a:p>
          <a:p>
            <a:pPr lvl="1"/>
            <a:r>
              <a:rPr lang="sk-SK"/>
              <a:t>Metóda </a:t>
            </a:r>
            <a:r>
              <a:rPr lang="en-US" sz="1200">
                <a:latin typeface="Consolas" panose="020B0609020204030204" pitchFamily="49" charset="0"/>
              </a:rPr>
              <a:t>delete</a:t>
            </a:r>
            <a:r>
              <a:rPr lang="sk-SK" sz="1200">
                <a:latin typeface="Consolas" panose="020B0609020204030204" pitchFamily="49" charset="0"/>
              </a:rPr>
              <a:t>()</a:t>
            </a:r>
          </a:p>
          <a:p>
            <a:pPr marL="615950" lvl="1" indent="0">
              <a:buNone/>
            </a:pP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1B2772B-C59B-6CE9-F6B7-D18BB6E5F4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73</a:t>
            </a:fld>
            <a:endParaRPr lang="en-GB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4DF0EB2-F322-2069-3DB4-40F817927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382" y="3237031"/>
            <a:ext cx="1261884" cy="2734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sk-SK" altLang="sk-SK" sz="1100">
                <a:solidFill>
                  <a:srgbClr val="660000"/>
                </a:solidFill>
                <a:latin typeface="Consolas" panose="020B0609020204030204" pitchFamily="49" charset="0"/>
              </a:rPr>
              <a:t>p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en-US" altLang="sk-SK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FD95191-EB88-96B4-74EB-D23C4DB9D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382" y="4176033"/>
            <a:ext cx="2351314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$post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en-US" altLang="sk-SK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8674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191BEF-DDBA-733B-3A14-78DA1CAA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Komplikovanejšie SQL dopyty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B7C5813-4E12-0B01-8AB3-725AC755F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DB vrstva FW priamo nepodporuje iné SQL dopyty </a:t>
            </a:r>
          </a:p>
          <a:p>
            <a:pPr lvl="1"/>
            <a:r>
              <a:rPr lang="sk-SK"/>
              <a:t>napr. </a:t>
            </a:r>
            <a:r>
              <a:rPr lang="sk-SK" sz="1200">
                <a:latin typeface="Consolas" panose="020B0609020204030204" pitchFamily="49" charset="0"/>
              </a:rPr>
              <a:t>JOIN</a:t>
            </a:r>
            <a:r>
              <a:rPr lang="sk-SK"/>
              <a:t>, </a:t>
            </a:r>
            <a:r>
              <a:rPr lang="sk-SK" sz="1200">
                <a:latin typeface="Consolas" panose="020B0609020204030204" pitchFamily="49" charset="0"/>
              </a:rPr>
              <a:t>HAVING</a:t>
            </a:r>
            <a:r>
              <a:rPr lang="sk-SK"/>
              <a:t>, </a:t>
            </a:r>
            <a:r>
              <a:rPr lang="sk-SK" sz="1200">
                <a:latin typeface="Consolas" panose="020B0609020204030204" pitchFamily="49" charset="0"/>
              </a:rPr>
              <a:t>UNION</a:t>
            </a:r>
            <a:r>
              <a:rPr lang="en-US"/>
              <a:t>, </a:t>
            </a:r>
            <a:r>
              <a:rPr lang="en-US" sz="1200">
                <a:latin typeface="Consolas" panose="020B0609020204030204" pitchFamily="49" charset="0"/>
              </a:rPr>
              <a:t>GROUP</a:t>
            </a:r>
            <a:r>
              <a:rPr lang="en-US"/>
              <a:t> </a:t>
            </a:r>
            <a:r>
              <a:rPr lang="en-US" sz="1200">
                <a:latin typeface="Consolas" panose="020B0609020204030204" pitchFamily="49" charset="0"/>
              </a:rPr>
              <a:t>BY</a:t>
            </a:r>
            <a:r>
              <a:rPr lang="sk-SK"/>
              <a:t> a pod.</a:t>
            </a:r>
          </a:p>
          <a:p>
            <a:r>
              <a:rPr lang="sk-SK" sz="1400">
                <a:latin typeface="Consolas" panose="020B0609020204030204" pitchFamily="49" charset="0"/>
              </a:rPr>
              <a:t>JOIN</a:t>
            </a:r>
            <a:r>
              <a:rPr lang="sk-SK"/>
              <a:t> možné vyriešiť na úrovni OOP (asociácia, kompozícia)</a:t>
            </a:r>
          </a:p>
          <a:p>
            <a:r>
              <a:rPr lang="sk-SK"/>
              <a:t>Nie je implementovaná podpora transakcií a uložených procedúr</a:t>
            </a:r>
          </a:p>
          <a:p>
            <a:r>
              <a:rPr lang="sk-SK"/>
              <a:t>Všetky tieto operácie je možné si implementovať, keďže máte k dispozícii spojenie na DB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1B2772B-C59B-6CE9-F6B7-D18BB6E5F4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74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AD5B418-E760-2ED0-FA07-15C531DDB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50" y="3203335"/>
            <a:ext cx="6724918" cy="10454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sk-SK" sz="1100">
                <a:latin typeface="Consolas" panose="020B0609020204030204" pitchFamily="49" charset="0"/>
              </a:rPr>
              <a:t>Model::</a:t>
            </a:r>
            <a:r>
              <a:rPr lang="en-US" altLang="sk-SK" sz="1100" err="1">
                <a:solidFill>
                  <a:srgbClr val="00627A"/>
                </a:solidFill>
                <a:latin typeface="Consolas" panose="020B0609020204030204" pitchFamily="49" charset="0"/>
              </a:rPr>
              <a:t>getConnection</a:t>
            </a:r>
            <a:r>
              <a:rPr lang="en-US" altLang="sk-SK" sz="1100">
                <a:latin typeface="Consolas" panose="020B0609020204030204" pitchFamily="49" charset="0"/>
              </a:rPr>
              <a:t>()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prepare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"SELECT MAX(id) AS MAX_POST</a:t>
            </a:r>
            <a:r>
              <a:rPr kumimoji="0" lang="en-US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FROM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posts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PDO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FETCH_ASSOC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$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['MAX_POST</a:t>
            </a:r>
            <a:r>
              <a:rPr kumimoji="0" lang="en-US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'] obsahuje výsledok</a:t>
            </a:r>
            <a:endParaRPr kumimoji="0" lang="en-US" altLang="sk-SK" sz="1100" b="0" i="1" u="none" strike="noStrike" cap="none" normalizeH="0" baseline="0">
              <a:ln>
                <a:noFill/>
              </a:ln>
              <a:solidFill>
                <a:srgbClr val="8C8C8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sk-SK" sz="1100" i="1">
                <a:solidFill>
                  <a:srgbClr val="8C8C8C"/>
                </a:solidFill>
                <a:latin typeface="Consolas" panose="020B0609020204030204" pitchFamily="49" charset="0"/>
              </a:rPr>
              <a:t>...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349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F9FBF5-431D-EAB2-F5EA-BED0BD67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Otázka 3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9E31003-0150-7A66-2162-7ED614CE2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https://www.fri.uniza.sk/cms/quizzes/questions/qr/21</a:t>
            </a:r>
            <a:endParaRPr lang="sk-SK"/>
          </a:p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CD74827-7891-C584-0595-FF70DD833D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75</a:t>
            </a:fld>
            <a:endParaRPr lang="en-GB"/>
          </a:p>
        </p:txBody>
      </p:sp>
      <p:pic>
        <p:nvPicPr>
          <p:cNvPr id="5" name="Obrázok 4" descr="Obrázok, na ktorom je vnútri, ľudská tvár, osoba, poháre&#10;&#10;Obsah vygenerovaný pomocou AI môže byť nesprávny.">
            <a:extLst>
              <a:ext uri="{FF2B5EF4-FFF2-40B4-BE49-F238E27FC236}">
                <a16:creationId xmlns:a16="http://schemas.microsoft.com/office/drawing/2014/main" id="{71C96995-008D-4AC6-5B5A-21B152514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526" y="2069572"/>
            <a:ext cx="3938155" cy="294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0617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B2D83F1BFE774693A9D47ED296DF0D" ma:contentTypeVersion="9" ma:contentTypeDescription="Umožňuje vytvoriť nový dokument." ma:contentTypeScope="" ma:versionID="a0f11edb5842bdec17c7166d9f93098c">
  <xsd:schema xmlns:xsd="http://www.w3.org/2001/XMLSchema" xmlns:xs="http://www.w3.org/2001/XMLSchema" xmlns:p="http://schemas.microsoft.com/office/2006/metadata/properties" xmlns:ns2="7d1569f7-a9ba-4934-9f41-02a47fb0fb0d" targetNamespace="http://schemas.microsoft.com/office/2006/metadata/properties" ma:root="true" ma:fieldsID="acdd947311fb30421f151dd9379423c4" ns2:_="">
    <xsd:import namespace="7d1569f7-a9ba-4934-9f41-02a47fb0f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569f7-a9ba-4934-9f41-02a47fb0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EE317A-3BC9-4C41-AAD3-C9262BBEE2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4DAA2E-4DED-4D37-A6BE-C46D1A393F23}"/>
</file>

<file path=customXml/itemProps3.xml><?xml version="1.0" encoding="utf-8"?>
<ds:datastoreItem xmlns:ds="http://schemas.openxmlformats.org/officeDocument/2006/customXml" ds:itemID="{66F5CD19-B847-4613-88F5-5F92C6035563}">
  <ds:schemaRefs>
    <ds:schemaRef ds:uri="17997581-6305-4412-b1ec-da9a29fddff1"/>
    <ds:schemaRef ds:uri="dd2fa11e-5d6d-4f8f-8f02-a7597448bd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75</Slides>
  <Notes>55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Dividenda</vt:lpstr>
      <vt:lpstr>Spolupráca PHP a DB</vt:lpstr>
      <vt:lpstr>PowerPoint Presentation</vt:lpstr>
      <vt:lpstr>HTML formuláre a ich spracovanie v PHP</vt:lpstr>
      <vt:lpstr>HTML formuláre</vt:lpstr>
      <vt:lpstr>Formulárové prvky</vt:lpstr>
      <vt:lpstr>Značka form </vt:lpstr>
      <vt:lpstr>Základné formulárové elementy</vt:lpstr>
      <vt:lpstr>Zaškrtávacie a prepínacie polia</vt:lpstr>
      <vt:lpstr>Ďalšie elementy typu input (HTML5)</vt:lpstr>
      <vt:lpstr>Skryté polia</vt:lpstr>
      <vt:lpstr>Tlačidlá (1)</vt:lpstr>
      <vt:lpstr>Odoslanie súboru</vt:lpstr>
      <vt:lpstr>Viacriadkové textové vstupy</vt:lpstr>
      <vt:lpstr>WYSIWYG editory</vt:lpstr>
      <vt:lpstr>Výberové zoznamy</vt:lpstr>
      <vt:lpstr>Príklad – výberové zoznamy</vt:lpstr>
      <vt:lpstr>Autocomplete</vt:lpstr>
      <vt:lpstr>Niektoré ďalšie atribúty formulárových prvkov </vt:lpstr>
      <vt:lpstr>Atribúty pre validáciu formulárov</vt:lpstr>
      <vt:lpstr>Priradenie menoviek k prvkom</vt:lpstr>
      <vt:lpstr>Definovanie štruktúry formulára</vt:lpstr>
      <vt:lpstr>Otázka 1</vt:lpstr>
      <vt:lpstr>Prenos dát z formulára na server</vt:lpstr>
      <vt:lpstr>Príklad: HTML formulár</vt:lpstr>
      <vt:lpstr>Odoslanie dát z formulára</vt:lpstr>
      <vt:lpstr>Porovnanie metód get a post</vt:lpstr>
      <vt:lpstr>Prehľad superglobálnych polí</vt:lpstr>
      <vt:lpstr>Príklad – spracovanie formulárov</vt:lpstr>
      <vt:lpstr>Spracovanie formulárov vo FW Vaííčko</vt:lpstr>
      <vt:lpstr>Formuláre – upload súborov (1)</vt:lpstr>
      <vt:lpstr>Formuláre – upload súborov (2)</vt:lpstr>
      <vt:lpstr>Upload súborov vo FW Vaííčko</vt:lpstr>
      <vt:lpstr>Cookies, HTTP hlavičky, sessions </vt:lpstr>
      <vt:lpstr>Cookies</vt:lpstr>
      <vt:lpstr>Schéma fungovania cookies</vt:lpstr>
      <vt:lpstr>Cookies – technické detaily</vt:lpstr>
      <vt:lpstr>Operácie s cookies</vt:lpstr>
      <vt:lpstr>Práca s cookies v PHP</vt:lpstr>
      <vt:lpstr>Práca s hlavičkami HTTP</vt:lpstr>
      <vt:lpstr>Podpora cookies a hlavičiek HTTP vo FW Vaííčko</vt:lpstr>
      <vt:lpstr>Riadenie výstupu – output control</vt:lpstr>
      <vt:lpstr>Užívateľská session</vt:lpstr>
      <vt:lpstr>Session premenné</vt:lpstr>
      <vt:lpstr>Schéma fungovania session cez cookie</vt:lpstr>
      <vt:lpstr>Práca so session premennými</vt:lpstr>
      <vt:lpstr>Operácie so session premennými</vt:lpstr>
      <vt:lpstr>Príklad – korektné ukončenie session</vt:lpstr>
      <vt:lpstr>Práca so session premennými vo FW Vaííčku</vt:lpstr>
      <vt:lpstr>Otázka 2</vt:lpstr>
      <vt:lpstr>PHP rozšírenia (extensions)</vt:lpstr>
      <vt:lpstr>PHP rozšírenia (extensions)</vt:lpstr>
      <vt:lpstr>Príklady PHP rozšírení</vt:lpstr>
      <vt:lpstr>Práca s databázami</vt:lpstr>
      <vt:lpstr>Web a databázy</vt:lpstr>
      <vt:lpstr>Podpora databáz v PHP</vt:lpstr>
      <vt:lpstr>MySQL (MariaDB) databáza</vt:lpstr>
      <vt:lpstr>Prístup k databáze pomocou PHP</vt:lpstr>
      <vt:lpstr>mySQLi alebo PDO?</vt:lpstr>
      <vt:lpstr>Príklad – výber dát cez PDO</vt:lpstr>
      <vt:lpstr>Prepared statements</vt:lpstr>
      <vt:lpstr>Príklad – prepared statement</vt:lpstr>
      <vt:lpstr>Uložené procedúry (stored procedures)</vt:lpstr>
      <vt:lpstr>Príklad – uložené procedúry</vt:lpstr>
      <vt:lpstr>Transakcie</vt:lpstr>
      <vt:lpstr>Príklad – riadenie transakcií (PDO)</vt:lpstr>
      <vt:lpstr>Práca s DB vo frameworku Vaííčko</vt:lpstr>
      <vt:lpstr>Trieda Connection </vt:lpstr>
      <vt:lpstr>Trieda Model </vt:lpstr>
      <vt:lpstr>Vytváranie vlastných modelov</vt:lpstr>
      <vt:lpstr>Príklad implementácie modelu</vt:lpstr>
      <vt:lpstr>Načítavanie záznamov z DB </vt:lpstr>
      <vt:lpstr>Načítavanie závislých záznamov z DB </vt:lpstr>
      <vt:lpstr>Ukladanie a mazanie záznamov v DB</vt:lpstr>
      <vt:lpstr>Komplikovanejšie SQL dopyty</vt:lpstr>
      <vt:lpstr>Otázka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Jazyk PHP III. </dc:title>
  <cp:revision>1</cp:revision>
  <dcterms:modified xsi:type="dcterms:W3CDTF">2025-10-28T15:00:19Z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0x0101003AB2D83F1BFE774693A9D47ED296DF0D</vt:lpwstr>
  </property>
  <property fmtid="{D5CDD505-2E9C-101B-9397-08002B2CF9AE}" pid="3" name="MediaServiceImageTags">
    <vt:lpwstr/>
  </property>
  <property fmtid="{D5CDD505-2E9C-101B-9397-08002B2CF9AE}" pid="4" name="Order">
    <vt:r8>69700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