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4"/>
  </p:sldMasterIdLst>
  <p:notesMasterIdLst>
    <p:notesMasterId r:id="rId61"/>
  </p:notesMasterIdLst>
  <p:sldIdLst>
    <p:sldId id="256" r:id="rId5"/>
    <p:sldId id="258" r:id="rId6"/>
    <p:sldId id="259" r:id="rId7"/>
    <p:sldId id="337" r:id="rId8"/>
    <p:sldId id="341" r:id="rId9"/>
    <p:sldId id="261" r:id="rId10"/>
    <p:sldId id="262" r:id="rId11"/>
    <p:sldId id="351" r:id="rId12"/>
    <p:sldId id="263" r:id="rId13"/>
    <p:sldId id="264" r:id="rId14"/>
    <p:sldId id="265" r:id="rId15"/>
    <p:sldId id="353" r:id="rId16"/>
    <p:sldId id="267" r:id="rId17"/>
    <p:sldId id="352" r:id="rId18"/>
    <p:sldId id="347" r:id="rId19"/>
    <p:sldId id="354" r:id="rId20"/>
    <p:sldId id="266" r:id="rId21"/>
    <p:sldId id="269" r:id="rId22"/>
    <p:sldId id="270" r:id="rId23"/>
    <p:sldId id="271" r:id="rId24"/>
    <p:sldId id="272" r:id="rId25"/>
    <p:sldId id="273" r:id="rId26"/>
    <p:sldId id="274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331" r:id="rId36"/>
    <p:sldId id="340" r:id="rId37"/>
    <p:sldId id="286" r:id="rId38"/>
    <p:sldId id="338" r:id="rId39"/>
    <p:sldId id="295" r:id="rId40"/>
    <p:sldId id="339" r:id="rId41"/>
    <p:sldId id="296" r:id="rId42"/>
    <p:sldId id="348" r:id="rId43"/>
    <p:sldId id="293" r:id="rId44"/>
    <p:sldId id="294" r:id="rId45"/>
    <p:sldId id="288" r:id="rId46"/>
    <p:sldId id="289" r:id="rId47"/>
    <p:sldId id="290" r:id="rId48"/>
    <p:sldId id="291" r:id="rId49"/>
    <p:sldId id="292" r:id="rId50"/>
    <p:sldId id="298" r:id="rId51"/>
    <p:sldId id="332" r:id="rId52"/>
    <p:sldId id="335" r:id="rId53"/>
    <p:sldId id="297" r:id="rId54"/>
    <p:sldId id="299" r:id="rId55"/>
    <p:sldId id="359" r:id="rId56"/>
    <p:sldId id="349" r:id="rId57"/>
    <p:sldId id="356" r:id="rId58"/>
    <p:sldId id="357" r:id="rId59"/>
    <p:sldId id="358" r:id="rId6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5DCAD-17F8-4C0B-A956-07049F87076C}" v="6" dt="2025-09-23T15:54:53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j Meško" userId="062c2383-de57-4e48-ad9d-f32974fd8a05" providerId="ADAL" clId="{1D0A64AA-DEBC-4462-AB80-F7F40C35911F}"/>
    <pc:docChg chg="modSld">
      <pc:chgData name="Matej Meško" userId="062c2383-de57-4e48-ad9d-f32974fd8a05" providerId="ADAL" clId="{1D0A64AA-DEBC-4462-AB80-F7F40C35911F}" dt="2021-10-05T08:39:17.292" v="0" actId="20577"/>
      <pc:docMkLst>
        <pc:docMk/>
      </pc:docMkLst>
      <pc:sldChg chg="modSp mod">
        <pc:chgData name="Matej Meško" userId="062c2383-de57-4e48-ad9d-f32974fd8a05" providerId="ADAL" clId="{1D0A64AA-DEBC-4462-AB80-F7F40C35911F}" dt="2021-10-05T08:39:17.292" v="0" actId="20577"/>
        <pc:sldMkLst>
          <pc:docMk/>
          <pc:sldMk cId="0" sldId="296"/>
        </pc:sldMkLst>
      </pc:sldChg>
    </pc:docChg>
  </pc:docChgLst>
  <pc:docChgLst>
    <pc:chgData name="Patrik Hrkút" userId="69b41f3f-cce6-4833-b1b6-94a378442888" providerId="ADAL" clId="{904E007D-D095-4980-A222-2D8613ABE1C7}"/>
    <pc:docChg chg="modSld">
      <pc:chgData name="Patrik Hrkút" userId="69b41f3f-cce6-4833-b1b6-94a378442888" providerId="ADAL" clId="{904E007D-D095-4980-A222-2D8613ABE1C7}" dt="2022-09-13T21:17:56.662" v="70" actId="20577"/>
      <pc:docMkLst>
        <pc:docMk/>
      </pc:docMkLst>
      <pc:sldChg chg="modSp mod">
        <pc:chgData name="Patrik Hrkút" userId="69b41f3f-cce6-4833-b1b6-94a378442888" providerId="ADAL" clId="{904E007D-D095-4980-A222-2D8613ABE1C7}" dt="2022-09-13T21:17:56.662" v="70" actId="20577"/>
        <pc:sldMkLst>
          <pc:docMk/>
          <pc:sldMk cId="0" sldId="259"/>
        </pc:sldMkLst>
      </pc:sldChg>
    </pc:docChg>
  </pc:docChgLst>
  <pc:docChgLst>
    <pc:chgData name="Patrik Hrkút" userId="69b41f3f-cce6-4833-b1b6-94a378442888" providerId="ADAL" clId="{FE203780-77F9-4ADA-9A3B-854B6F1E16A0}"/>
    <pc:docChg chg="undo redo custSel modSld">
      <pc:chgData name="Patrik Hrkút" userId="69b41f3f-cce6-4833-b1b6-94a378442888" providerId="ADAL" clId="{FE203780-77F9-4ADA-9A3B-854B6F1E16A0}" dt="2024-09-23T06:14:38.872" v="107" actId="20577"/>
      <pc:docMkLst>
        <pc:docMk/>
      </pc:docMkLst>
      <pc:sldChg chg="modSp mod">
        <pc:chgData name="Patrik Hrkút" userId="69b41f3f-cce6-4833-b1b6-94a378442888" providerId="ADAL" clId="{FE203780-77F9-4ADA-9A3B-854B6F1E16A0}" dt="2024-09-23T06:14:38.872" v="107" actId="20577"/>
        <pc:sldMkLst>
          <pc:docMk/>
          <pc:sldMk cId="0" sldId="256"/>
        </pc:sldMkLst>
      </pc:sldChg>
      <pc:sldChg chg="modSp mod">
        <pc:chgData name="Patrik Hrkút" userId="69b41f3f-cce6-4833-b1b6-94a378442888" providerId="ADAL" clId="{FE203780-77F9-4ADA-9A3B-854B6F1E16A0}" dt="2024-09-23T06:06:34.700" v="47" actId="108"/>
        <pc:sldMkLst>
          <pc:docMk/>
          <pc:sldMk cId="0" sldId="259"/>
        </pc:sldMkLst>
      </pc:sldChg>
      <pc:sldChg chg="modSp mod">
        <pc:chgData name="Patrik Hrkút" userId="69b41f3f-cce6-4833-b1b6-94a378442888" providerId="ADAL" clId="{FE203780-77F9-4ADA-9A3B-854B6F1E16A0}" dt="2024-09-23T06:07:14.790" v="103" actId="20577"/>
        <pc:sldMkLst>
          <pc:docMk/>
          <pc:sldMk cId="4170504939" sldId="337"/>
        </pc:sldMkLst>
      </pc:sldChg>
    </pc:docChg>
  </pc:docChgLst>
  <pc:docChgLst>
    <pc:chgData name="Patrik Hrkút" userId="S::hrkut@uniza.sk::69b41f3f-cce6-4833-b1b6-94a378442888" providerId="AD" clId="Web-{F47B9573-D413-4738-BF64-B81B4F1B54F7}"/>
    <pc:docChg chg="modSld">
      <pc:chgData name="Patrik Hrkút" userId="S::hrkut@uniza.sk::69b41f3f-cce6-4833-b1b6-94a378442888" providerId="AD" clId="Web-{F47B9573-D413-4738-BF64-B81B4F1B54F7}" dt="2021-09-28T07:25:09.421" v="11" actId="20577"/>
      <pc:docMkLst>
        <pc:docMk/>
      </pc:docMkLst>
      <pc:sldChg chg="modSp">
        <pc:chgData name="Patrik Hrkút" userId="S::hrkut@uniza.sk::69b41f3f-cce6-4833-b1b6-94a378442888" providerId="AD" clId="Web-{F47B9573-D413-4738-BF64-B81B4F1B54F7}" dt="2021-09-28T07:25:09.421" v="11" actId="20577"/>
        <pc:sldMkLst>
          <pc:docMk/>
          <pc:sldMk cId="0" sldId="259"/>
        </pc:sldMkLst>
      </pc:sldChg>
    </pc:docChg>
  </pc:docChgLst>
  <pc:docChgLst>
    <pc:chgData name="Patrik Hrkút" userId="69b41f3f-cce6-4833-b1b6-94a378442888" providerId="ADAL" clId="{D58DD475-B19D-4165-9748-E5E2CD4687BF}"/>
    <pc:docChg chg="custSel delSld modSld sldOrd">
      <pc:chgData name="Patrik Hrkút" userId="69b41f3f-cce6-4833-b1b6-94a378442888" providerId="ADAL" clId="{D58DD475-B19D-4165-9748-E5E2CD4687BF}" dt="2021-10-11T12:09:03.912" v="116" actId="20577"/>
      <pc:docMkLst>
        <pc:docMk/>
      </pc:docMkLst>
      <pc:sldChg chg="del ord">
        <pc:chgData name="Patrik Hrkút" userId="69b41f3f-cce6-4833-b1b6-94a378442888" providerId="ADAL" clId="{D58DD475-B19D-4165-9748-E5E2CD4687BF}" dt="2021-10-11T12:07:19.805" v="76" actId="47"/>
        <pc:sldMkLst>
          <pc:docMk/>
          <pc:sldMk cId="0" sldId="317"/>
        </pc:sldMkLst>
      </pc:sldChg>
      <pc:sldChg chg="modSp mod">
        <pc:chgData name="Patrik Hrkút" userId="69b41f3f-cce6-4833-b1b6-94a378442888" providerId="ADAL" clId="{D58DD475-B19D-4165-9748-E5E2CD4687BF}" dt="2021-10-11T12:08:09.919" v="105" actId="20577"/>
        <pc:sldMkLst>
          <pc:docMk/>
          <pc:sldMk cId="0" sldId="327"/>
        </pc:sldMkLst>
      </pc:sldChg>
      <pc:sldChg chg="modSp mod">
        <pc:chgData name="Patrik Hrkút" userId="69b41f3f-cce6-4833-b1b6-94a378442888" providerId="ADAL" clId="{D58DD475-B19D-4165-9748-E5E2CD4687BF}" dt="2021-10-11T12:08:39.762" v="114" actId="20577"/>
        <pc:sldMkLst>
          <pc:docMk/>
          <pc:sldMk cId="0" sldId="328"/>
        </pc:sldMkLst>
      </pc:sldChg>
      <pc:sldChg chg="modSp mod">
        <pc:chgData name="Patrik Hrkút" userId="69b41f3f-cce6-4833-b1b6-94a378442888" providerId="ADAL" clId="{D58DD475-B19D-4165-9748-E5E2CD4687BF}" dt="2021-10-11T12:09:03.912" v="116" actId="20577"/>
        <pc:sldMkLst>
          <pc:docMk/>
          <pc:sldMk cId="0" sldId="329"/>
        </pc:sldMkLst>
      </pc:sldChg>
      <pc:sldChg chg="modSp mod">
        <pc:chgData name="Patrik Hrkút" userId="69b41f3f-cce6-4833-b1b6-94a378442888" providerId="ADAL" clId="{D58DD475-B19D-4165-9748-E5E2CD4687BF}" dt="2021-10-11T12:08:04.117" v="104" actId="20577"/>
        <pc:sldMkLst>
          <pc:docMk/>
          <pc:sldMk cId="3118528264" sldId="330"/>
        </pc:sldMkLst>
      </pc:sldChg>
    </pc:docChg>
  </pc:docChgLst>
  <pc:docChgLst>
    <pc:chgData name="Matej Meško" userId="062c2383-de57-4e48-ad9d-f32974fd8a05" providerId="ADAL" clId="{5BD76BF1-D393-4B61-99CB-8916071C6715}"/>
    <pc:docChg chg="modSld">
      <pc:chgData name="Matej Meško" userId="062c2383-de57-4e48-ad9d-f32974fd8a05" providerId="ADAL" clId="{5BD76BF1-D393-4B61-99CB-8916071C6715}" dt="2023-09-28T06:19:35.220" v="6" actId="400"/>
      <pc:docMkLst>
        <pc:docMk/>
      </pc:docMkLst>
      <pc:sldChg chg="modSp mod">
        <pc:chgData name="Matej Meško" userId="062c2383-de57-4e48-ad9d-f32974fd8a05" providerId="ADAL" clId="{5BD76BF1-D393-4B61-99CB-8916071C6715}" dt="2023-09-28T06:19:35.220" v="6" actId="400"/>
        <pc:sldMkLst>
          <pc:docMk/>
          <pc:sldMk cId="1855348939" sldId="345"/>
        </pc:sldMkLst>
      </pc:sldChg>
    </pc:docChg>
  </pc:docChgLst>
  <pc:docChgLst>
    <pc:chgData name="Patrik Hrkút" userId="69b41f3f-cce6-4833-b1b6-94a378442888" providerId="ADAL" clId="{5D5CA39B-A596-4C12-98D3-E8D399FAFA1F}"/>
    <pc:docChg chg="undo custSel addSld modSld">
      <pc:chgData name="Patrik Hrkút" userId="69b41f3f-cce6-4833-b1b6-94a378442888" providerId="ADAL" clId="{5D5CA39B-A596-4C12-98D3-E8D399FAFA1F}" dt="2021-10-04T21:04:03.428" v="216" actId="20577"/>
      <pc:docMkLst>
        <pc:docMk/>
      </pc:docMkLst>
      <pc:sldChg chg="modSp mod">
        <pc:chgData name="Patrik Hrkút" userId="69b41f3f-cce6-4833-b1b6-94a378442888" providerId="ADAL" clId="{5D5CA39B-A596-4C12-98D3-E8D399FAFA1F}" dt="2021-10-03T08:24:58.254" v="1" actId="1076"/>
        <pc:sldMkLst>
          <pc:docMk/>
          <pc:sldMk cId="0" sldId="256"/>
        </pc:sldMkLst>
      </pc:sldChg>
      <pc:sldChg chg="modSp mod">
        <pc:chgData name="Patrik Hrkút" userId="69b41f3f-cce6-4833-b1b6-94a378442888" providerId="ADAL" clId="{5D5CA39B-A596-4C12-98D3-E8D399FAFA1F}" dt="2021-10-03T08:25:23.845" v="3" actId="1076"/>
        <pc:sldMkLst>
          <pc:docMk/>
          <pc:sldMk cId="0" sldId="257"/>
        </pc:sldMkLst>
      </pc:sldChg>
      <pc:sldChg chg="modSp mod">
        <pc:chgData name="Patrik Hrkút" userId="69b41f3f-cce6-4833-b1b6-94a378442888" providerId="ADAL" clId="{5D5CA39B-A596-4C12-98D3-E8D399FAFA1F}" dt="2021-10-04T20:47:28.361" v="30" actId="5793"/>
        <pc:sldMkLst>
          <pc:docMk/>
          <pc:sldMk cId="0" sldId="296"/>
        </pc:sldMkLst>
      </pc:sldChg>
      <pc:sldChg chg="modSp mod">
        <pc:chgData name="Patrik Hrkút" userId="69b41f3f-cce6-4833-b1b6-94a378442888" providerId="ADAL" clId="{5D5CA39B-A596-4C12-98D3-E8D399FAFA1F}" dt="2021-10-04T20:47:39.762" v="31" actId="14100"/>
        <pc:sldMkLst>
          <pc:docMk/>
          <pc:sldMk cId="0" sldId="302"/>
        </pc:sldMkLst>
      </pc:sldChg>
      <pc:sldChg chg="addSp modSp mod">
        <pc:chgData name="Patrik Hrkút" userId="69b41f3f-cce6-4833-b1b6-94a378442888" providerId="ADAL" clId="{5D5CA39B-A596-4C12-98D3-E8D399FAFA1F}" dt="2021-10-04T20:48:54.441" v="39" actId="1076"/>
        <pc:sldMkLst>
          <pc:docMk/>
          <pc:sldMk cId="0" sldId="307"/>
        </pc:sldMkLst>
      </pc:sldChg>
      <pc:sldChg chg="addSp delSp modSp mod">
        <pc:chgData name="Patrik Hrkút" userId="69b41f3f-cce6-4833-b1b6-94a378442888" providerId="ADAL" clId="{5D5CA39B-A596-4C12-98D3-E8D399FAFA1F}" dt="2021-10-04T20:50:38.966" v="51" actId="1076"/>
        <pc:sldMkLst>
          <pc:docMk/>
          <pc:sldMk cId="0" sldId="308"/>
        </pc:sldMkLst>
      </pc:sldChg>
      <pc:sldChg chg="addSp modSp mod">
        <pc:chgData name="Patrik Hrkút" userId="69b41f3f-cce6-4833-b1b6-94a378442888" providerId="ADAL" clId="{5D5CA39B-A596-4C12-98D3-E8D399FAFA1F}" dt="2021-10-04T20:53:30.312" v="90" actId="1076"/>
        <pc:sldMkLst>
          <pc:docMk/>
          <pc:sldMk cId="0" sldId="309"/>
        </pc:sldMkLst>
      </pc:sldChg>
      <pc:sldChg chg="modSp mod">
        <pc:chgData name="Patrik Hrkút" userId="69b41f3f-cce6-4833-b1b6-94a378442888" providerId="ADAL" clId="{5D5CA39B-A596-4C12-98D3-E8D399FAFA1F}" dt="2021-10-04T20:54:51.779" v="99" actId="6549"/>
        <pc:sldMkLst>
          <pc:docMk/>
          <pc:sldMk cId="0" sldId="312"/>
        </pc:sldMkLst>
      </pc:sldChg>
      <pc:sldChg chg="addSp modSp mod">
        <pc:chgData name="Patrik Hrkút" userId="69b41f3f-cce6-4833-b1b6-94a378442888" providerId="ADAL" clId="{5D5CA39B-A596-4C12-98D3-E8D399FAFA1F}" dt="2021-10-04T20:56:11.931" v="105" actId="1076"/>
        <pc:sldMkLst>
          <pc:docMk/>
          <pc:sldMk cId="0" sldId="313"/>
        </pc:sldMkLst>
      </pc:sldChg>
      <pc:sldChg chg="addSp modSp mod">
        <pc:chgData name="Patrik Hrkút" userId="69b41f3f-cce6-4833-b1b6-94a378442888" providerId="ADAL" clId="{5D5CA39B-A596-4C12-98D3-E8D399FAFA1F}" dt="2021-10-04T20:56:58.819" v="110" actId="1076"/>
        <pc:sldMkLst>
          <pc:docMk/>
          <pc:sldMk cId="0" sldId="316"/>
        </pc:sldMkLst>
      </pc:sldChg>
      <pc:sldChg chg="addSp modSp mod">
        <pc:chgData name="Patrik Hrkút" userId="69b41f3f-cce6-4833-b1b6-94a378442888" providerId="ADAL" clId="{5D5CA39B-A596-4C12-98D3-E8D399FAFA1F}" dt="2021-10-04T20:57:57.042" v="117" actId="1076"/>
        <pc:sldMkLst>
          <pc:docMk/>
          <pc:sldMk cId="0" sldId="317"/>
        </pc:sldMkLst>
      </pc:sldChg>
      <pc:sldChg chg="addSp modSp mod">
        <pc:chgData name="Patrik Hrkút" userId="69b41f3f-cce6-4833-b1b6-94a378442888" providerId="ADAL" clId="{5D5CA39B-A596-4C12-98D3-E8D399FAFA1F}" dt="2021-10-04T21:00:41.813" v="146" actId="5793"/>
        <pc:sldMkLst>
          <pc:docMk/>
          <pc:sldMk cId="0" sldId="323"/>
        </pc:sldMkLst>
      </pc:sldChg>
      <pc:sldChg chg="modSp add mod">
        <pc:chgData name="Patrik Hrkút" userId="69b41f3f-cce6-4833-b1b6-94a378442888" providerId="ADAL" clId="{5D5CA39B-A596-4C12-98D3-E8D399FAFA1F}" dt="2021-10-03T08:32:09.923" v="20" actId="20577"/>
        <pc:sldMkLst>
          <pc:docMk/>
          <pc:sldMk cId="0" sldId="324"/>
        </pc:sldMkLst>
      </pc:sldChg>
      <pc:sldChg chg="modSp add mod">
        <pc:chgData name="Patrik Hrkút" userId="69b41f3f-cce6-4833-b1b6-94a378442888" providerId="ADAL" clId="{5D5CA39B-A596-4C12-98D3-E8D399FAFA1F}" dt="2021-10-04T21:00:53.904" v="148" actId="1076"/>
        <pc:sldMkLst>
          <pc:docMk/>
          <pc:sldMk cId="0" sldId="325"/>
        </pc:sldMkLst>
      </pc:sldChg>
      <pc:sldChg chg="modSp add mod">
        <pc:chgData name="Patrik Hrkút" userId="69b41f3f-cce6-4833-b1b6-94a378442888" providerId="ADAL" clId="{5D5CA39B-A596-4C12-98D3-E8D399FAFA1F}" dt="2021-10-04T21:01:09.642" v="152" actId="1076"/>
        <pc:sldMkLst>
          <pc:docMk/>
          <pc:sldMk cId="0" sldId="326"/>
        </pc:sldMkLst>
      </pc:sldChg>
      <pc:sldChg chg="addSp delSp modSp add mod">
        <pc:chgData name="Patrik Hrkút" userId="69b41f3f-cce6-4833-b1b6-94a378442888" providerId="ADAL" clId="{5D5CA39B-A596-4C12-98D3-E8D399FAFA1F}" dt="2021-10-04T21:02:58.430" v="174" actId="1076"/>
        <pc:sldMkLst>
          <pc:docMk/>
          <pc:sldMk cId="0" sldId="327"/>
        </pc:sldMkLst>
      </pc:sldChg>
      <pc:sldChg chg="modSp add mod">
        <pc:chgData name="Patrik Hrkút" userId="69b41f3f-cce6-4833-b1b6-94a378442888" providerId="ADAL" clId="{5D5CA39B-A596-4C12-98D3-E8D399FAFA1F}" dt="2021-10-03T08:33:50.689" v="28" actId="14100"/>
        <pc:sldMkLst>
          <pc:docMk/>
          <pc:sldMk cId="0" sldId="328"/>
        </pc:sldMkLst>
      </pc:sldChg>
      <pc:sldChg chg="addSp modSp add mod">
        <pc:chgData name="Patrik Hrkút" userId="69b41f3f-cce6-4833-b1b6-94a378442888" providerId="ADAL" clId="{5D5CA39B-A596-4C12-98D3-E8D399FAFA1F}" dt="2021-10-04T21:04:03.428" v="216" actId="20577"/>
        <pc:sldMkLst>
          <pc:docMk/>
          <pc:sldMk cId="0" sldId="329"/>
        </pc:sldMkLst>
      </pc:sldChg>
      <pc:sldChg chg="modSp mod">
        <pc:chgData name="Patrik Hrkút" userId="69b41f3f-cce6-4833-b1b6-94a378442888" providerId="ADAL" clId="{5D5CA39B-A596-4C12-98D3-E8D399FAFA1F}" dt="2021-10-04T21:01:29.987" v="155" actId="1076"/>
        <pc:sldMkLst>
          <pc:docMk/>
          <pc:sldMk cId="3118528264" sldId="330"/>
        </pc:sldMkLst>
      </pc:sldChg>
    </pc:docChg>
  </pc:docChgLst>
  <pc:docChgLst>
    <pc:chgData name="Patrik Hrkút" userId="69b41f3f-cce6-4833-b1b6-94a378442888" providerId="ADAL" clId="{932B2004-9DA5-4C6C-9865-5E1432897D06}"/>
    <pc:docChg chg="undo custSel addSld delSld modSld sldOrd">
      <pc:chgData name="Patrik Hrkút" userId="69b41f3f-cce6-4833-b1b6-94a378442888" providerId="ADAL" clId="{932B2004-9DA5-4C6C-9865-5E1432897D06}" dt="2023-03-07T12:32:22.773" v="690" actId="47"/>
      <pc:docMkLst>
        <pc:docMk/>
      </pc:docMkLst>
      <pc:sldChg chg="modSp mod">
        <pc:chgData name="Patrik Hrkút" userId="69b41f3f-cce6-4833-b1b6-94a378442888" providerId="ADAL" clId="{932B2004-9DA5-4C6C-9865-5E1432897D06}" dt="2023-03-07T12:30:29.596" v="688" actId="6549"/>
        <pc:sldMkLst>
          <pc:docMk/>
          <pc:sldMk cId="0" sldId="256"/>
        </pc:sldMkLst>
      </pc:sldChg>
      <pc:sldChg chg="modSp del mod">
        <pc:chgData name="Patrik Hrkút" userId="69b41f3f-cce6-4833-b1b6-94a378442888" providerId="ADAL" clId="{932B2004-9DA5-4C6C-9865-5E1432897D06}" dt="2023-03-07T12:32:22.773" v="690" actId="47"/>
        <pc:sldMkLst>
          <pc:docMk/>
          <pc:sldMk cId="0" sldId="257"/>
        </pc:sldMkLst>
      </pc:sldChg>
      <pc:sldChg chg="modSp mod">
        <pc:chgData name="Patrik Hrkút" userId="69b41f3f-cce6-4833-b1b6-94a378442888" providerId="ADAL" clId="{932B2004-9DA5-4C6C-9865-5E1432897D06}" dt="2023-02-21T12:17:49.200" v="157" actId="20577"/>
        <pc:sldMkLst>
          <pc:docMk/>
          <pc:sldMk cId="0" sldId="262"/>
        </pc:sldMkLst>
      </pc:sldChg>
      <pc:sldChg chg="modSp mod ord">
        <pc:chgData name="Patrik Hrkút" userId="69b41f3f-cce6-4833-b1b6-94a378442888" providerId="ADAL" clId="{932B2004-9DA5-4C6C-9865-5E1432897D06}" dt="2023-02-21T12:45:43.477" v="398" actId="6549"/>
        <pc:sldMkLst>
          <pc:docMk/>
          <pc:sldMk cId="0" sldId="267"/>
        </pc:sldMkLst>
      </pc:sldChg>
      <pc:sldChg chg="del">
        <pc:chgData name="Patrik Hrkút" userId="69b41f3f-cce6-4833-b1b6-94a378442888" providerId="ADAL" clId="{932B2004-9DA5-4C6C-9865-5E1432897D06}" dt="2023-02-21T12:23:37.496" v="262" actId="47"/>
        <pc:sldMkLst>
          <pc:docMk/>
          <pc:sldMk cId="0" sldId="268"/>
        </pc:sldMkLst>
      </pc:sldChg>
      <pc:sldChg chg="modSp mod">
        <pc:chgData name="Patrik Hrkút" userId="69b41f3f-cce6-4833-b1b6-94a378442888" providerId="ADAL" clId="{932B2004-9DA5-4C6C-9865-5E1432897D06}" dt="2023-02-21T12:24:24.499" v="275" actId="15"/>
        <pc:sldMkLst>
          <pc:docMk/>
          <pc:sldMk cId="0" sldId="269"/>
        </pc:sldMkLst>
      </pc:sldChg>
      <pc:sldChg chg="modSp mod">
        <pc:chgData name="Patrik Hrkút" userId="69b41f3f-cce6-4833-b1b6-94a378442888" providerId="ADAL" clId="{932B2004-9DA5-4C6C-9865-5E1432897D06}" dt="2023-02-21T12:25:06.924" v="279" actId="6549"/>
        <pc:sldMkLst>
          <pc:docMk/>
          <pc:sldMk cId="0" sldId="270"/>
        </pc:sldMkLst>
      </pc:sldChg>
      <pc:sldChg chg="modSp mod">
        <pc:chgData name="Patrik Hrkút" userId="69b41f3f-cce6-4833-b1b6-94a378442888" providerId="ADAL" clId="{932B2004-9DA5-4C6C-9865-5E1432897D06}" dt="2023-02-21T12:28:36.762" v="296" actId="20577"/>
        <pc:sldMkLst>
          <pc:docMk/>
          <pc:sldMk cId="0" sldId="273"/>
        </pc:sldMkLst>
      </pc:sldChg>
      <pc:sldChg chg="modSp mod">
        <pc:chgData name="Patrik Hrkút" userId="69b41f3f-cce6-4833-b1b6-94a378442888" providerId="ADAL" clId="{932B2004-9DA5-4C6C-9865-5E1432897D06}" dt="2023-02-21T12:30:23.306" v="304"/>
        <pc:sldMkLst>
          <pc:docMk/>
          <pc:sldMk cId="0" sldId="274"/>
        </pc:sldMkLst>
      </pc:sldChg>
      <pc:sldChg chg="modSp del mod modShow">
        <pc:chgData name="Patrik Hrkút" userId="69b41f3f-cce6-4833-b1b6-94a378442888" providerId="ADAL" clId="{932B2004-9DA5-4C6C-9865-5E1432897D06}" dt="2023-03-07T12:26:37.997" v="662" actId="47"/>
        <pc:sldMkLst>
          <pc:docMk/>
          <pc:sldMk cId="0" sldId="275"/>
        </pc:sldMkLst>
      </pc:sldChg>
      <pc:sldChg chg="modSp mod">
        <pc:chgData name="Patrik Hrkút" userId="69b41f3f-cce6-4833-b1b6-94a378442888" providerId="ADAL" clId="{932B2004-9DA5-4C6C-9865-5E1432897D06}" dt="2023-02-21T12:39:11.782" v="332" actId="20577"/>
        <pc:sldMkLst>
          <pc:docMk/>
          <pc:sldMk cId="0" sldId="276"/>
        </pc:sldMkLst>
      </pc:sldChg>
      <pc:sldChg chg="modSp mod">
        <pc:chgData name="Patrik Hrkút" userId="69b41f3f-cce6-4833-b1b6-94a378442888" providerId="ADAL" clId="{932B2004-9DA5-4C6C-9865-5E1432897D06}" dt="2023-02-21T12:36:20.476" v="328" actId="20577"/>
        <pc:sldMkLst>
          <pc:docMk/>
          <pc:sldMk cId="0" sldId="277"/>
        </pc:sldMkLst>
      </pc:sldChg>
      <pc:sldChg chg="modSp mod">
        <pc:chgData name="Patrik Hrkút" userId="69b41f3f-cce6-4833-b1b6-94a378442888" providerId="ADAL" clId="{932B2004-9DA5-4C6C-9865-5E1432897D06}" dt="2023-02-21T12:35:34.233" v="314" actId="20577"/>
        <pc:sldMkLst>
          <pc:docMk/>
          <pc:sldMk cId="0" sldId="279"/>
        </pc:sldMkLst>
      </pc:sldChg>
      <pc:sldChg chg="del mod modShow">
        <pc:chgData name="Patrik Hrkút" userId="69b41f3f-cce6-4833-b1b6-94a378442888" providerId="ADAL" clId="{932B2004-9DA5-4C6C-9865-5E1432897D06}" dt="2023-03-07T12:26:42.830" v="663" actId="47"/>
        <pc:sldMkLst>
          <pc:docMk/>
          <pc:sldMk cId="0" sldId="284"/>
        </pc:sldMkLst>
      </pc:sldChg>
      <pc:sldChg chg="del mod modShow">
        <pc:chgData name="Patrik Hrkút" userId="69b41f3f-cce6-4833-b1b6-94a378442888" providerId="ADAL" clId="{932B2004-9DA5-4C6C-9865-5E1432897D06}" dt="2023-03-07T12:26:45.946" v="664" actId="47"/>
        <pc:sldMkLst>
          <pc:docMk/>
          <pc:sldMk cId="0" sldId="285"/>
        </pc:sldMkLst>
      </pc:sldChg>
      <pc:sldChg chg="modSp mod">
        <pc:chgData name="Patrik Hrkút" userId="69b41f3f-cce6-4833-b1b6-94a378442888" providerId="ADAL" clId="{932B2004-9DA5-4C6C-9865-5E1432897D06}" dt="2023-03-07T11:58:45.019" v="530" actId="108"/>
        <pc:sldMkLst>
          <pc:docMk/>
          <pc:sldMk cId="0" sldId="286"/>
        </pc:sldMkLst>
      </pc:sldChg>
      <pc:sldChg chg="modSp del mod modShow">
        <pc:chgData name="Patrik Hrkút" userId="69b41f3f-cce6-4833-b1b6-94a378442888" providerId="ADAL" clId="{932B2004-9DA5-4C6C-9865-5E1432897D06}" dt="2023-03-07T12:26:47.930" v="665" actId="47"/>
        <pc:sldMkLst>
          <pc:docMk/>
          <pc:sldMk cId="0" sldId="287"/>
        </pc:sldMkLst>
      </pc:sldChg>
      <pc:sldChg chg="modSp mod">
        <pc:chgData name="Patrik Hrkút" userId="69b41f3f-cce6-4833-b1b6-94a378442888" providerId="ADAL" clId="{932B2004-9DA5-4C6C-9865-5E1432897D06}" dt="2023-03-07T12:02:41.079" v="610" actId="20577"/>
        <pc:sldMkLst>
          <pc:docMk/>
          <pc:sldMk cId="0" sldId="288"/>
        </pc:sldMkLst>
      </pc:sldChg>
      <pc:sldChg chg="ord">
        <pc:chgData name="Patrik Hrkút" userId="69b41f3f-cce6-4833-b1b6-94a378442888" providerId="ADAL" clId="{932B2004-9DA5-4C6C-9865-5E1432897D06}" dt="2023-02-21T13:01:21.213" v="521"/>
        <pc:sldMkLst>
          <pc:docMk/>
          <pc:sldMk cId="0" sldId="293"/>
        </pc:sldMkLst>
      </pc:sldChg>
      <pc:sldChg chg="ord">
        <pc:chgData name="Patrik Hrkút" userId="69b41f3f-cce6-4833-b1b6-94a378442888" providerId="ADAL" clId="{932B2004-9DA5-4C6C-9865-5E1432897D06}" dt="2023-02-21T13:01:32.574" v="523"/>
        <pc:sldMkLst>
          <pc:docMk/>
          <pc:sldMk cId="0" sldId="294"/>
        </pc:sldMkLst>
      </pc:sldChg>
      <pc:sldChg chg="ord">
        <pc:chgData name="Patrik Hrkút" userId="69b41f3f-cce6-4833-b1b6-94a378442888" providerId="ADAL" clId="{932B2004-9DA5-4C6C-9865-5E1432897D06}" dt="2023-02-21T13:01:42.850" v="525"/>
        <pc:sldMkLst>
          <pc:docMk/>
          <pc:sldMk cId="0" sldId="295"/>
        </pc:sldMkLst>
      </pc:sldChg>
      <pc:sldChg chg="modSp mod ord">
        <pc:chgData name="Patrik Hrkút" userId="69b41f3f-cce6-4833-b1b6-94a378442888" providerId="ADAL" clId="{932B2004-9DA5-4C6C-9865-5E1432897D06}" dt="2023-03-07T12:01:43.925" v="582" actId="20577"/>
        <pc:sldMkLst>
          <pc:docMk/>
          <pc:sldMk cId="0" sldId="296"/>
        </pc:sldMkLst>
      </pc:sldChg>
      <pc:sldChg chg="modSp mod ord">
        <pc:chgData name="Patrik Hrkút" userId="69b41f3f-cce6-4833-b1b6-94a378442888" providerId="ADAL" clId="{932B2004-9DA5-4C6C-9865-5E1432897D06}" dt="2023-03-07T12:06:23.640" v="633" actId="6549"/>
        <pc:sldMkLst>
          <pc:docMk/>
          <pc:sldMk cId="0" sldId="297"/>
        </pc:sldMkLst>
      </pc:sldChg>
      <pc:sldChg chg="modSp mod">
        <pc:chgData name="Patrik Hrkút" userId="69b41f3f-cce6-4833-b1b6-94a378442888" providerId="ADAL" clId="{932B2004-9DA5-4C6C-9865-5E1432897D06}" dt="2023-03-07T12:07:15.265" v="634" actId="6549"/>
        <pc:sldMkLst>
          <pc:docMk/>
          <pc:sldMk cId="0" sldId="298"/>
        </pc:sldMkLst>
      </pc:sldChg>
      <pc:sldChg chg="modSp mod">
        <pc:chgData name="Patrik Hrkút" userId="69b41f3f-cce6-4833-b1b6-94a378442888" providerId="ADAL" clId="{932B2004-9DA5-4C6C-9865-5E1432897D06}" dt="2023-03-07T12:18:09" v="655" actId="20577"/>
        <pc:sldMkLst>
          <pc:docMk/>
          <pc:sldMk cId="0" sldId="299"/>
        </pc:sldMkLst>
      </pc:sldChg>
      <pc:sldChg chg="del mod modShow">
        <pc:chgData name="Patrik Hrkút" userId="69b41f3f-cce6-4833-b1b6-94a378442888" providerId="ADAL" clId="{932B2004-9DA5-4C6C-9865-5E1432897D06}" dt="2023-03-07T12:27:02.787" v="668" actId="47"/>
        <pc:sldMkLst>
          <pc:docMk/>
          <pc:sldMk cId="0" sldId="300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1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2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3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4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5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6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7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8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09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0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1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2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3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4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5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6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8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19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0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1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2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3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5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6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7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8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0" sldId="329"/>
        </pc:sldMkLst>
      </pc:sldChg>
      <pc:sldChg chg="del">
        <pc:chgData name="Patrik Hrkút" userId="69b41f3f-cce6-4833-b1b6-94a378442888" providerId="ADAL" clId="{932B2004-9DA5-4C6C-9865-5E1432897D06}" dt="2023-03-07T12:27:51.997" v="670" actId="2696"/>
        <pc:sldMkLst>
          <pc:docMk/>
          <pc:sldMk cId="3118528264" sldId="330"/>
        </pc:sldMkLst>
      </pc:sldChg>
      <pc:sldChg chg="modSp new mod">
        <pc:chgData name="Patrik Hrkút" userId="69b41f3f-cce6-4833-b1b6-94a378442888" providerId="ADAL" clId="{932B2004-9DA5-4C6C-9865-5E1432897D06}" dt="2023-02-21T12:59:16.151" v="460" actId="20577"/>
        <pc:sldMkLst>
          <pc:docMk/>
          <pc:sldMk cId="2183381722" sldId="331"/>
        </pc:sldMkLst>
      </pc:sldChg>
      <pc:sldChg chg="add">
        <pc:chgData name="Patrik Hrkút" userId="69b41f3f-cce6-4833-b1b6-94a378442888" providerId="ADAL" clId="{932B2004-9DA5-4C6C-9865-5E1432897D06}" dt="2023-03-07T12:24:47.953" v="656"/>
        <pc:sldMkLst>
          <pc:docMk/>
          <pc:sldMk cId="0" sldId="332"/>
        </pc:sldMkLst>
      </pc:sldChg>
      <pc:sldChg chg="add">
        <pc:chgData name="Patrik Hrkút" userId="69b41f3f-cce6-4833-b1b6-94a378442888" providerId="ADAL" clId="{932B2004-9DA5-4C6C-9865-5E1432897D06}" dt="2023-03-07T12:24:55.685" v="657"/>
        <pc:sldMkLst>
          <pc:docMk/>
          <pc:sldMk cId="0" sldId="333"/>
        </pc:sldMkLst>
      </pc:sldChg>
      <pc:sldChg chg="add">
        <pc:chgData name="Patrik Hrkút" userId="69b41f3f-cce6-4833-b1b6-94a378442888" providerId="ADAL" clId="{932B2004-9DA5-4C6C-9865-5E1432897D06}" dt="2023-03-07T12:25:02.027" v="658"/>
        <pc:sldMkLst>
          <pc:docMk/>
          <pc:sldMk cId="0" sldId="334"/>
        </pc:sldMkLst>
      </pc:sldChg>
      <pc:sldChg chg="add">
        <pc:chgData name="Patrik Hrkút" userId="69b41f3f-cce6-4833-b1b6-94a378442888" providerId="ADAL" clId="{932B2004-9DA5-4C6C-9865-5E1432897D06}" dt="2023-03-07T12:25:15.009" v="659"/>
        <pc:sldMkLst>
          <pc:docMk/>
          <pc:sldMk cId="0" sldId="335"/>
        </pc:sldMkLst>
      </pc:sldChg>
      <pc:sldChg chg="add">
        <pc:chgData name="Patrik Hrkút" userId="69b41f3f-cce6-4833-b1b6-94a378442888" providerId="ADAL" clId="{932B2004-9DA5-4C6C-9865-5E1432897D06}" dt="2023-03-07T12:25:38.933" v="660"/>
        <pc:sldMkLst>
          <pc:docMk/>
          <pc:sldMk cId="0" sldId="336"/>
        </pc:sldMkLst>
      </pc:sldChg>
      <pc:sldChg chg="add del">
        <pc:chgData name="Patrik Hrkút" userId="69b41f3f-cce6-4833-b1b6-94a378442888" providerId="ADAL" clId="{932B2004-9DA5-4C6C-9865-5E1432897D06}" dt="2023-03-07T12:26:58.124" v="666" actId="47"/>
        <pc:sldMkLst>
          <pc:docMk/>
          <pc:sldMk cId="4170504939" sldId="337"/>
        </pc:sldMkLst>
      </pc:sldChg>
      <pc:sldChg chg="add del">
        <pc:chgData name="Patrik Hrkút" userId="69b41f3f-cce6-4833-b1b6-94a378442888" providerId="ADAL" clId="{932B2004-9DA5-4C6C-9865-5E1432897D06}" dt="2023-03-07T12:27:04.375" v="669" actId="47"/>
        <pc:sldMkLst>
          <pc:docMk/>
          <pc:sldMk cId="1626349663" sldId="338"/>
        </pc:sldMkLst>
      </pc:sldChg>
      <pc:sldChg chg="add del">
        <pc:chgData name="Patrik Hrkút" userId="69b41f3f-cce6-4833-b1b6-94a378442888" providerId="ADAL" clId="{932B2004-9DA5-4C6C-9865-5E1432897D06}" dt="2023-03-07T12:27:00.299" v="667" actId="47"/>
        <pc:sldMkLst>
          <pc:docMk/>
          <pc:sldMk cId="4076464406" sldId="339"/>
        </pc:sldMkLst>
      </pc:sldChg>
      <pc:sldMasterChg chg="delSldLayout">
        <pc:chgData name="Patrik Hrkút" userId="69b41f3f-cce6-4833-b1b6-94a378442888" providerId="ADAL" clId="{932B2004-9DA5-4C6C-9865-5E1432897D06}" dt="2023-03-07T12:32:22.773" v="690" actId="47"/>
        <pc:sldMasterMkLst>
          <pc:docMk/>
          <pc:sldMasterMk cId="0" sldId="2147483659"/>
        </pc:sldMasterMkLst>
        <pc:sldLayoutChg chg="del">
          <pc:chgData name="Patrik Hrkút" userId="69b41f3f-cce6-4833-b1b6-94a378442888" providerId="ADAL" clId="{932B2004-9DA5-4C6C-9865-5E1432897D06}" dt="2023-03-07T12:27:51.997" v="670" actId="2696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Patrik Hrkút" userId="69b41f3f-cce6-4833-b1b6-94a378442888" providerId="ADAL" clId="{932B2004-9DA5-4C6C-9865-5E1432897D06}" dt="2023-03-07T12:32:22.773" v="690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  <pc:docChgLst>
    <pc:chgData name="Patrik Hrkút" userId="69b41f3f-cce6-4833-b1b6-94a378442888" providerId="ADAL" clId="{858030CE-2AC2-45C7-89E9-5378AD898D3D}"/>
    <pc:docChg chg="modSld">
      <pc:chgData name="Patrik Hrkút" userId="69b41f3f-cce6-4833-b1b6-94a378442888" providerId="ADAL" clId="{858030CE-2AC2-45C7-89E9-5378AD898D3D}" dt="2022-10-14T08:56:03.155" v="0"/>
      <pc:docMkLst>
        <pc:docMk/>
      </pc:docMkLst>
      <pc:sldChg chg="modSp mod">
        <pc:chgData name="Patrik Hrkút" userId="69b41f3f-cce6-4833-b1b6-94a378442888" providerId="ADAL" clId="{858030CE-2AC2-45C7-89E9-5378AD898D3D}" dt="2022-10-14T08:56:03.155" v="0"/>
        <pc:sldMkLst>
          <pc:docMk/>
          <pc:sldMk cId="0" sldId="256"/>
        </pc:sldMkLst>
      </pc:sldChg>
    </pc:docChg>
  </pc:docChgLst>
  <pc:docChgLst>
    <pc:chgData name="Michal Ďuračík" userId="cf2726a1-d5ba-4ec7-91ee-a3b1c496c4d0" providerId="ADAL" clId="{00F9A5C0-E7EB-44F9-B573-98D6DE958595}"/>
    <pc:docChg chg="undo custSel addSld modSld">
      <pc:chgData name="Michal Ďuračík" userId="cf2726a1-d5ba-4ec7-91ee-a3b1c496c4d0" providerId="ADAL" clId="{00F9A5C0-E7EB-44F9-B573-98D6DE958595}" dt="2025-09-23T15:54:53.155" v="583"/>
      <pc:docMkLst>
        <pc:docMk/>
      </pc:docMkLst>
      <pc:sldChg chg="modSp mod">
        <pc:chgData name="Michal Ďuračík" userId="cf2726a1-d5ba-4ec7-91ee-a3b1c496c4d0" providerId="ADAL" clId="{00F9A5C0-E7EB-44F9-B573-98D6DE958595}" dt="2025-09-23T13:18:42.445" v="4" actId="20577"/>
        <pc:sldMkLst>
          <pc:docMk/>
          <pc:sldMk cId="0" sldId="256"/>
        </pc:sldMkLst>
        <pc:spChg chg="mod">
          <ac:chgData name="Michal Ďuračík" userId="cf2726a1-d5ba-4ec7-91ee-a3b1c496c4d0" providerId="ADAL" clId="{00F9A5C0-E7EB-44F9-B573-98D6DE958595}" dt="2025-09-23T13:18:42.445" v="4" actId="20577"/>
          <ac:spMkLst>
            <pc:docMk/>
            <pc:sldMk cId="0" sldId="256"/>
            <ac:spMk id="4" creationId="{55EA6200-0579-5E72-92FA-71D509C9472C}"/>
          </ac:spMkLst>
        </pc:spChg>
      </pc:sldChg>
      <pc:sldChg chg="modSp new mod">
        <pc:chgData name="Michal Ďuračík" userId="cf2726a1-d5ba-4ec7-91ee-a3b1c496c4d0" providerId="ADAL" clId="{00F9A5C0-E7EB-44F9-B573-98D6DE958595}" dt="2025-09-23T15:54:53.155" v="583"/>
        <pc:sldMkLst>
          <pc:docMk/>
          <pc:sldMk cId="163298768" sldId="347"/>
        </pc:sldMkLst>
        <pc:spChg chg="mod">
          <ac:chgData name="Michal Ďuračík" userId="cf2726a1-d5ba-4ec7-91ee-a3b1c496c4d0" providerId="ADAL" clId="{00F9A5C0-E7EB-44F9-B573-98D6DE958595}" dt="2025-09-23T13:37:58.033" v="419" actId="5793"/>
          <ac:spMkLst>
            <pc:docMk/>
            <pc:sldMk cId="163298768" sldId="347"/>
            <ac:spMk id="2" creationId="{9EB21D89-E992-AF2C-0171-B4A62CDE8CC3}"/>
          </ac:spMkLst>
        </pc:spChg>
        <pc:spChg chg="mod">
          <ac:chgData name="Michal Ďuračík" userId="cf2726a1-d5ba-4ec7-91ee-a3b1c496c4d0" providerId="ADAL" clId="{00F9A5C0-E7EB-44F9-B573-98D6DE958595}" dt="2025-09-23T15:54:53.155" v="583"/>
          <ac:spMkLst>
            <pc:docMk/>
            <pc:sldMk cId="163298768" sldId="347"/>
            <ac:spMk id="3" creationId="{89448270-3A3F-724D-4742-940821B9A1B4}"/>
          </ac:spMkLst>
        </pc:spChg>
      </pc:sldChg>
      <pc:sldChg chg="modSp new mod">
        <pc:chgData name="Michal Ďuračík" userId="cf2726a1-d5ba-4ec7-91ee-a3b1c496c4d0" providerId="ADAL" clId="{00F9A5C0-E7EB-44F9-B573-98D6DE958595}" dt="2025-09-23T13:36:57.400" v="366" actId="20577"/>
        <pc:sldMkLst>
          <pc:docMk/>
          <pc:sldMk cId="911204607" sldId="348"/>
        </pc:sldMkLst>
        <pc:spChg chg="mod">
          <ac:chgData name="Michal Ďuračík" userId="cf2726a1-d5ba-4ec7-91ee-a3b1c496c4d0" providerId="ADAL" clId="{00F9A5C0-E7EB-44F9-B573-98D6DE958595}" dt="2025-09-23T13:34:21.596" v="297" actId="20577"/>
          <ac:spMkLst>
            <pc:docMk/>
            <pc:sldMk cId="911204607" sldId="348"/>
            <ac:spMk id="2" creationId="{AA665FFB-1CAE-1D0F-773F-FCD30319F2C8}"/>
          </ac:spMkLst>
        </pc:spChg>
        <pc:spChg chg="mod">
          <ac:chgData name="Michal Ďuračík" userId="cf2726a1-d5ba-4ec7-91ee-a3b1c496c4d0" providerId="ADAL" clId="{00F9A5C0-E7EB-44F9-B573-98D6DE958595}" dt="2025-09-23T13:36:57.400" v="366" actId="20577"/>
          <ac:spMkLst>
            <pc:docMk/>
            <pc:sldMk cId="911204607" sldId="348"/>
            <ac:spMk id="3" creationId="{504818F1-063E-3E97-A0DF-7914FBEFFE40}"/>
          </ac:spMkLst>
        </pc:spChg>
      </pc:sldChg>
      <pc:sldChg chg="modSp new mod">
        <pc:chgData name="Michal Ďuračík" userId="cf2726a1-d5ba-4ec7-91ee-a3b1c496c4d0" providerId="ADAL" clId="{00F9A5C0-E7EB-44F9-B573-98D6DE958595}" dt="2025-09-23T13:39:04.399" v="527" actId="20577"/>
        <pc:sldMkLst>
          <pc:docMk/>
          <pc:sldMk cId="3015390773" sldId="349"/>
        </pc:sldMkLst>
        <pc:spChg chg="mod">
          <ac:chgData name="Michal Ďuračík" userId="cf2726a1-d5ba-4ec7-91ee-a3b1c496c4d0" providerId="ADAL" clId="{00F9A5C0-E7EB-44F9-B573-98D6DE958595}" dt="2025-09-23T13:37:29.528" v="375" actId="20577"/>
          <ac:spMkLst>
            <pc:docMk/>
            <pc:sldMk cId="3015390773" sldId="349"/>
            <ac:spMk id="2" creationId="{B4577228-3D28-1E2C-1CB5-DFF727E9CD81}"/>
          </ac:spMkLst>
        </pc:spChg>
        <pc:spChg chg="mod">
          <ac:chgData name="Michal Ďuračík" userId="cf2726a1-d5ba-4ec7-91ee-a3b1c496c4d0" providerId="ADAL" clId="{00F9A5C0-E7EB-44F9-B573-98D6DE958595}" dt="2025-09-23T13:39:04.399" v="527" actId="20577"/>
          <ac:spMkLst>
            <pc:docMk/>
            <pc:sldMk cId="3015390773" sldId="349"/>
            <ac:spMk id="3" creationId="{4B0D700E-4EE9-AE16-4BC6-F9BA49A4AD2B}"/>
          </ac:spMkLst>
        </pc:spChg>
      </pc:sldChg>
    </pc:docChg>
  </pc:docChgLst>
  <pc:docChgLst>
    <pc:chgData name="Patrik Hrkút" userId="69b41f3f-cce6-4833-b1b6-94a378442888" providerId="ADAL" clId="{6A44C461-0EAB-45DB-BFF2-5D502745385F}"/>
    <pc:docChg chg="undo custSel addSld delSld modSld sldOrd">
      <pc:chgData name="Patrik Hrkút" userId="69b41f3f-cce6-4833-b1b6-94a378442888" providerId="ADAL" clId="{6A44C461-0EAB-45DB-BFF2-5D502745385F}" dt="2021-09-25T13:01:06.462" v="1355" actId="790"/>
      <pc:docMkLst>
        <pc:docMk/>
      </pc:docMkLst>
      <pc:sldChg chg="modSp mod">
        <pc:chgData name="Patrik Hrkút" userId="69b41f3f-cce6-4833-b1b6-94a378442888" providerId="ADAL" clId="{6A44C461-0EAB-45DB-BFF2-5D502745385F}" dt="2021-09-25T10:35:01.577" v="10" actId="790"/>
        <pc:sldMkLst>
          <pc:docMk/>
          <pc:sldMk cId="0" sldId="258"/>
        </pc:sldMkLst>
      </pc:sldChg>
      <pc:sldChg chg="modSp mod">
        <pc:chgData name="Patrik Hrkút" userId="69b41f3f-cce6-4833-b1b6-94a378442888" providerId="ADAL" clId="{6A44C461-0EAB-45DB-BFF2-5D502745385F}" dt="2021-09-25T10:35:33.698" v="21" actId="20577"/>
        <pc:sldMkLst>
          <pc:docMk/>
          <pc:sldMk cId="0" sldId="263"/>
        </pc:sldMkLst>
      </pc:sldChg>
      <pc:sldChg chg="modSp mod">
        <pc:chgData name="Patrik Hrkút" userId="69b41f3f-cce6-4833-b1b6-94a378442888" providerId="ADAL" clId="{6A44C461-0EAB-45DB-BFF2-5D502745385F}" dt="2021-09-25T10:41:09.005" v="22" actId="790"/>
        <pc:sldMkLst>
          <pc:docMk/>
          <pc:sldMk cId="0" sldId="279"/>
        </pc:sldMkLst>
      </pc:sldChg>
      <pc:sldChg chg="modSp mod">
        <pc:chgData name="Patrik Hrkút" userId="69b41f3f-cce6-4833-b1b6-94a378442888" providerId="ADAL" clId="{6A44C461-0EAB-45DB-BFF2-5D502745385F}" dt="2021-09-25T10:42:31.319" v="51" actId="20577"/>
        <pc:sldMkLst>
          <pc:docMk/>
          <pc:sldMk cId="0" sldId="284"/>
        </pc:sldMkLst>
      </pc:sldChg>
      <pc:sldChg chg="modSp mod">
        <pc:chgData name="Patrik Hrkút" userId="69b41f3f-cce6-4833-b1b6-94a378442888" providerId="ADAL" clId="{6A44C461-0EAB-45DB-BFF2-5D502745385F}" dt="2021-09-25T10:54:34.356" v="159" actId="6549"/>
        <pc:sldMkLst>
          <pc:docMk/>
          <pc:sldMk cId="0" sldId="285"/>
        </pc:sldMkLst>
      </pc:sldChg>
      <pc:sldChg chg="ord">
        <pc:chgData name="Patrik Hrkút" userId="69b41f3f-cce6-4833-b1b6-94a378442888" providerId="ADAL" clId="{6A44C461-0EAB-45DB-BFF2-5D502745385F}" dt="2021-09-25T10:55:23.498" v="161"/>
        <pc:sldMkLst>
          <pc:docMk/>
          <pc:sldMk cId="0" sldId="287"/>
        </pc:sldMkLst>
      </pc:sldChg>
      <pc:sldChg chg="modSp mod">
        <pc:chgData name="Patrik Hrkút" userId="69b41f3f-cce6-4833-b1b6-94a378442888" providerId="ADAL" clId="{6A44C461-0EAB-45DB-BFF2-5D502745385F}" dt="2021-09-25T10:55:57.184" v="163" actId="108"/>
        <pc:sldMkLst>
          <pc:docMk/>
          <pc:sldMk cId="0" sldId="289"/>
        </pc:sldMkLst>
      </pc:sldChg>
      <pc:sldChg chg="modSp mod">
        <pc:chgData name="Patrik Hrkút" userId="69b41f3f-cce6-4833-b1b6-94a378442888" providerId="ADAL" clId="{6A44C461-0EAB-45DB-BFF2-5D502745385F}" dt="2021-09-25T10:56:32.963" v="180" actId="5793"/>
        <pc:sldMkLst>
          <pc:docMk/>
          <pc:sldMk cId="0" sldId="290"/>
        </pc:sldMkLst>
      </pc:sldChg>
      <pc:sldChg chg="modSp mod">
        <pc:chgData name="Patrik Hrkút" userId="69b41f3f-cce6-4833-b1b6-94a378442888" providerId="ADAL" clId="{6A44C461-0EAB-45DB-BFF2-5D502745385F}" dt="2021-09-25T10:56:36.079" v="182" actId="5793"/>
        <pc:sldMkLst>
          <pc:docMk/>
          <pc:sldMk cId="0" sldId="291"/>
        </pc:sldMkLst>
      </pc:sldChg>
      <pc:sldChg chg="modSp mod">
        <pc:chgData name="Patrik Hrkút" userId="69b41f3f-cce6-4833-b1b6-94a378442888" providerId="ADAL" clId="{6A44C461-0EAB-45DB-BFF2-5D502745385F}" dt="2021-09-25T10:56:42.264" v="184" actId="5793"/>
        <pc:sldMkLst>
          <pc:docMk/>
          <pc:sldMk cId="0" sldId="292"/>
        </pc:sldMkLst>
      </pc:sldChg>
      <pc:sldChg chg="addSp delSp modSp mod">
        <pc:chgData name="Patrik Hrkút" userId="69b41f3f-cce6-4833-b1b6-94a378442888" providerId="ADAL" clId="{6A44C461-0EAB-45DB-BFF2-5D502745385F}" dt="2021-09-25T10:58:05.220" v="199" actId="1076"/>
        <pc:sldMkLst>
          <pc:docMk/>
          <pc:sldMk cId="0" sldId="293"/>
        </pc:sldMkLst>
      </pc:sldChg>
      <pc:sldChg chg="modSp mod">
        <pc:chgData name="Patrik Hrkút" userId="69b41f3f-cce6-4833-b1b6-94a378442888" providerId="ADAL" clId="{6A44C461-0EAB-45DB-BFF2-5D502745385F}" dt="2021-09-25T11:03:58.644" v="402" actId="1076"/>
        <pc:sldMkLst>
          <pc:docMk/>
          <pc:sldMk cId="0" sldId="294"/>
        </pc:sldMkLst>
      </pc:sldChg>
      <pc:sldChg chg="modSp mod">
        <pc:chgData name="Patrik Hrkút" userId="69b41f3f-cce6-4833-b1b6-94a378442888" providerId="ADAL" clId="{6A44C461-0EAB-45DB-BFF2-5D502745385F}" dt="2021-09-25T11:04:28.162" v="403" actId="2711"/>
        <pc:sldMkLst>
          <pc:docMk/>
          <pc:sldMk cId="0" sldId="295"/>
        </pc:sldMkLst>
      </pc:sldChg>
      <pc:sldChg chg="modSp mod">
        <pc:chgData name="Patrik Hrkút" userId="69b41f3f-cce6-4833-b1b6-94a378442888" providerId="ADAL" clId="{6A44C461-0EAB-45DB-BFF2-5D502745385F}" dt="2021-09-25T11:05:34.258" v="411" actId="6549"/>
        <pc:sldMkLst>
          <pc:docMk/>
          <pc:sldMk cId="0" sldId="296"/>
        </pc:sldMkLst>
      </pc:sldChg>
      <pc:sldChg chg="modSp mod">
        <pc:chgData name="Patrik Hrkút" userId="69b41f3f-cce6-4833-b1b6-94a378442888" providerId="ADAL" clId="{6A44C461-0EAB-45DB-BFF2-5D502745385F}" dt="2021-09-25T11:07:57.449" v="412" actId="6549"/>
        <pc:sldMkLst>
          <pc:docMk/>
          <pc:sldMk cId="0" sldId="297"/>
        </pc:sldMkLst>
      </pc:sldChg>
      <pc:sldChg chg="modSp mod">
        <pc:chgData name="Patrik Hrkút" userId="69b41f3f-cce6-4833-b1b6-94a378442888" providerId="ADAL" clId="{6A44C461-0EAB-45DB-BFF2-5D502745385F}" dt="2021-09-25T11:08:20.931" v="415" actId="108"/>
        <pc:sldMkLst>
          <pc:docMk/>
          <pc:sldMk cId="0" sldId="298"/>
        </pc:sldMkLst>
      </pc:sldChg>
      <pc:sldChg chg="modSp mod modNotes">
        <pc:chgData name="Patrik Hrkút" userId="69b41f3f-cce6-4833-b1b6-94a378442888" providerId="ADAL" clId="{6A44C461-0EAB-45DB-BFF2-5D502745385F}" dt="2021-09-25T11:18:44.725" v="430" actId="790"/>
        <pc:sldMkLst>
          <pc:docMk/>
          <pc:sldMk cId="0" sldId="303"/>
        </pc:sldMkLst>
      </pc:sldChg>
      <pc:sldChg chg="modSp mod">
        <pc:chgData name="Patrik Hrkút" userId="69b41f3f-cce6-4833-b1b6-94a378442888" providerId="ADAL" clId="{6A44C461-0EAB-45DB-BFF2-5D502745385F}" dt="2021-09-25T11:23:30.700" v="456" actId="790"/>
        <pc:sldMkLst>
          <pc:docMk/>
          <pc:sldMk cId="0" sldId="304"/>
        </pc:sldMkLst>
      </pc:sldChg>
      <pc:sldChg chg="modSp mod">
        <pc:chgData name="Patrik Hrkút" userId="69b41f3f-cce6-4833-b1b6-94a378442888" providerId="ADAL" clId="{6A44C461-0EAB-45DB-BFF2-5D502745385F}" dt="2021-09-25T11:24:38.603" v="465" actId="790"/>
        <pc:sldMkLst>
          <pc:docMk/>
          <pc:sldMk cId="0" sldId="305"/>
        </pc:sldMkLst>
      </pc:sldChg>
      <pc:sldChg chg="modSp mod">
        <pc:chgData name="Patrik Hrkút" userId="69b41f3f-cce6-4833-b1b6-94a378442888" providerId="ADAL" clId="{6A44C461-0EAB-45DB-BFF2-5D502745385F}" dt="2021-09-25T11:25:50.010" v="471" actId="790"/>
        <pc:sldMkLst>
          <pc:docMk/>
          <pc:sldMk cId="0" sldId="306"/>
        </pc:sldMkLst>
      </pc:sldChg>
      <pc:sldChg chg="modSp mod">
        <pc:chgData name="Patrik Hrkút" userId="69b41f3f-cce6-4833-b1b6-94a378442888" providerId="ADAL" clId="{6A44C461-0EAB-45DB-BFF2-5D502745385F}" dt="2021-09-25T11:26:46.200" v="477" actId="790"/>
        <pc:sldMkLst>
          <pc:docMk/>
          <pc:sldMk cId="0" sldId="307"/>
        </pc:sldMkLst>
      </pc:sldChg>
      <pc:sldChg chg="modSp mod">
        <pc:chgData name="Patrik Hrkút" userId="69b41f3f-cce6-4833-b1b6-94a378442888" providerId="ADAL" clId="{6A44C461-0EAB-45DB-BFF2-5D502745385F}" dt="2021-09-25T13:01:06.462" v="1355" actId="790"/>
        <pc:sldMkLst>
          <pc:docMk/>
          <pc:sldMk cId="0" sldId="309"/>
        </pc:sldMkLst>
      </pc:sldChg>
      <pc:sldChg chg="modSp mod">
        <pc:chgData name="Patrik Hrkút" userId="69b41f3f-cce6-4833-b1b6-94a378442888" providerId="ADAL" clId="{6A44C461-0EAB-45DB-BFF2-5D502745385F}" dt="2021-09-25T11:29:15.425" v="497" actId="20577"/>
        <pc:sldMkLst>
          <pc:docMk/>
          <pc:sldMk cId="0" sldId="310"/>
        </pc:sldMkLst>
      </pc:sldChg>
      <pc:sldChg chg="modSp mod">
        <pc:chgData name="Patrik Hrkút" userId="69b41f3f-cce6-4833-b1b6-94a378442888" providerId="ADAL" clId="{6A44C461-0EAB-45DB-BFF2-5D502745385F}" dt="2021-09-25T12:23:31.837" v="888" actId="108"/>
        <pc:sldMkLst>
          <pc:docMk/>
          <pc:sldMk cId="0" sldId="311"/>
        </pc:sldMkLst>
      </pc:sldChg>
      <pc:sldChg chg="modSp mod">
        <pc:chgData name="Patrik Hrkút" userId="69b41f3f-cce6-4833-b1b6-94a378442888" providerId="ADAL" clId="{6A44C461-0EAB-45DB-BFF2-5D502745385F}" dt="2021-09-25T12:25:10.612" v="901" actId="790"/>
        <pc:sldMkLst>
          <pc:docMk/>
          <pc:sldMk cId="0" sldId="312"/>
        </pc:sldMkLst>
      </pc:sldChg>
      <pc:sldChg chg="modSp mod">
        <pc:chgData name="Patrik Hrkút" userId="69b41f3f-cce6-4833-b1b6-94a378442888" providerId="ADAL" clId="{6A44C461-0EAB-45DB-BFF2-5D502745385F}" dt="2021-09-25T12:28:05.593" v="961" actId="20577"/>
        <pc:sldMkLst>
          <pc:docMk/>
          <pc:sldMk cId="0" sldId="313"/>
        </pc:sldMkLst>
      </pc:sldChg>
      <pc:sldChg chg="modSp mod">
        <pc:chgData name="Patrik Hrkút" userId="69b41f3f-cce6-4833-b1b6-94a378442888" providerId="ADAL" clId="{6A44C461-0EAB-45DB-BFF2-5D502745385F}" dt="2021-09-25T13:00:40.390" v="1353" actId="6549"/>
        <pc:sldMkLst>
          <pc:docMk/>
          <pc:sldMk cId="0" sldId="314"/>
        </pc:sldMkLst>
      </pc:sldChg>
      <pc:sldChg chg="modSp mod">
        <pc:chgData name="Patrik Hrkút" userId="69b41f3f-cce6-4833-b1b6-94a378442888" providerId="ADAL" clId="{6A44C461-0EAB-45DB-BFF2-5D502745385F}" dt="2021-09-25T12:42:43.787" v="1159" actId="6549"/>
        <pc:sldMkLst>
          <pc:docMk/>
          <pc:sldMk cId="0" sldId="315"/>
        </pc:sldMkLst>
      </pc:sldChg>
      <pc:sldChg chg="modSp mod">
        <pc:chgData name="Patrik Hrkút" userId="69b41f3f-cce6-4833-b1b6-94a378442888" providerId="ADAL" clId="{6A44C461-0EAB-45DB-BFF2-5D502745385F}" dt="2021-09-25T12:44:14.274" v="1174" actId="790"/>
        <pc:sldMkLst>
          <pc:docMk/>
          <pc:sldMk cId="0" sldId="316"/>
        </pc:sldMkLst>
      </pc:sldChg>
      <pc:sldChg chg="modSp mod">
        <pc:chgData name="Patrik Hrkút" userId="69b41f3f-cce6-4833-b1b6-94a378442888" providerId="ADAL" clId="{6A44C461-0EAB-45DB-BFF2-5D502745385F}" dt="2021-09-25T12:46:15.280" v="1193" actId="6549"/>
        <pc:sldMkLst>
          <pc:docMk/>
          <pc:sldMk cId="0" sldId="317"/>
        </pc:sldMkLst>
      </pc:sldChg>
      <pc:sldChg chg="modSp mod">
        <pc:chgData name="Patrik Hrkút" userId="69b41f3f-cce6-4833-b1b6-94a378442888" providerId="ADAL" clId="{6A44C461-0EAB-45DB-BFF2-5D502745385F}" dt="2021-09-25T12:49:36.197" v="1239" actId="255"/>
        <pc:sldMkLst>
          <pc:docMk/>
          <pc:sldMk cId="0" sldId="318"/>
        </pc:sldMkLst>
      </pc:sldChg>
      <pc:sldChg chg="modSp mod">
        <pc:chgData name="Patrik Hrkút" userId="69b41f3f-cce6-4833-b1b6-94a378442888" providerId="ADAL" clId="{6A44C461-0EAB-45DB-BFF2-5D502745385F}" dt="2021-09-25T12:51:18.455" v="1260" actId="790"/>
        <pc:sldMkLst>
          <pc:docMk/>
          <pc:sldMk cId="0" sldId="319"/>
        </pc:sldMkLst>
      </pc:sldChg>
      <pc:sldChg chg="modSp mod">
        <pc:chgData name="Patrik Hrkút" userId="69b41f3f-cce6-4833-b1b6-94a378442888" providerId="ADAL" clId="{6A44C461-0EAB-45DB-BFF2-5D502745385F}" dt="2021-09-25T12:58:39.580" v="1310" actId="790"/>
        <pc:sldMkLst>
          <pc:docMk/>
          <pc:sldMk cId="0" sldId="320"/>
        </pc:sldMkLst>
      </pc:sldChg>
      <pc:sldChg chg="modSp mod">
        <pc:chgData name="Patrik Hrkút" userId="69b41f3f-cce6-4833-b1b6-94a378442888" providerId="ADAL" clId="{6A44C461-0EAB-45DB-BFF2-5D502745385F}" dt="2021-09-25T12:54:00.263" v="1278" actId="790"/>
        <pc:sldMkLst>
          <pc:docMk/>
          <pc:sldMk cId="0" sldId="321"/>
        </pc:sldMkLst>
      </pc:sldChg>
      <pc:sldChg chg="modSp mod">
        <pc:chgData name="Patrik Hrkút" userId="69b41f3f-cce6-4833-b1b6-94a378442888" providerId="ADAL" clId="{6A44C461-0EAB-45DB-BFF2-5D502745385F}" dt="2021-09-25T12:57:42.989" v="1303" actId="790"/>
        <pc:sldMkLst>
          <pc:docMk/>
          <pc:sldMk cId="0" sldId="322"/>
        </pc:sldMkLst>
      </pc:sldChg>
      <pc:sldChg chg="modSp mod">
        <pc:chgData name="Patrik Hrkút" userId="69b41f3f-cce6-4833-b1b6-94a378442888" providerId="ADAL" clId="{6A44C461-0EAB-45DB-BFF2-5D502745385F}" dt="2021-09-25T12:58:16.769" v="1308" actId="1076"/>
        <pc:sldMkLst>
          <pc:docMk/>
          <pc:sldMk cId="0" sldId="323"/>
        </pc:sldMkLst>
      </pc:sldChg>
      <pc:sldChg chg="modSp new del mod">
        <pc:chgData name="Patrik Hrkút" userId="69b41f3f-cce6-4833-b1b6-94a378442888" providerId="ADAL" clId="{6A44C461-0EAB-45DB-BFF2-5D502745385F}" dt="2021-09-25T12:20:24.407" v="766" actId="47"/>
        <pc:sldMkLst>
          <pc:docMk/>
          <pc:sldMk cId="2897894433" sldId="324"/>
        </pc:sldMkLst>
      </pc:sldChg>
    </pc:docChg>
  </pc:docChgLst>
  <pc:docChgLst>
    <pc:chgData name="Michal Ďuračík" userId="cf2726a1-d5ba-4ec7-91ee-a3b1c496c4d0" providerId="ADAL" clId="{E2663CD7-6097-4FA4-857B-A27AE09204C2}"/>
    <pc:docChg chg="modSld">
      <pc:chgData name="Michal Ďuračík" userId="cf2726a1-d5ba-4ec7-91ee-a3b1c496c4d0" providerId="ADAL" clId="{E2663CD7-6097-4FA4-857B-A27AE09204C2}" dt="2022-09-19T09:44:52.874" v="18" actId="14100"/>
      <pc:docMkLst>
        <pc:docMk/>
      </pc:docMkLst>
      <pc:sldChg chg="modSp mod">
        <pc:chgData name="Michal Ďuračík" userId="cf2726a1-d5ba-4ec7-91ee-a3b1c496c4d0" providerId="ADAL" clId="{E2663CD7-6097-4FA4-857B-A27AE09204C2}" dt="2022-09-19T09:44:52.874" v="18" actId="14100"/>
        <pc:sldMkLst>
          <pc:docMk/>
          <pc:sldMk cId="0" sldId="256"/>
        </pc:sldMkLst>
      </pc:sldChg>
    </pc:docChg>
  </pc:docChgLst>
  <pc:docChgLst>
    <pc:chgData name="Patrik Hrkút" userId="69b41f3f-cce6-4833-b1b6-94a378442888" providerId="ADAL" clId="{78CD29CA-490E-49F3-BB84-7CB3243D25D3}"/>
    <pc:docChg chg="undo custSel addSld delSld modSld">
      <pc:chgData name="Patrik Hrkút" userId="69b41f3f-cce6-4833-b1b6-94a378442888" providerId="ADAL" clId="{78CD29CA-490E-49F3-BB84-7CB3243D25D3}" dt="2021-10-05T07:57:44.597" v="1197"/>
      <pc:docMkLst>
        <pc:docMk/>
      </pc:docMkLst>
      <pc:sldChg chg="modSp mod">
        <pc:chgData name="Patrik Hrkút" userId="69b41f3f-cce6-4833-b1b6-94a378442888" providerId="ADAL" clId="{78CD29CA-490E-49F3-BB84-7CB3243D25D3}" dt="2021-10-04T14:22:45.421" v="1195" actId="2710"/>
        <pc:sldMkLst>
          <pc:docMk/>
          <pc:sldMk cId="0" sldId="258"/>
        </pc:sldMkLst>
      </pc:sldChg>
      <pc:sldChg chg="addSp delSp">
        <pc:chgData name="Patrik Hrkút" userId="69b41f3f-cce6-4833-b1b6-94a378442888" providerId="ADAL" clId="{78CD29CA-490E-49F3-BB84-7CB3243D25D3}" dt="2021-10-05T07:57:44.597" v="1197"/>
        <pc:sldMkLst>
          <pc:docMk/>
          <pc:sldMk cId="0" sldId="276"/>
        </pc:sldMkLst>
      </pc:sldChg>
      <pc:sldChg chg="modSp mod">
        <pc:chgData name="Patrik Hrkút" userId="69b41f3f-cce6-4833-b1b6-94a378442888" providerId="ADAL" clId="{78CD29CA-490E-49F3-BB84-7CB3243D25D3}" dt="2021-10-04T10:42:38.555" v="815" actId="790"/>
        <pc:sldMkLst>
          <pc:docMk/>
          <pc:sldMk cId="0" sldId="312"/>
        </pc:sldMkLst>
      </pc:sldChg>
      <pc:sldChg chg="modSp mod">
        <pc:chgData name="Patrik Hrkút" userId="69b41f3f-cce6-4833-b1b6-94a378442888" providerId="ADAL" clId="{78CD29CA-490E-49F3-BB84-7CB3243D25D3}" dt="2021-10-04T11:34:53.184" v="1186" actId="6549"/>
        <pc:sldMkLst>
          <pc:docMk/>
          <pc:sldMk cId="0" sldId="321"/>
        </pc:sldMkLst>
      </pc:sldChg>
      <pc:sldChg chg="addSp modSp mod">
        <pc:chgData name="Patrik Hrkút" userId="69b41f3f-cce6-4833-b1b6-94a378442888" providerId="ADAL" clId="{78CD29CA-490E-49F3-BB84-7CB3243D25D3}" dt="2021-10-04T11:35:33.774" v="1189" actId="1076"/>
        <pc:sldMkLst>
          <pc:docMk/>
          <pc:sldMk cId="0" sldId="322"/>
        </pc:sldMkLst>
      </pc:sldChg>
      <pc:sldChg chg="del">
        <pc:chgData name="Patrik Hrkút" userId="69b41f3f-cce6-4833-b1b6-94a378442888" providerId="ADAL" clId="{78CD29CA-490E-49F3-BB84-7CB3243D25D3}" dt="2021-10-04T12:53:23.810" v="1190" actId="47"/>
        <pc:sldMkLst>
          <pc:docMk/>
          <pc:sldMk cId="0" sldId="324"/>
        </pc:sldMkLst>
      </pc:sldChg>
      <pc:sldChg chg="modSp mod">
        <pc:chgData name="Patrik Hrkút" userId="69b41f3f-cce6-4833-b1b6-94a378442888" providerId="ADAL" clId="{78CD29CA-490E-49F3-BB84-7CB3243D25D3}" dt="2021-10-04T10:24:58.914" v="442" actId="1076"/>
        <pc:sldMkLst>
          <pc:docMk/>
          <pc:sldMk cId="0" sldId="327"/>
        </pc:sldMkLst>
      </pc:sldChg>
      <pc:sldChg chg="addSp modSp mod">
        <pc:chgData name="Patrik Hrkút" userId="69b41f3f-cce6-4833-b1b6-94a378442888" providerId="ADAL" clId="{78CD29CA-490E-49F3-BB84-7CB3243D25D3}" dt="2021-10-04T10:34:24.697" v="576" actId="1076"/>
        <pc:sldMkLst>
          <pc:docMk/>
          <pc:sldMk cId="0" sldId="328"/>
        </pc:sldMkLst>
      </pc:sldChg>
      <pc:sldChg chg="modSp mod">
        <pc:chgData name="Patrik Hrkút" userId="69b41f3f-cce6-4833-b1b6-94a378442888" providerId="ADAL" clId="{78CD29CA-490E-49F3-BB84-7CB3243D25D3}" dt="2021-10-04T10:34:49.927" v="596" actId="6549"/>
        <pc:sldMkLst>
          <pc:docMk/>
          <pc:sldMk cId="0" sldId="329"/>
        </pc:sldMkLst>
      </pc:sldChg>
      <pc:sldChg chg="addSp delSp modSp new mod">
        <pc:chgData name="Patrik Hrkút" userId="69b41f3f-cce6-4833-b1b6-94a378442888" providerId="ADAL" clId="{78CD29CA-490E-49F3-BB84-7CB3243D25D3}" dt="2021-10-04T10:25:27.978" v="449" actId="1076"/>
        <pc:sldMkLst>
          <pc:docMk/>
          <pc:sldMk cId="3118528264" sldId="330"/>
        </pc:sldMkLst>
      </pc:sldChg>
    </pc:docChg>
  </pc:docChgLst>
  <pc:docChgLst>
    <pc:chgData name="Patrik Hrkút" userId="69b41f3f-cce6-4833-b1b6-94a378442888" providerId="ADAL" clId="{514154F6-0A70-4C83-B20E-6DDF65AED8C0}"/>
    <pc:docChg chg="undo custSel modSld">
      <pc:chgData name="Patrik Hrkút" userId="69b41f3f-cce6-4833-b1b6-94a378442888" providerId="ADAL" clId="{514154F6-0A70-4C83-B20E-6DDF65AED8C0}" dt="2021-09-25T12:10:28.987" v="2260" actId="20577"/>
      <pc:docMkLst>
        <pc:docMk/>
      </pc:docMkLst>
      <pc:sldChg chg="modSp mod">
        <pc:chgData name="Patrik Hrkút" userId="69b41f3f-cce6-4833-b1b6-94a378442888" providerId="ADAL" clId="{514154F6-0A70-4C83-B20E-6DDF65AED8C0}" dt="2021-09-23T12:24:27.379" v="1102" actId="790"/>
        <pc:sldMkLst>
          <pc:docMk/>
          <pc:sldMk cId="0" sldId="256"/>
        </pc:sldMkLst>
      </pc:sldChg>
      <pc:sldChg chg="modSp mod">
        <pc:chgData name="Patrik Hrkút" userId="69b41f3f-cce6-4833-b1b6-94a378442888" providerId="ADAL" clId="{514154F6-0A70-4C83-B20E-6DDF65AED8C0}" dt="2021-09-23T12:24:27.383" v="1105" actId="790"/>
        <pc:sldMkLst>
          <pc:docMk/>
          <pc:sldMk cId="0" sldId="257"/>
        </pc:sldMkLst>
      </pc:sldChg>
      <pc:sldChg chg="modSp mod">
        <pc:chgData name="Patrik Hrkút" userId="69b41f3f-cce6-4833-b1b6-94a378442888" providerId="ADAL" clId="{514154F6-0A70-4C83-B20E-6DDF65AED8C0}" dt="2021-09-23T12:24:27.393" v="1108" actId="790"/>
        <pc:sldMkLst>
          <pc:docMk/>
          <pc:sldMk cId="0" sldId="258"/>
        </pc:sldMkLst>
      </pc:sldChg>
      <pc:sldChg chg="modSp mod">
        <pc:chgData name="Patrik Hrkút" userId="69b41f3f-cce6-4833-b1b6-94a378442888" providerId="ADAL" clId="{514154F6-0A70-4C83-B20E-6DDF65AED8C0}" dt="2021-09-23T12:27:14.223" v="1379" actId="20577"/>
        <pc:sldMkLst>
          <pc:docMk/>
          <pc:sldMk cId="0" sldId="259"/>
        </pc:sldMkLst>
      </pc:sldChg>
      <pc:sldChg chg="modSp mod">
        <pc:chgData name="Patrik Hrkút" userId="69b41f3f-cce6-4833-b1b6-94a378442888" providerId="ADAL" clId="{514154F6-0A70-4C83-B20E-6DDF65AED8C0}" dt="2021-09-23T12:24:27.404" v="1114" actId="790"/>
        <pc:sldMkLst>
          <pc:docMk/>
          <pc:sldMk cId="0" sldId="260"/>
        </pc:sldMkLst>
      </pc:sldChg>
      <pc:sldChg chg="modSp mod">
        <pc:chgData name="Patrik Hrkút" userId="69b41f3f-cce6-4833-b1b6-94a378442888" providerId="ADAL" clId="{514154F6-0A70-4C83-B20E-6DDF65AED8C0}" dt="2021-09-23T12:28:36.569" v="1382" actId="114"/>
        <pc:sldMkLst>
          <pc:docMk/>
          <pc:sldMk cId="0" sldId="261"/>
        </pc:sldMkLst>
      </pc:sldChg>
      <pc:sldChg chg="modSp mod">
        <pc:chgData name="Patrik Hrkút" userId="69b41f3f-cce6-4833-b1b6-94a378442888" providerId="ADAL" clId="{514154F6-0A70-4C83-B20E-6DDF65AED8C0}" dt="2021-09-23T12:32:56.476" v="1539" actId="790"/>
        <pc:sldMkLst>
          <pc:docMk/>
          <pc:sldMk cId="0" sldId="262"/>
        </pc:sldMkLst>
      </pc:sldChg>
      <pc:sldChg chg="modSp mod">
        <pc:chgData name="Patrik Hrkút" userId="69b41f3f-cce6-4833-b1b6-94a378442888" providerId="ADAL" clId="{514154F6-0A70-4C83-B20E-6DDF65AED8C0}" dt="2021-09-23T12:33:57.699" v="1570" actId="20577"/>
        <pc:sldMkLst>
          <pc:docMk/>
          <pc:sldMk cId="0" sldId="263"/>
        </pc:sldMkLst>
      </pc:sldChg>
      <pc:sldChg chg="modSp mod">
        <pc:chgData name="Patrik Hrkút" userId="69b41f3f-cce6-4833-b1b6-94a378442888" providerId="ADAL" clId="{514154F6-0A70-4C83-B20E-6DDF65AED8C0}" dt="2021-09-23T12:34:58.173" v="1598" actId="20577"/>
        <pc:sldMkLst>
          <pc:docMk/>
          <pc:sldMk cId="0" sldId="264"/>
        </pc:sldMkLst>
      </pc:sldChg>
      <pc:sldChg chg="modSp mod">
        <pc:chgData name="Patrik Hrkút" userId="69b41f3f-cce6-4833-b1b6-94a378442888" providerId="ADAL" clId="{514154F6-0A70-4C83-B20E-6DDF65AED8C0}" dt="2021-09-23T13:15:21.110" v="1629" actId="20577"/>
        <pc:sldMkLst>
          <pc:docMk/>
          <pc:sldMk cId="0" sldId="265"/>
        </pc:sldMkLst>
      </pc:sldChg>
      <pc:sldChg chg="modSp mod">
        <pc:chgData name="Patrik Hrkút" userId="69b41f3f-cce6-4833-b1b6-94a378442888" providerId="ADAL" clId="{514154F6-0A70-4C83-B20E-6DDF65AED8C0}" dt="2021-09-23T12:24:27.451" v="1132" actId="790"/>
        <pc:sldMkLst>
          <pc:docMk/>
          <pc:sldMk cId="0" sldId="266"/>
        </pc:sldMkLst>
      </pc:sldChg>
      <pc:sldChg chg="modSp mod">
        <pc:chgData name="Patrik Hrkút" userId="69b41f3f-cce6-4833-b1b6-94a378442888" providerId="ADAL" clId="{514154F6-0A70-4C83-B20E-6DDF65AED8C0}" dt="2021-09-23T14:50:55.580" v="1726" actId="14100"/>
        <pc:sldMkLst>
          <pc:docMk/>
          <pc:sldMk cId="0" sldId="267"/>
        </pc:sldMkLst>
      </pc:sldChg>
      <pc:sldChg chg="modSp mod">
        <pc:chgData name="Patrik Hrkút" userId="69b41f3f-cce6-4833-b1b6-94a378442888" providerId="ADAL" clId="{514154F6-0A70-4C83-B20E-6DDF65AED8C0}" dt="2021-09-23T14:54:25.011" v="1914" actId="20577"/>
        <pc:sldMkLst>
          <pc:docMk/>
          <pc:sldMk cId="0" sldId="268"/>
        </pc:sldMkLst>
      </pc:sldChg>
      <pc:sldChg chg="addSp delSp modSp mod">
        <pc:chgData name="Patrik Hrkút" userId="69b41f3f-cce6-4833-b1b6-94a378442888" providerId="ADAL" clId="{514154F6-0A70-4C83-B20E-6DDF65AED8C0}" dt="2021-09-23T14:57:01.795" v="1926" actId="790"/>
        <pc:sldMkLst>
          <pc:docMk/>
          <pc:sldMk cId="0" sldId="269"/>
        </pc:sldMkLst>
      </pc:sldChg>
      <pc:sldChg chg="modSp mod">
        <pc:chgData name="Patrik Hrkút" userId="69b41f3f-cce6-4833-b1b6-94a378442888" providerId="ADAL" clId="{514154F6-0A70-4C83-B20E-6DDF65AED8C0}" dt="2021-09-23T14:57:38.512" v="1940" actId="6549"/>
        <pc:sldMkLst>
          <pc:docMk/>
          <pc:sldMk cId="0" sldId="270"/>
        </pc:sldMkLst>
      </pc:sldChg>
      <pc:sldChg chg="modSp mod">
        <pc:chgData name="Patrik Hrkút" userId="69b41f3f-cce6-4833-b1b6-94a378442888" providerId="ADAL" clId="{514154F6-0A70-4C83-B20E-6DDF65AED8C0}" dt="2021-09-23T15:24:04.889" v="1975" actId="6549"/>
        <pc:sldMkLst>
          <pc:docMk/>
          <pc:sldMk cId="0" sldId="271"/>
        </pc:sldMkLst>
      </pc:sldChg>
      <pc:sldChg chg="modSp mod">
        <pc:chgData name="Patrik Hrkút" userId="69b41f3f-cce6-4833-b1b6-94a378442888" providerId="ADAL" clId="{514154F6-0A70-4C83-B20E-6DDF65AED8C0}" dt="2021-09-23T15:24:21.529" v="1976" actId="6549"/>
        <pc:sldMkLst>
          <pc:docMk/>
          <pc:sldMk cId="0" sldId="272"/>
        </pc:sldMkLst>
      </pc:sldChg>
      <pc:sldChg chg="modSp mod">
        <pc:chgData name="Patrik Hrkút" userId="69b41f3f-cce6-4833-b1b6-94a378442888" providerId="ADAL" clId="{514154F6-0A70-4C83-B20E-6DDF65AED8C0}" dt="2021-09-23T15:24:46.032" v="1990" actId="6549"/>
        <pc:sldMkLst>
          <pc:docMk/>
          <pc:sldMk cId="0" sldId="273"/>
        </pc:sldMkLst>
      </pc:sldChg>
      <pc:sldChg chg="modSp mod">
        <pc:chgData name="Patrik Hrkút" userId="69b41f3f-cce6-4833-b1b6-94a378442888" providerId="ADAL" clId="{514154F6-0A70-4C83-B20E-6DDF65AED8C0}" dt="2021-09-23T15:25:21.920" v="2027" actId="6549"/>
        <pc:sldMkLst>
          <pc:docMk/>
          <pc:sldMk cId="0" sldId="274"/>
        </pc:sldMkLst>
      </pc:sldChg>
      <pc:sldChg chg="modSp mod">
        <pc:chgData name="Patrik Hrkút" userId="69b41f3f-cce6-4833-b1b6-94a378442888" providerId="ADAL" clId="{514154F6-0A70-4C83-B20E-6DDF65AED8C0}" dt="2021-09-23T15:25:58.191" v="2031" actId="6549"/>
        <pc:sldMkLst>
          <pc:docMk/>
          <pc:sldMk cId="0" sldId="275"/>
        </pc:sldMkLst>
      </pc:sldChg>
      <pc:sldChg chg="modSp mod">
        <pc:chgData name="Patrik Hrkút" userId="69b41f3f-cce6-4833-b1b6-94a378442888" providerId="ADAL" clId="{514154F6-0A70-4C83-B20E-6DDF65AED8C0}" dt="2021-09-23T12:24:27.559" v="1162" actId="790"/>
        <pc:sldMkLst>
          <pc:docMk/>
          <pc:sldMk cId="0" sldId="276"/>
        </pc:sldMkLst>
      </pc:sldChg>
      <pc:sldChg chg="modSp mod">
        <pc:chgData name="Patrik Hrkút" userId="69b41f3f-cce6-4833-b1b6-94a378442888" providerId="ADAL" clId="{514154F6-0A70-4C83-B20E-6DDF65AED8C0}" dt="2021-09-23T15:29:19.526" v="2085" actId="2711"/>
        <pc:sldMkLst>
          <pc:docMk/>
          <pc:sldMk cId="0" sldId="277"/>
        </pc:sldMkLst>
      </pc:sldChg>
      <pc:sldChg chg="modSp mod">
        <pc:chgData name="Patrik Hrkút" userId="69b41f3f-cce6-4833-b1b6-94a378442888" providerId="ADAL" clId="{514154F6-0A70-4C83-B20E-6DDF65AED8C0}" dt="2021-09-23T15:31:29.018" v="2178" actId="20577"/>
        <pc:sldMkLst>
          <pc:docMk/>
          <pc:sldMk cId="0" sldId="278"/>
        </pc:sldMkLst>
      </pc:sldChg>
      <pc:sldChg chg="modSp mod">
        <pc:chgData name="Patrik Hrkút" userId="69b41f3f-cce6-4833-b1b6-94a378442888" providerId="ADAL" clId="{514154F6-0A70-4C83-B20E-6DDF65AED8C0}" dt="2021-09-23T15:33:51.329" v="2249" actId="6549"/>
        <pc:sldMkLst>
          <pc:docMk/>
          <pc:sldMk cId="0" sldId="279"/>
        </pc:sldMkLst>
      </pc:sldChg>
      <pc:sldChg chg="modSp mod">
        <pc:chgData name="Patrik Hrkút" userId="69b41f3f-cce6-4833-b1b6-94a378442888" providerId="ADAL" clId="{514154F6-0A70-4C83-B20E-6DDF65AED8C0}" dt="2021-09-23T15:33:56.049" v="2251" actId="6549"/>
        <pc:sldMkLst>
          <pc:docMk/>
          <pc:sldMk cId="0" sldId="280"/>
        </pc:sldMkLst>
      </pc:sldChg>
      <pc:sldChg chg="modSp mod">
        <pc:chgData name="Patrik Hrkút" userId="69b41f3f-cce6-4833-b1b6-94a378442888" providerId="ADAL" clId="{514154F6-0A70-4C83-B20E-6DDF65AED8C0}" dt="2021-09-23T15:33:38.339" v="2245" actId="2711"/>
        <pc:sldMkLst>
          <pc:docMk/>
          <pc:sldMk cId="0" sldId="281"/>
        </pc:sldMkLst>
      </pc:sldChg>
      <pc:sldChg chg="modSp mod">
        <pc:chgData name="Patrik Hrkút" userId="69b41f3f-cce6-4833-b1b6-94a378442888" providerId="ADAL" clId="{514154F6-0A70-4C83-B20E-6DDF65AED8C0}" dt="2021-09-23T12:24:27.612" v="1180" actId="790"/>
        <pc:sldMkLst>
          <pc:docMk/>
          <pc:sldMk cId="0" sldId="282"/>
        </pc:sldMkLst>
      </pc:sldChg>
      <pc:sldChg chg="modSp mod">
        <pc:chgData name="Patrik Hrkút" userId="69b41f3f-cce6-4833-b1b6-94a378442888" providerId="ADAL" clId="{514154F6-0A70-4C83-B20E-6DDF65AED8C0}" dt="2021-09-23T12:24:27.618" v="1194" actId="790"/>
        <pc:sldMkLst>
          <pc:docMk/>
          <pc:sldMk cId="0" sldId="283"/>
        </pc:sldMkLst>
      </pc:sldChg>
      <pc:sldChg chg="modSp mod">
        <pc:chgData name="Patrik Hrkút" userId="69b41f3f-cce6-4833-b1b6-94a378442888" providerId="ADAL" clId="{514154F6-0A70-4C83-B20E-6DDF65AED8C0}" dt="2021-09-23T12:24:27.630" v="1197" actId="790"/>
        <pc:sldMkLst>
          <pc:docMk/>
          <pc:sldMk cId="0" sldId="284"/>
        </pc:sldMkLst>
      </pc:sldChg>
      <pc:sldChg chg="modSp mod">
        <pc:chgData name="Patrik Hrkút" userId="69b41f3f-cce6-4833-b1b6-94a378442888" providerId="ADAL" clId="{514154F6-0A70-4C83-B20E-6DDF65AED8C0}" dt="2021-09-23T12:24:27.650" v="1200" actId="790"/>
        <pc:sldMkLst>
          <pc:docMk/>
          <pc:sldMk cId="0" sldId="285"/>
        </pc:sldMkLst>
      </pc:sldChg>
      <pc:sldChg chg="modSp mod">
        <pc:chgData name="Patrik Hrkút" userId="69b41f3f-cce6-4833-b1b6-94a378442888" providerId="ADAL" clId="{514154F6-0A70-4C83-B20E-6DDF65AED8C0}" dt="2021-09-23T12:24:27.658" v="1203" actId="790"/>
        <pc:sldMkLst>
          <pc:docMk/>
          <pc:sldMk cId="0" sldId="286"/>
        </pc:sldMkLst>
      </pc:sldChg>
      <pc:sldChg chg="modSp mod">
        <pc:chgData name="Patrik Hrkút" userId="69b41f3f-cce6-4833-b1b6-94a378442888" providerId="ADAL" clId="{514154F6-0A70-4C83-B20E-6DDF65AED8C0}" dt="2021-09-23T12:24:27.666" v="1206" actId="790"/>
        <pc:sldMkLst>
          <pc:docMk/>
          <pc:sldMk cId="0" sldId="287"/>
        </pc:sldMkLst>
      </pc:sldChg>
      <pc:sldChg chg="modSp mod">
        <pc:chgData name="Patrik Hrkút" userId="69b41f3f-cce6-4833-b1b6-94a378442888" providerId="ADAL" clId="{514154F6-0A70-4C83-B20E-6DDF65AED8C0}" dt="2021-09-23T12:24:27.672" v="1209" actId="790"/>
        <pc:sldMkLst>
          <pc:docMk/>
          <pc:sldMk cId="0" sldId="288"/>
        </pc:sldMkLst>
      </pc:sldChg>
      <pc:sldChg chg="modSp mod">
        <pc:chgData name="Patrik Hrkút" userId="69b41f3f-cce6-4833-b1b6-94a378442888" providerId="ADAL" clId="{514154F6-0A70-4C83-B20E-6DDF65AED8C0}" dt="2021-09-23T12:24:27.686" v="1212" actId="790"/>
        <pc:sldMkLst>
          <pc:docMk/>
          <pc:sldMk cId="0" sldId="289"/>
        </pc:sldMkLst>
      </pc:sldChg>
      <pc:sldChg chg="modSp mod">
        <pc:chgData name="Patrik Hrkút" userId="69b41f3f-cce6-4833-b1b6-94a378442888" providerId="ADAL" clId="{514154F6-0A70-4C83-B20E-6DDF65AED8C0}" dt="2021-09-23T12:24:27.700" v="1222" actId="790"/>
        <pc:sldMkLst>
          <pc:docMk/>
          <pc:sldMk cId="0" sldId="290"/>
        </pc:sldMkLst>
      </pc:sldChg>
      <pc:sldChg chg="modSp mod">
        <pc:chgData name="Patrik Hrkút" userId="69b41f3f-cce6-4833-b1b6-94a378442888" providerId="ADAL" clId="{514154F6-0A70-4C83-B20E-6DDF65AED8C0}" dt="2021-09-23T12:24:27.702" v="1224" actId="790"/>
        <pc:sldMkLst>
          <pc:docMk/>
          <pc:sldMk cId="0" sldId="291"/>
        </pc:sldMkLst>
      </pc:sldChg>
      <pc:sldChg chg="modSp mod">
        <pc:chgData name="Patrik Hrkút" userId="69b41f3f-cce6-4833-b1b6-94a378442888" providerId="ADAL" clId="{514154F6-0A70-4C83-B20E-6DDF65AED8C0}" dt="2021-09-23T12:24:27.703" v="1226" actId="790"/>
        <pc:sldMkLst>
          <pc:docMk/>
          <pc:sldMk cId="0" sldId="292"/>
        </pc:sldMkLst>
      </pc:sldChg>
      <pc:sldChg chg="modSp mod">
        <pc:chgData name="Patrik Hrkút" userId="69b41f3f-cce6-4833-b1b6-94a378442888" providerId="ADAL" clId="{514154F6-0A70-4C83-B20E-6DDF65AED8C0}" dt="2021-09-23T12:24:27.717" v="1230" actId="790"/>
        <pc:sldMkLst>
          <pc:docMk/>
          <pc:sldMk cId="0" sldId="293"/>
        </pc:sldMkLst>
      </pc:sldChg>
      <pc:sldChg chg="modSp mod">
        <pc:chgData name="Patrik Hrkút" userId="69b41f3f-cce6-4833-b1b6-94a378442888" providerId="ADAL" clId="{514154F6-0A70-4C83-B20E-6DDF65AED8C0}" dt="2021-09-23T12:24:27.726" v="1233" actId="790"/>
        <pc:sldMkLst>
          <pc:docMk/>
          <pc:sldMk cId="0" sldId="294"/>
        </pc:sldMkLst>
      </pc:sldChg>
      <pc:sldChg chg="modSp mod">
        <pc:chgData name="Patrik Hrkút" userId="69b41f3f-cce6-4833-b1b6-94a378442888" providerId="ADAL" clId="{514154F6-0A70-4C83-B20E-6DDF65AED8C0}" dt="2021-09-23T12:24:27.746" v="1236" actId="790"/>
        <pc:sldMkLst>
          <pc:docMk/>
          <pc:sldMk cId="0" sldId="295"/>
        </pc:sldMkLst>
      </pc:sldChg>
      <pc:sldChg chg="modSp mod">
        <pc:chgData name="Patrik Hrkút" userId="69b41f3f-cce6-4833-b1b6-94a378442888" providerId="ADAL" clId="{514154F6-0A70-4C83-B20E-6DDF65AED8C0}" dt="2021-09-23T12:24:27.765" v="1239" actId="790"/>
        <pc:sldMkLst>
          <pc:docMk/>
          <pc:sldMk cId="0" sldId="296"/>
        </pc:sldMkLst>
      </pc:sldChg>
      <pc:sldChg chg="modSp mod">
        <pc:chgData name="Patrik Hrkút" userId="69b41f3f-cce6-4833-b1b6-94a378442888" providerId="ADAL" clId="{514154F6-0A70-4C83-B20E-6DDF65AED8C0}" dt="2021-09-23T12:24:27.773" v="1242" actId="790"/>
        <pc:sldMkLst>
          <pc:docMk/>
          <pc:sldMk cId="0" sldId="297"/>
        </pc:sldMkLst>
      </pc:sldChg>
      <pc:sldChg chg="modSp mod">
        <pc:chgData name="Patrik Hrkút" userId="69b41f3f-cce6-4833-b1b6-94a378442888" providerId="ADAL" clId="{514154F6-0A70-4C83-B20E-6DDF65AED8C0}" dt="2021-09-23T12:24:27.788" v="1245" actId="790"/>
        <pc:sldMkLst>
          <pc:docMk/>
          <pc:sldMk cId="0" sldId="298"/>
        </pc:sldMkLst>
      </pc:sldChg>
      <pc:sldChg chg="modSp mod">
        <pc:chgData name="Patrik Hrkút" userId="69b41f3f-cce6-4833-b1b6-94a378442888" providerId="ADAL" clId="{514154F6-0A70-4C83-B20E-6DDF65AED8C0}" dt="2021-09-23T12:24:27.801" v="1248" actId="790"/>
        <pc:sldMkLst>
          <pc:docMk/>
          <pc:sldMk cId="0" sldId="299"/>
        </pc:sldMkLst>
      </pc:sldChg>
      <pc:sldChg chg="modSp mod">
        <pc:chgData name="Patrik Hrkút" userId="69b41f3f-cce6-4833-b1b6-94a378442888" providerId="ADAL" clId="{514154F6-0A70-4C83-B20E-6DDF65AED8C0}" dt="2021-09-23T12:24:27.809" v="1251" actId="790"/>
        <pc:sldMkLst>
          <pc:docMk/>
          <pc:sldMk cId="0" sldId="300"/>
        </pc:sldMkLst>
      </pc:sldChg>
      <pc:sldChg chg="modSp mod">
        <pc:chgData name="Patrik Hrkút" userId="69b41f3f-cce6-4833-b1b6-94a378442888" providerId="ADAL" clId="{514154F6-0A70-4C83-B20E-6DDF65AED8C0}" dt="2021-09-23T12:24:27.811" v="1254" actId="790"/>
        <pc:sldMkLst>
          <pc:docMk/>
          <pc:sldMk cId="0" sldId="301"/>
        </pc:sldMkLst>
      </pc:sldChg>
      <pc:sldChg chg="modSp mod">
        <pc:chgData name="Patrik Hrkút" userId="69b41f3f-cce6-4833-b1b6-94a378442888" providerId="ADAL" clId="{514154F6-0A70-4C83-B20E-6DDF65AED8C0}" dt="2021-09-23T12:24:27.822" v="1264" actId="790"/>
        <pc:sldMkLst>
          <pc:docMk/>
          <pc:sldMk cId="0" sldId="302"/>
        </pc:sldMkLst>
      </pc:sldChg>
      <pc:sldChg chg="modSp mod">
        <pc:chgData name="Patrik Hrkút" userId="69b41f3f-cce6-4833-b1b6-94a378442888" providerId="ADAL" clId="{514154F6-0A70-4C83-B20E-6DDF65AED8C0}" dt="2021-09-25T12:10:28.987" v="2260" actId="20577"/>
        <pc:sldMkLst>
          <pc:docMk/>
          <pc:sldMk cId="0" sldId="311"/>
        </pc:sldMkLst>
      </pc:sldChg>
    </pc:docChg>
  </pc:docChgLst>
  <pc:docChgLst>
    <pc:chgData name="Patrik Hrkút" userId="69b41f3f-cce6-4833-b1b6-94a378442888" providerId="ADAL" clId="{00F3D194-D0C5-4141-A246-499F8F540547}"/>
    <pc:docChg chg="undo custSel modSld">
      <pc:chgData name="Patrik Hrkút" userId="69b41f3f-cce6-4833-b1b6-94a378442888" providerId="ADAL" clId="{00F3D194-D0C5-4141-A246-499F8F540547}" dt="2021-06-24T09:07:43.657" v="81" actId="1037"/>
      <pc:docMkLst>
        <pc:docMk/>
      </pc:docMkLst>
      <pc:sldChg chg="modSp mod">
        <pc:chgData name="Patrik Hrkút" userId="69b41f3f-cce6-4833-b1b6-94a378442888" providerId="ADAL" clId="{00F3D194-D0C5-4141-A246-499F8F540547}" dt="2021-06-18T12:35:31.795" v="1" actId="20577"/>
        <pc:sldMkLst>
          <pc:docMk/>
          <pc:sldMk cId="0" sldId="269"/>
        </pc:sldMkLst>
      </pc:sldChg>
      <pc:sldChg chg="addSp delSp modSp mod">
        <pc:chgData name="Patrik Hrkút" userId="69b41f3f-cce6-4833-b1b6-94a378442888" providerId="ADAL" clId="{00F3D194-D0C5-4141-A246-499F8F540547}" dt="2021-06-24T08:34:07.648" v="5" actId="1076"/>
        <pc:sldMkLst>
          <pc:docMk/>
          <pc:sldMk cId="0" sldId="302"/>
        </pc:sldMkLst>
      </pc:sldChg>
      <pc:sldChg chg="modSp mod">
        <pc:chgData name="Patrik Hrkút" userId="69b41f3f-cce6-4833-b1b6-94a378442888" providerId="ADAL" clId="{00F3D194-D0C5-4141-A246-499F8F540547}" dt="2021-06-24T08:43:55.225" v="10" actId="20577"/>
        <pc:sldMkLst>
          <pc:docMk/>
          <pc:sldMk cId="0" sldId="304"/>
        </pc:sldMkLst>
      </pc:sldChg>
      <pc:sldChg chg="addSp delSp modSp mod">
        <pc:chgData name="Patrik Hrkút" userId="69b41f3f-cce6-4833-b1b6-94a378442888" providerId="ADAL" clId="{00F3D194-D0C5-4141-A246-499F8F540547}" dt="2021-06-24T09:07:43.657" v="81" actId="1037"/>
        <pc:sldMkLst>
          <pc:docMk/>
          <pc:sldMk cId="0" sldId="305"/>
        </pc:sldMkLst>
      </pc:sldChg>
    </pc:docChg>
  </pc:docChgLst>
  <pc:docChgLst>
    <pc:chgData name="Patrik Hrkút" userId="69b41f3f-cce6-4833-b1b6-94a378442888" providerId="ADAL" clId="{C72E7842-ADD6-4A46-9E1F-07921F631C2E}"/>
    <pc:docChg chg="undo redo custSel addSld delSld modSld sldOrd">
      <pc:chgData name="Patrik Hrkút" userId="69b41f3f-cce6-4833-b1b6-94a378442888" providerId="ADAL" clId="{C72E7842-ADD6-4A46-9E1F-07921F631C2E}" dt="2023-09-21T12:00:11.481" v="4450" actId="1076"/>
      <pc:docMkLst>
        <pc:docMk/>
      </pc:docMkLst>
      <pc:sldChg chg="addSp delSp modSp mod">
        <pc:chgData name="Patrik Hrkút" userId="69b41f3f-cce6-4833-b1b6-94a378442888" providerId="ADAL" clId="{C72E7842-ADD6-4A46-9E1F-07921F631C2E}" dt="2023-09-19T07:06:50.147" v="2908" actId="478"/>
        <pc:sldMkLst>
          <pc:docMk/>
          <pc:sldMk cId="0" sldId="256"/>
        </pc:sldMkLst>
      </pc:sldChg>
      <pc:sldChg chg="modSp mod modNotesTx">
        <pc:chgData name="Patrik Hrkút" userId="69b41f3f-cce6-4833-b1b6-94a378442888" providerId="ADAL" clId="{C72E7842-ADD6-4A46-9E1F-07921F631C2E}" dt="2023-09-21T11:53:58.634" v="4039" actId="20577"/>
        <pc:sldMkLst>
          <pc:docMk/>
          <pc:sldMk cId="0" sldId="258"/>
        </pc:sldMkLst>
      </pc:sldChg>
      <pc:sldChg chg="addSp modSp mod modNotesTx">
        <pc:chgData name="Patrik Hrkút" userId="69b41f3f-cce6-4833-b1b6-94a378442888" providerId="ADAL" clId="{C72E7842-ADD6-4A46-9E1F-07921F631C2E}" dt="2023-09-21T12:00:11.481" v="4450" actId="1076"/>
        <pc:sldMkLst>
          <pc:docMk/>
          <pc:sldMk cId="0" sldId="259"/>
        </pc:sldMkLst>
      </pc:sldChg>
      <pc:sldChg chg="addSp delSp modSp mod">
        <pc:chgData name="Patrik Hrkút" userId="69b41f3f-cce6-4833-b1b6-94a378442888" providerId="ADAL" clId="{C72E7842-ADD6-4A46-9E1F-07921F631C2E}" dt="2023-09-21T11:39:31.238" v="2949" actId="1076"/>
        <pc:sldMkLst>
          <pc:docMk/>
          <pc:sldMk cId="0" sldId="260"/>
        </pc:sldMkLst>
      </pc:sldChg>
      <pc:sldChg chg="addSp delSp modSp mod">
        <pc:chgData name="Patrik Hrkút" userId="69b41f3f-cce6-4833-b1b6-94a378442888" providerId="ADAL" clId="{C72E7842-ADD6-4A46-9E1F-07921F631C2E}" dt="2023-09-18T12:37:32.077" v="403" actId="1076"/>
        <pc:sldMkLst>
          <pc:docMk/>
          <pc:sldMk cId="0" sldId="261"/>
        </pc:sldMkLst>
      </pc:sldChg>
      <pc:sldChg chg="modSp mod">
        <pc:chgData name="Patrik Hrkút" userId="69b41f3f-cce6-4833-b1b6-94a378442888" providerId="ADAL" clId="{C72E7842-ADD6-4A46-9E1F-07921F631C2E}" dt="2023-09-18T12:38:24.930" v="407" actId="108"/>
        <pc:sldMkLst>
          <pc:docMk/>
          <pc:sldMk cId="0" sldId="262"/>
        </pc:sldMkLst>
      </pc:sldChg>
      <pc:sldChg chg="modSp mod">
        <pc:chgData name="Patrik Hrkút" userId="69b41f3f-cce6-4833-b1b6-94a378442888" providerId="ADAL" clId="{C72E7842-ADD6-4A46-9E1F-07921F631C2E}" dt="2023-09-18T12:41:10.086" v="418" actId="790"/>
        <pc:sldMkLst>
          <pc:docMk/>
          <pc:sldMk cId="0" sldId="265"/>
        </pc:sldMkLst>
      </pc:sldChg>
      <pc:sldChg chg="modSp mod">
        <pc:chgData name="Patrik Hrkút" userId="69b41f3f-cce6-4833-b1b6-94a378442888" providerId="ADAL" clId="{C72E7842-ADD6-4A46-9E1F-07921F631C2E}" dt="2023-09-18T12:42:03.592" v="468" actId="20577"/>
        <pc:sldMkLst>
          <pc:docMk/>
          <pc:sldMk cId="0" sldId="267"/>
        </pc:sldMkLst>
      </pc:sldChg>
      <pc:sldChg chg="addSp delSp modSp mod">
        <pc:chgData name="Patrik Hrkút" userId="69b41f3f-cce6-4833-b1b6-94a378442888" providerId="ADAL" clId="{C72E7842-ADD6-4A46-9E1F-07921F631C2E}" dt="2023-09-18T13:36:44.446" v="552" actId="1076"/>
        <pc:sldMkLst>
          <pc:docMk/>
          <pc:sldMk cId="0" sldId="269"/>
        </pc:sldMkLst>
      </pc:sldChg>
      <pc:sldChg chg="modSp mod">
        <pc:chgData name="Patrik Hrkút" userId="69b41f3f-cce6-4833-b1b6-94a378442888" providerId="ADAL" clId="{C72E7842-ADD6-4A46-9E1F-07921F631C2E}" dt="2023-09-18T14:15:04.509" v="1456" actId="20577"/>
        <pc:sldMkLst>
          <pc:docMk/>
          <pc:sldMk cId="0" sldId="270"/>
        </pc:sldMkLst>
      </pc:sldChg>
      <pc:sldChg chg="modSp mod">
        <pc:chgData name="Patrik Hrkút" userId="69b41f3f-cce6-4833-b1b6-94a378442888" providerId="ADAL" clId="{C72E7842-ADD6-4A46-9E1F-07921F631C2E}" dt="2023-09-18T13:38:24.338" v="593" actId="20577"/>
        <pc:sldMkLst>
          <pc:docMk/>
          <pc:sldMk cId="0" sldId="271"/>
        </pc:sldMkLst>
      </pc:sldChg>
      <pc:sldChg chg="modSp mod">
        <pc:chgData name="Patrik Hrkút" userId="69b41f3f-cce6-4833-b1b6-94a378442888" providerId="ADAL" clId="{C72E7842-ADD6-4A46-9E1F-07921F631C2E}" dt="2023-09-18T13:40:20.285" v="615" actId="6549"/>
        <pc:sldMkLst>
          <pc:docMk/>
          <pc:sldMk cId="0" sldId="272"/>
        </pc:sldMkLst>
      </pc:sldChg>
      <pc:sldChg chg="modSp mod">
        <pc:chgData name="Patrik Hrkút" userId="69b41f3f-cce6-4833-b1b6-94a378442888" providerId="ADAL" clId="{C72E7842-ADD6-4A46-9E1F-07921F631C2E}" dt="2023-09-18T13:39:11.495" v="595" actId="255"/>
        <pc:sldMkLst>
          <pc:docMk/>
          <pc:sldMk cId="0" sldId="273"/>
        </pc:sldMkLst>
      </pc:sldChg>
      <pc:sldChg chg="modSp mod">
        <pc:chgData name="Patrik Hrkút" userId="69b41f3f-cce6-4833-b1b6-94a378442888" providerId="ADAL" clId="{C72E7842-ADD6-4A46-9E1F-07921F631C2E}" dt="2023-09-18T13:40:46.962" v="616" actId="20577"/>
        <pc:sldMkLst>
          <pc:docMk/>
          <pc:sldMk cId="0" sldId="274"/>
        </pc:sldMkLst>
      </pc:sldChg>
      <pc:sldChg chg="modSp mod">
        <pc:chgData name="Patrik Hrkút" userId="69b41f3f-cce6-4833-b1b6-94a378442888" providerId="ADAL" clId="{C72E7842-ADD6-4A46-9E1F-07921F631C2E}" dt="2023-09-18T14:36:49.861" v="1588" actId="20577"/>
        <pc:sldMkLst>
          <pc:docMk/>
          <pc:sldMk cId="0" sldId="276"/>
        </pc:sldMkLst>
      </pc:sldChg>
      <pc:sldChg chg="modSp mod">
        <pc:chgData name="Patrik Hrkút" userId="69b41f3f-cce6-4833-b1b6-94a378442888" providerId="ADAL" clId="{C72E7842-ADD6-4A46-9E1F-07921F631C2E}" dt="2023-09-18T13:42:36.384" v="617" actId="113"/>
        <pc:sldMkLst>
          <pc:docMk/>
          <pc:sldMk cId="0" sldId="278"/>
        </pc:sldMkLst>
      </pc:sldChg>
      <pc:sldChg chg="modSp mod">
        <pc:chgData name="Patrik Hrkút" userId="69b41f3f-cce6-4833-b1b6-94a378442888" providerId="ADAL" clId="{C72E7842-ADD6-4A46-9E1F-07921F631C2E}" dt="2023-09-18T14:22:47.795" v="1504" actId="114"/>
        <pc:sldMkLst>
          <pc:docMk/>
          <pc:sldMk cId="0" sldId="279"/>
        </pc:sldMkLst>
      </pc:sldChg>
      <pc:sldChg chg="modSp mod">
        <pc:chgData name="Patrik Hrkút" userId="69b41f3f-cce6-4833-b1b6-94a378442888" providerId="ADAL" clId="{C72E7842-ADD6-4A46-9E1F-07921F631C2E}" dt="2023-09-18T13:43:10.668" v="618" actId="790"/>
        <pc:sldMkLst>
          <pc:docMk/>
          <pc:sldMk cId="0" sldId="280"/>
        </pc:sldMkLst>
      </pc:sldChg>
      <pc:sldChg chg="modSp mod">
        <pc:chgData name="Patrik Hrkút" userId="69b41f3f-cce6-4833-b1b6-94a378442888" providerId="ADAL" clId="{C72E7842-ADD6-4A46-9E1F-07921F631C2E}" dt="2023-09-18T13:44:44.389" v="619" actId="14100"/>
        <pc:sldMkLst>
          <pc:docMk/>
          <pc:sldMk cId="0" sldId="283"/>
        </pc:sldMkLst>
      </pc:sldChg>
      <pc:sldChg chg="modSp mod">
        <pc:chgData name="Patrik Hrkút" userId="69b41f3f-cce6-4833-b1b6-94a378442888" providerId="ADAL" clId="{C72E7842-ADD6-4A46-9E1F-07921F631C2E}" dt="2023-09-18T14:52:00.560" v="2224" actId="6549"/>
        <pc:sldMkLst>
          <pc:docMk/>
          <pc:sldMk cId="0" sldId="286"/>
        </pc:sldMkLst>
      </pc:sldChg>
      <pc:sldChg chg="modSp mod">
        <pc:chgData name="Patrik Hrkút" userId="69b41f3f-cce6-4833-b1b6-94a378442888" providerId="ADAL" clId="{C72E7842-ADD6-4A46-9E1F-07921F631C2E}" dt="2023-09-18T13:53:23.856" v="933" actId="20577"/>
        <pc:sldMkLst>
          <pc:docMk/>
          <pc:sldMk cId="0" sldId="288"/>
        </pc:sldMkLst>
      </pc:sldChg>
      <pc:sldChg chg="modSp mod">
        <pc:chgData name="Patrik Hrkút" userId="69b41f3f-cce6-4833-b1b6-94a378442888" providerId="ADAL" clId="{C72E7842-ADD6-4A46-9E1F-07921F631C2E}" dt="2023-09-18T13:53:49.163" v="935" actId="108"/>
        <pc:sldMkLst>
          <pc:docMk/>
          <pc:sldMk cId="0" sldId="289"/>
        </pc:sldMkLst>
      </pc:sldChg>
      <pc:sldChg chg="modSp mod">
        <pc:chgData name="Patrik Hrkút" userId="69b41f3f-cce6-4833-b1b6-94a378442888" providerId="ADAL" clId="{C72E7842-ADD6-4A46-9E1F-07921F631C2E}" dt="2023-09-18T13:54:21.157" v="938" actId="1076"/>
        <pc:sldMkLst>
          <pc:docMk/>
          <pc:sldMk cId="0" sldId="290"/>
        </pc:sldMkLst>
      </pc:sldChg>
      <pc:sldChg chg="modSp mod">
        <pc:chgData name="Patrik Hrkút" userId="69b41f3f-cce6-4833-b1b6-94a378442888" providerId="ADAL" clId="{C72E7842-ADD6-4A46-9E1F-07921F631C2E}" dt="2023-09-18T13:50:12.512" v="800" actId="6549"/>
        <pc:sldMkLst>
          <pc:docMk/>
          <pc:sldMk cId="0" sldId="293"/>
        </pc:sldMkLst>
      </pc:sldChg>
      <pc:sldChg chg="modSp mod">
        <pc:chgData name="Patrik Hrkút" userId="69b41f3f-cce6-4833-b1b6-94a378442888" providerId="ADAL" clId="{C72E7842-ADD6-4A46-9E1F-07921F631C2E}" dt="2023-09-18T13:50:39.608" v="802" actId="1076"/>
        <pc:sldMkLst>
          <pc:docMk/>
          <pc:sldMk cId="0" sldId="294"/>
        </pc:sldMkLst>
      </pc:sldChg>
      <pc:sldChg chg="modSp mod">
        <pc:chgData name="Patrik Hrkút" userId="69b41f3f-cce6-4833-b1b6-94a378442888" providerId="ADAL" clId="{C72E7842-ADD6-4A46-9E1F-07921F631C2E}" dt="2023-09-18T14:47:23.261" v="2040" actId="20577"/>
        <pc:sldMkLst>
          <pc:docMk/>
          <pc:sldMk cId="0" sldId="295"/>
        </pc:sldMkLst>
      </pc:sldChg>
      <pc:sldChg chg="modSp mod">
        <pc:chgData name="Patrik Hrkút" userId="69b41f3f-cce6-4833-b1b6-94a378442888" providerId="ADAL" clId="{C72E7842-ADD6-4A46-9E1F-07921F631C2E}" dt="2023-09-18T13:49:38.314" v="765" actId="6549"/>
        <pc:sldMkLst>
          <pc:docMk/>
          <pc:sldMk cId="0" sldId="296"/>
        </pc:sldMkLst>
      </pc:sldChg>
      <pc:sldChg chg="modSp mod">
        <pc:chgData name="Patrik Hrkút" userId="69b41f3f-cce6-4833-b1b6-94a378442888" providerId="ADAL" clId="{C72E7842-ADD6-4A46-9E1F-07921F631C2E}" dt="2023-09-18T13:55:41.379" v="964" actId="20577"/>
        <pc:sldMkLst>
          <pc:docMk/>
          <pc:sldMk cId="0" sldId="298"/>
        </pc:sldMkLst>
      </pc:sldChg>
      <pc:sldChg chg="modSp mod">
        <pc:chgData name="Patrik Hrkút" userId="69b41f3f-cce6-4833-b1b6-94a378442888" providerId="ADAL" clId="{C72E7842-ADD6-4A46-9E1F-07921F631C2E}" dt="2023-09-18T14:00:27.669" v="1026" actId="108"/>
        <pc:sldMkLst>
          <pc:docMk/>
          <pc:sldMk cId="0" sldId="299"/>
        </pc:sldMkLst>
      </pc:sldChg>
      <pc:sldChg chg="modSp mod ord">
        <pc:chgData name="Patrik Hrkút" userId="69b41f3f-cce6-4833-b1b6-94a378442888" providerId="ADAL" clId="{C72E7842-ADD6-4A46-9E1F-07921F631C2E}" dt="2023-09-18T14:10:55.329" v="1407" actId="108"/>
        <pc:sldMkLst>
          <pc:docMk/>
          <pc:sldMk cId="2183381722" sldId="331"/>
        </pc:sldMkLst>
      </pc:sldChg>
      <pc:sldChg chg="modSp mod">
        <pc:chgData name="Patrik Hrkút" userId="69b41f3f-cce6-4833-b1b6-94a378442888" providerId="ADAL" clId="{C72E7842-ADD6-4A46-9E1F-07921F631C2E}" dt="2023-09-18T15:02:45.029" v="2666" actId="6549"/>
        <pc:sldMkLst>
          <pc:docMk/>
          <pc:sldMk cId="0" sldId="332"/>
        </pc:sldMkLst>
      </pc:sldChg>
      <pc:sldChg chg="del">
        <pc:chgData name="Patrik Hrkút" userId="69b41f3f-cce6-4833-b1b6-94a378442888" providerId="ADAL" clId="{C72E7842-ADD6-4A46-9E1F-07921F631C2E}" dt="2023-09-18T13:56:16.089" v="965" actId="47"/>
        <pc:sldMkLst>
          <pc:docMk/>
          <pc:sldMk cId="0" sldId="333"/>
        </pc:sldMkLst>
      </pc:sldChg>
      <pc:sldChg chg="del">
        <pc:chgData name="Patrik Hrkút" userId="69b41f3f-cce6-4833-b1b6-94a378442888" providerId="ADAL" clId="{C72E7842-ADD6-4A46-9E1F-07921F631C2E}" dt="2023-09-18T13:56:21.817" v="966" actId="47"/>
        <pc:sldMkLst>
          <pc:docMk/>
          <pc:sldMk cId="0" sldId="334"/>
        </pc:sldMkLst>
      </pc:sldChg>
      <pc:sldChg chg="delSp modSp mod">
        <pc:chgData name="Patrik Hrkút" userId="69b41f3f-cce6-4833-b1b6-94a378442888" providerId="ADAL" clId="{C72E7842-ADD6-4A46-9E1F-07921F631C2E}" dt="2023-09-18T13:59:18.888" v="1021" actId="108"/>
        <pc:sldMkLst>
          <pc:docMk/>
          <pc:sldMk cId="0" sldId="335"/>
        </pc:sldMkLst>
      </pc:sldChg>
      <pc:sldChg chg="modSp new mod">
        <pc:chgData name="Patrik Hrkút" userId="69b41f3f-cce6-4833-b1b6-94a378442888" providerId="ADAL" clId="{C72E7842-ADD6-4A46-9E1F-07921F631C2E}" dt="2023-09-12T10:44:56.618" v="175" actId="20577"/>
        <pc:sldMkLst>
          <pc:docMk/>
          <pc:sldMk cId="4170504939" sldId="337"/>
        </pc:sldMkLst>
      </pc:sldChg>
      <pc:sldChg chg="new del">
        <pc:chgData name="Patrik Hrkút" userId="69b41f3f-cce6-4833-b1b6-94a378442888" providerId="ADAL" clId="{C72E7842-ADD6-4A46-9E1F-07921F631C2E}" dt="2023-09-18T12:31:29.797" v="360" actId="47"/>
        <pc:sldMkLst>
          <pc:docMk/>
          <pc:sldMk cId="341231751" sldId="338"/>
        </pc:sldMkLst>
      </pc:sldChg>
      <pc:sldChg chg="modSp new mod">
        <pc:chgData name="Patrik Hrkút" userId="69b41f3f-cce6-4833-b1b6-94a378442888" providerId="ADAL" clId="{C72E7842-ADD6-4A46-9E1F-07921F631C2E}" dt="2023-09-18T14:57:07.604" v="2429" actId="108"/>
        <pc:sldMkLst>
          <pc:docMk/>
          <pc:sldMk cId="1626349663" sldId="338"/>
        </pc:sldMkLst>
      </pc:sldChg>
      <pc:sldChg chg="modSp new mod">
        <pc:chgData name="Patrik Hrkút" userId="69b41f3f-cce6-4833-b1b6-94a378442888" providerId="ADAL" clId="{C72E7842-ADD6-4A46-9E1F-07921F631C2E}" dt="2023-09-18T14:46:32.939" v="1993" actId="20577"/>
        <pc:sldMkLst>
          <pc:docMk/>
          <pc:sldMk cId="4076464406" sldId="339"/>
        </pc:sldMkLst>
      </pc:sldChg>
      <pc:sldChg chg="modSp new mod">
        <pc:chgData name="Patrik Hrkút" userId="69b41f3f-cce6-4833-b1b6-94a378442888" providerId="ADAL" clId="{C72E7842-ADD6-4A46-9E1F-07921F631C2E}" dt="2023-09-18T15:07:24.811" v="2905" actId="20577"/>
        <pc:sldMkLst>
          <pc:docMk/>
          <pc:sldMk cId="1826368072" sldId="340"/>
        </pc:sldMkLst>
      </pc:sldChg>
      <pc:sldChg chg="add">
        <pc:chgData name="Patrik Hrkút" userId="69b41f3f-cce6-4833-b1b6-94a378442888" providerId="ADAL" clId="{C72E7842-ADD6-4A46-9E1F-07921F631C2E}" dt="2023-09-21T11:37:04.967" v="2909"/>
        <pc:sldMkLst>
          <pc:docMk/>
          <pc:sldMk cId="3407411971" sldId="341"/>
        </pc:sldMkLst>
      </pc:sldChg>
      <pc:sldChg chg="new del">
        <pc:chgData name="Patrik Hrkút" userId="69b41f3f-cce6-4833-b1b6-94a378442888" providerId="ADAL" clId="{C72E7842-ADD6-4A46-9E1F-07921F631C2E}" dt="2023-09-21T11:39:51.668" v="2951" actId="47"/>
        <pc:sldMkLst>
          <pc:docMk/>
          <pc:sldMk cId="883882621" sldId="342"/>
        </pc:sldMkLst>
      </pc:sldChg>
      <pc:sldChg chg="modSp new mod">
        <pc:chgData name="Patrik Hrkút" userId="69b41f3f-cce6-4833-b1b6-94a378442888" providerId="ADAL" clId="{C72E7842-ADD6-4A46-9E1F-07921F631C2E}" dt="2023-09-21T11:40:14.685" v="2958" actId="20577"/>
        <pc:sldMkLst>
          <pc:docMk/>
          <pc:sldMk cId="3252021388" sldId="342"/>
        </pc:sldMkLst>
      </pc:sldChg>
      <pc:sldChg chg="addSp modSp add mod">
        <pc:chgData name="Patrik Hrkút" userId="69b41f3f-cce6-4833-b1b6-94a378442888" providerId="ADAL" clId="{C72E7842-ADD6-4A46-9E1F-07921F631C2E}" dt="2023-09-21T11:41:36.823" v="2973" actId="1076"/>
        <pc:sldMkLst>
          <pc:docMk/>
          <pc:sldMk cId="599685489" sldId="343"/>
        </pc:sldMkLst>
      </pc:sldChg>
      <pc:sldChg chg="add">
        <pc:chgData name="Patrik Hrkút" userId="69b41f3f-cce6-4833-b1b6-94a378442888" providerId="ADAL" clId="{C72E7842-ADD6-4A46-9E1F-07921F631C2E}" dt="2023-09-21T11:41:49.122" v="2974"/>
        <pc:sldMkLst>
          <pc:docMk/>
          <pc:sldMk cId="3241071559" sldId="344"/>
        </pc:sldMkLst>
      </pc:sldChg>
      <pc:sldChg chg="modSp add mod">
        <pc:chgData name="Patrik Hrkút" userId="69b41f3f-cce6-4833-b1b6-94a378442888" providerId="ADAL" clId="{C72E7842-ADD6-4A46-9E1F-07921F631C2E}" dt="2023-09-21T11:47:11.063" v="3175" actId="6549"/>
        <pc:sldMkLst>
          <pc:docMk/>
          <pc:sldMk cId="1855348939" sldId="345"/>
        </pc:sldMkLst>
      </pc:sldChg>
      <pc:sldChg chg="add">
        <pc:chgData name="Patrik Hrkút" userId="69b41f3f-cce6-4833-b1b6-94a378442888" providerId="ADAL" clId="{C72E7842-ADD6-4A46-9E1F-07921F631C2E}" dt="2023-09-21T11:42:24.245" v="2976"/>
        <pc:sldMkLst>
          <pc:docMk/>
          <pc:sldMk cId="1774547222" sldId="346"/>
        </pc:sldMkLst>
      </pc:sldChg>
    </pc:docChg>
  </pc:docChgLst>
  <pc:docChgLst>
    <pc:chgData name="Patrik Hrkút" userId="69b41f3f-cce6-4833-b1b6-94a378442888" providerId="ADAL" clId="{8119EAB3-6B15-41D5-A55A-41764B887783}"/>
    <pc:docChg chg="undo custSel modSld">
      <pc:chgData name="Patrik Hrkút" userId="69b41f3f-cce6-4833-b1b6-94a378442888" providerId="ADAL" clId="{8119EAB3-6B15-41D5-A55A-41764B887783}" dt="2021-09-28T08:05:09.332" v="208" actId="20577"/>
      <pc:docMkLst>
        <pc:docMk/>
      </pc:docMkLst>
      <pc:sldChg chg="modSp mod">
        <pc:chgData name="Patrik Hrkút" userId="69b41f3f-cce6-4833-b1b6-94a378442888" providerId="ADAL" clId="{8119EAB3-6B15-41D5-A55A-41764B887783}" dt="2021-09-28T08:05:09.332" v="208" actId="20577"/>
        <pc:sldMkLst>
          <pc:docMk/>
          <pc:sldMk cId="0" sldId="256"/>
        </pc:sldMkLst>
      </pc:sldChg>
      <pc:sldChg chg="modSp mod">
        <pc:chgData name="Patrik Hrkút" userId="69b41f3f-cce6-4833-b1b6-94a378442888" providerId="ADAL" clId="{8119EAB3-6B15-41D5-A55A-41764B887783}" dt="2021-09-28T07:33:11.151" v="75" actId="14100"/>
        <pc:sldMkLst>
          <pc:docMk/>
          <pc:sldMk cId="0" sldId="258"/>
        </pc:sldMkLst>
      </pc:sldChg>
      <pc:sldChg chg="modSp mod">
        <pc:chgData name="Patrik Hrkút" userId="69b41f3f-cce6-4833-b1b6-94a378442888" providerId="ADAL" clId="{8119EAB3-6B15-41D5-A55A-41764B887783}" dt="2021-09-28T07:49:03.576" v="178" actId="790"/>
        <pc:sldMkLst>
          <pc:docMk/>
          <pc:sldMk cId="0" sldId="259"/>
        </pc:sldMkLst>
      </pc:sldChg>
    </pc:docChg>
  </pc:docChgLst>
  <pc:docChgLst>
    <pc:chgData name="Patrik Hrkút" userId="S::hrkut@uniza.sk::69b41f3f-cce6-4833-b1b6-94a378442888" providerId="AD" clId="Web-{9F05E6BF-49AF-494C-943C-4C0620F54097}"/>
    <pc:docChg chg="modSld">
      <pc:chgData name="Patrik Hrkút" userId="S::hrkut@uniza.sk::69b41f3f-cce6-4833-b1b6-94a378442888" providerId="AD" clId="Web-{9F05E6BF-49AF-494C-943C-4C0620F54097}" dt="2021-10-04T07:59:16.585" v="0"/>
      <pc:docMkLst>
        <pc:docMk/>
      </pc:docMkLst>
      <pc:sldChg chg="modSp">
        <pc:chgData name="Patrik Hrkút" userId="S::hrkut@uniza.sk::69b41f3f-cce6-4833-b1b6-94a378442888" providerId="AD" clId="Web-{9F05E6BF-49AF-494C-943C-4C0620F54097}" dt="2021-10-04T07:59:16.585" v="0"/>
        <pc:sldMkLst>
          <pc:docMk/>
          <pc:sldMk cId="0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tags/tryit.asp?filename=tryhtml_td_rowspan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767aaaf6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767aaaf6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Predmet obsahuje len základný prehľad </a:t>
            </a:r>
            <a:r>
              <a:rPr lang="sk-SK" err="1"/>
              <a:t>webopvých</a:t>
            </a:r>
            <a:r>
              <a:rPr lang="sk-SK"/>
              <a:t> technológií, bohužiaľ nie je čas na konkrétne FW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Stručne prejsť obsah predmetu, bez veľkých detailov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Nemusia rozumieť všetkým pojmom, všetko budeme preberať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767aaaf68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767aaaf68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Prednášky nie sú povinné, ale veľmi odporúčané navštevovať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Spýtať sa, či všetci majú cvičenie, ktoré môžu navštevovať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Semestrálne práce: v dokumentoch na </a:t>
            </a:r>
            <a:r>
              <a:rPr lang="sk-SK" err="1"/>
              <a:t>Teams</a:t>
            </a:r>
            <a:r>
              <a:rPr lang="sk-SK"/>
              <a:t> je podrobný popis, čo všetko musí  semestrálna práca obsahovať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Semestrálne práce: zdôrazniť, že povinné body je potrebné splniť, lebo inak sa nedá začať obhajoba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Nepreberať detaily, nech si každý prečíta sám a otázky budeme riešiť na cvičeniach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Spomenúť termíny kontrolných bodov a odovzdávania semestrálnych prác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Možnosť vypracovanie Bc. práce, tu sa môžu naučiť FW, na predmete nie je na to dosť času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Všetka komunikácia bude cez MS </a:t>
            </a:r>
            <a:r>
              <a:rPr lang="sk-SK" err="1"/>
              <a:t>Teams</a:t>
            </a:r>
            <a:r>
              <a:rPr lang="sk-SK"/>
              <a:t>, nepoužívame </a:t>
            </a:r>
            <a:r>
              <a:rPr lang="sk-SK" err="1"/>
              <a:t>moodle</a:t>
            </a:r>
            <a:endParaRPr lang="sk-SK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Vysvetliť na čo im bude dobrá zbierka, môžu si kúpiť USB verziu v </a:t>
            </a:r>
            <a:r>
              <a:rPr lang="sk-SK" err="1"/>
              <a:t>edise</a:t>
            </a:r>
            <a:r>
              <a:rPr lang="sk-SK"/>
              <a:t>, papierová verzia je vypredaná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767aaaf68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767aaaf68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2637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767aaaf68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767aaaf68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767aaaf68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767aaaf68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767aaaf68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767aaaf68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767aaaf68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767aaaf68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767aaaf68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767aaaf68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767aaaf68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767aaaf68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767aaaf68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767aaaf68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767aaaf68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767aaaf68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767aaaf68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767aaaf68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767aaaf68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767aaaf68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61d829a73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61d829a73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61d829a73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61d829a73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1d829a7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61d829a7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767aaaf68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767aaaf68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767aaaf68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767aaaf68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767aaaf68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767aaaf68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61de208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61de208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767aaaf68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767aaaf68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767aaaf68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767aaaf68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767aaaf68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767aaaf68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61d829a73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61d829a73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767aaaf68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767aaaf68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&lt;q&gt; je krátka inline citácia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&lt;blockquote&gt; je bloková dlhá citácia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767aaaf68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767aaaf68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61d829a738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61d829a738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767aaaf68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767aaaf68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61de208d48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61de208d48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61d829a738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61d829a738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61d829a738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61d829a738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http://www.w3schools.com/tags/tryit.asp?filename=tryhtml_td_rowspan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61d829a738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61d829a738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61de208d4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61de208d4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61de208d4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61de208d4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767aaaf68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767aaaf68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Note:</a:t>
            </a:r>
            <a:r>
              <a:rPr lang="en-GB">
                <a:solidFill>
                  <a:schemeClr val="dk1"/>
                </a:solidFill>
              </a:rPr>
              <a:t> Always specify the width and height of an image. If width and height are not specified, the page will flicker while the image loads.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3777ef09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3777ef09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3777ef09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3777ef09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</a:t>
            </a:r>
            <a:r>
              <a:rPr lang="en-US" b="1">
                <a:solidFill>
                  <a:schemeClr val="dk1"/>
                </a:solidFill>
              </a:rPr>
              <a:t>controls</a:t>
            </a:r>
            <a:r>
              <a:rPr lang="en-US">
                <a:solidFill>
                  <a:schemeClr val="dk1"/>
                </a:solidFill>
              </a:rPr>
              <a:t> attribute adds video controls, like play, pause, and volume.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It is a good idea to always include </a:t>
            </a:r>
            <a:r>
              <a:rPr lang="en-US" b="1">
                <a:solidFill>
                  <a:schemeClr val="dk1"/>
                </a:solidFill>
              </a:rPr>
              <a:t>width</a:t>
            </a:r>
            <a:r>
              <a:rPr lang="en-US">
                <a:solidFill>
                  <a:schemeClr val="dk1"/>
                </a:solidFill>
              </a:rPr>
              <a:t> and </a:t>
            </a:r>
            <a:r>
              <a:rPr lang="en-US" b="1">
                <a:solidFill>
                  <a:schemeClr val="dk1"/>
                </a:solidFill>
              </a:rPr>
              <a:t>height</a:t>
            </a:r>
            <a:r>
              <a:rPr lang="en-US">
                <a:solidFill>
                  <a:schemeClr val="dk1"/>
                </a:solidFill>
              </a:rPr>
              <a:t> attributes. If height and width are not set, the page might flicker while the video loads.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</a:t>
            </a:r>
            <a:r>
              <a:rPr lang="en-US" b="1">
                <a:solidFill>
                  <a:schemeClr val="dk1"/>
                </a:solidFill>
              </a:rPr>
              <a:t>&lt;source&gt;</a:t>
            </a:r>
            <a:r>
              <a:rPr lang="en-US">
                <a:solidFill>
                  <a:schemeClr val="dk1"/>
                </a:solidFill>
              </a:rPr>
              <a:t> element allows you to specify alternative video files which the browser may choose from. The browser will use the first recognized format.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text between the &lt;video&gt; and &lt;/video&gt; tags will only be displayed in browsers that do not support the &lt;video&gt; element.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767aaaf68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767aaaf68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767aaaf68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767aaaf68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3777ef09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3777ef09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Úvodná snímka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34900" y="2314324"/>
            <a:ext cx="844710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35895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6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0" i="0" u="none" strike="noStrike" cap="none">
                <a:solidFill>
                  <a:schemeClr val="lt1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225" y="4726000"/>
            <a:ext cx="1563300" cy="3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lavička sekci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35863" y="3856480"/>
            <a:ext cx="84681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4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ok s popisom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18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>
            <a:spLocks noGrp="1"/>
          </p:cNvSpPr>
          <p:nvPr>
            <p:ph type="pic" idx="2"/>
          </p:nvPr>
        </p:nvSpPr>
        <p:spPr>
          <a:xfrm>
            <a:off x="335863" y="449794"/>
            <a:ext cx="8468100" cy="26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n nadpis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330512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431920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a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zvislý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3250956" y="-1063048"/>
            <a:ext cx="26421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vislý nadpis a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/>
        </p:nvSpPr>
        <p:spPr>
          <a:xfrm>
            <a:off x="6629401" y="449794"/>
            <a:ext cx="2180100" cy="43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 rot="5400000">
            <a:off x="5437324" y="1698994"/>
            <a:ext cx="3887400" cy="15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 rot="5400000">
            <a:off x="1598552" y="-510656"/>
            <a:ext cx="3887400" cy="5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6745254" y="4467103"/>
            <a:ext cx="99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581192" y="4463858"/>
            <a:ext cx="592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7834961" y="4467103"/>
            <a:ext cx="87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34900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vajko/zbierka-uloh.g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hyperlink" Target="https://edis.uniza.sk/produkt/6956/Webove-technologie-v-prikladoch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hyperlink" Target="https://www.jetbrains.com/phpstorm/downloa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windows/wsl/install" TargetMode="External"/><Relationship Id="rId4" Type="http://schemas.openxmlformats.org/officeDocument/2006/relationships/hyperlink" Target="https://docs.docker.com/desktop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3.ntu.edu.sg/home/ehchua/programming/webprogramming/http_basics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w3schools.com/html/default.asp" TargetMode="External"/><Relationship Id="rId4" Type="http://schemas.openxmlformats.org/officeDocument/2006/relationships/hyperlink" Target="https://developer.mozilla.org/en-US/docs/Web/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validator.w3.org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jastranka.sk/obsah/index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ojastranka.sk/obrazok/obr.jpg" TargetMode="External"/><Relationship Id="rId5" Type="http://schemas.openxmlformats.org/officeDocument/2006/relationships/hyperlink" Target="http://www.mojastranka.sk/obsah/obrazok/obr.jpg" TargetMode="External"/><Relationship Id="rId4" Type="http://schemas.openxmlformats.org/officeDocument/2006/relationships/hyperlink" Target="http://www.mojastranka.sk/obr.jpg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html/html5_new_elements.asp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html_symbols.asp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jigsaw.w3.org/css-validator/" TargetMode="External"/><Relationship Id="rId2" Type="http://schemas.openxmlformats.org/officeDocument/2006/relationships/hyperlink" Target="https://validator.w3.org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1/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ctrTitle"/>
          </p:nvPr>
        </p:nvSpPr>
        <p:spPr>
          <a:xfrm>
            <a:off x="345300" y="550074"/>
            <a:ext cx="8245200" cy="4869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Úvod do web aplikácií</a:t>
            </a:r>
            <a:r>
              <a:rPr lang="en-US"/>
              <a:t> a </a:t>
            </a:r>
            <a:r>
              <a:rPr lang="sk-SK"/>
              <a:t>jazyk HTML5 </a:t>
            </a:r>
          </a:p>
        </p:txBody>
      </p:sp>
      <p:pic>
        <p:nvPicPr>
          <p:cNvPr id="97" name="Google Shape;9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858" y="1839575"/>
            <a:ext cx="2252267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6400800" y="3810726"/>
            <a:ext cx="2374325" cy="94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FFFF"/>
                </a:solidFill>
              </a:rPr>
              <a:t>doc. Ing. Patrik Hrkút,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FFFF"/>
                </a:solidFill>
              </a:rPr>
              <a:t>Ing. Matej </a:t>
            </a:r>
            <a:r>
              <a:rPr lang="sk-SK" err="1">
                <a:solidFill>
                  <a:srgbClr val="FFFFFF"/>
                </a:solidFill>
              </a:rPr>
              <a:t>Meško</a:t>
            </a:r>
            <a:r>
              <a:rPr lang="sk-SK">
                <a:solidFill>
                  <a:srgbClr val="FFFFFF"/>
                </a:solidFill>
              </a:rPr>
              <a:t>, PhD.</a:t>
            </a:r>
          </a:p>
          <a:p>
            <a:r>
              <a:rPr lang="sk-SK">
                <a:solidFill>
                  <a:srgbClr val="FFFFFF"/>
                </a:solidFill>
              </a:rPr>
              <a:t>Ing. Michal Ďuračík,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942425" y="2656175"/>
            <a:ext cx="1240500" cy="1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6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</p:txBody>
      </p:sp>
      <p:sp>
        <p:nvSpPr>
          <p:cNvPr id="4" name="Google Shape;96;p13">
            <a:extLst>
              <a:ext uri="{FF2B5EF4-FFF2-40B4-BE49-F238E27FC236}">
                <a16:creationId xmlns:a16="http://schemas.microsoft.com/office/drawing/2014/main" id="{55EA6200-0579-5E72-92FA-71D509C9472C}"/>
              </a:ext>
            </a:extLst>
          </p:cNvPr>
          <p:cNvSpPr txBox="1">
            <a:spLocks/>
          </p:cNvSpPr>
          <p:nvPr/>
        </p:nvSpPr>
        <p:spPr>
          <a:xfrm>
            <a:off x="345299" y="1036977"/>
            <a:ext cx="8429825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>
              <a:spcAft>
                <a:spcPts val="500"/>
              </a:spcAft>
            </a:pPr>
            <a:r>
              <a:rPr lang="sk-SK" dirty="0"/>
              <a:t>6UI0012 Vývoj aplikácií pre internet a intranet				                          šk. rok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Všeobecné i</a:t>
            </a:r>
            <a:r>
              <a:rPr lang="sk-SK" sz="30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nformácie o predmete</a:t>
            </a:r>
            <a:endParaRPr lang="sk-SK" sz="3000">
              <a:solidFill>
                <a:srgbClr val="F3F3F3"/>
              </a:solidFill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sk-SK"/>
              <a:t>Cieľ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k-SK"/>
              <a:t>Naučiť sa navrhovať a vytvárať a poznať špecifické vlastnosti webových aplikácií 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</a:pPr>
            <a:r>
              <a:rPr lang="sk-SK"/>
              <a:t>Stručný obsah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k-SK"/>
              <a:t>Základné informácie o webových aplikáciách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k-SK"/>
              <a:t>HTML5, CSS, responzívny dizajn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k-SK"/>
              <a:t>JavaScript a DOM</a:t>
            </a: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k-SK"/>
              <a:t>Serverová časť web aplikácie, jazyk PHP, spolupráca s databázami (MySQL)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k-SK"/>
              <a:t>Architektúra webových aplikácií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k-SK"/>
              <a:t>Tvorba REST API, AJAX volania</a:t>
            </a:r>
          </a:p>
          <a:p>
            <a:pPr lvl="1" indent="-317500">
              <a:spcBef>
                <a:spcPts val="0"/>
              </a:spcBef>
              <a:buSzPts val="1400"/>
            </a:pPr>
            <a:r>
              <a:rPr lang="sk-SK"/>
              <a:t>Bezpečnosť  webových aplikácií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k-SK" err="1"/>
              <a:t>Frameworky</a:t>
            </a:r>
            <a:r>
              <a:rPr lang="sk-SK"/>
              <a:t> na tvorbu web aplikácií</a:t>
            </a:r>
          </a:p>
          <a:p>
            <a:pPr marL="228600" lvl="0" indent="-152400" algn="l" rtl="0">
              <a:spcBef>
                <a:spcPts val="500"/>
              </a:spcBef>
              <a:spcAft>
                <a:spcPts val="0"/>
              </a:spcAft>
              <a:buNone/>
            </a:pPr>
            <a:endParaRPr lang="sk-SK"/>
          </a:p>
          <a:p>
            <a:pPr marL="228600" lvl="0" indent="-15240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</a:t>
            </a:fld>
            <a:endParaRPr 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Organizácia predmetu</a:t>
            </a: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35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Prednášky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Cvičenia a kontrolné termíny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Semestrálne práce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sk-SK" dirty="0"/>
              <a:t>Bonusové body, vytvorenie úlohy do zbierky úloh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Skúška 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sk-SK" dirty="0"/>
              <a:t>Súčasť obhajoby semestrálnej práce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Bakalárske práce, projektová výučba, </a:t>
            </a:r>
            <a:r>
              <a:rPr lang="sk-SK" dirty="0">
                <a:solidFill>
                  <a:srgbClr val="FE8637"/>
                </a:solidFill>
              </a:rPr>
              <a:t>práca na projektoch pre fakultu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Študijné materiály:</a:t>
            </a:r>
          </a:p>
          <a:p>
            <a:pPr lvl="1" indent="-317500">
              <a:spcBef>
                <a:spcPts val="0"/>
              </a:spcBef>
              <a:buSzPts val="1400"/>
            </a:pPr>
            <a:r>
              <a:rPr lang="sk-SK" dirty="0"/>
              <a:t>Účasť na prednáškach a cvičeniach </a:t>
            </a:r>
            <a:r>
              <a:rPr lang="en-US" dirty="0"/>
              <a:t>(</a:t>
            </a:r>
            <a:r>
              <a:rPr lang="sk-SK" dirty="0"/>
              <a:t>MS </a:t>
            </a:r>
            <a:r>
              <a:rPr lang="en-US" dirty="0"/>
              <a:t>Teams</a:t>
            </a:r>
            <a:r>
              <a:rPr lang="sk-SK" dirty="0"/>
              <a:t>)</a:t>
            </a:r>
          </a:p>
          <a:p>
            <a:pPr lvl="1" indent="-317500">
              <a:spcBef>
                <a:spcPts val="0"/>
              </a:spcBef>
              <a:buSzPts val="1400"/>
            </a:pPr>
            <a:r>
              <a:rPr lang="sk-SK" dirty="0"/>
              <a:t>Zbierka úloh – USB a tlačená verzia (repozitár </a:t>
            </a:r>
            <a:r>
              <a:rPr lang="sk-SK" dirty="0">
                <a:hlinkClick r:id="rId3"/>
              </a:rPr>
              <a:t>https://github.com/thevajko/zbierka-uloh.git</a:t>
            </a:r>
            <a:r>
              <a:rPr lang="sk-SK" dirty="0"/>
              <a:t>)</a:t>
            </a:r>
          </a:p>
        </p:txBody>
      </p:sp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</a:t>
            </a:fld>
            <a:endParaRPr lang="sk-SK"/>
          </a:p>
        </p:txBody>
      </p:sp>
      <p:pic>
        <p:nvPicPr>
          <p:cNvPr id="3" name="Obrázok 2" descr="Obrázok, na ktorom je text, písmo, snímka obrazovky, číslo&#10;&#10;Automaticky generovaný popis">
            <a:hlinkClick r:id="rId4"/>
            <a:extLst>
              <a:ext uri="{FF2B5EF4-FFF2-40B4-BE49-F238E27FC236}">
                <a16:creationId xmlns:a16="http://schemas.microsoft.com/office/drawing/2014/main" id="{D870F521-057F-318A-C35F-1CEC5D1FD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651" y="1732207"/>
            <a:ext cx="1577474" cy="2241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71A20E-1612-8779-DA85-B8826BE1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Potrebný SW (vlastné počítače)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414882B-54A8-8C25-1981-7607747A7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Pred prvým cvičením je potrebné mať nainštalované:</a:t>
            </a:r>
          </a:p>
          <a:p>
            <a:pPr lvl="1"/>
            <a:r>
              <a:rPr lang="sk-SK" dirty="0">
                <a:hlinkClick r:id="rId2"/>
              </a:rPr>
              <a:t>PHPStorm</a:t>
            </a:r>
            <a:r>
              <a:rPr lang="sk-SK" dirty="0"/>
              <a:t> (aktivovaný)</a:t>
            </a:r>
          </a:p>
          <a:p>
            <a:pPr lvl="1"/>
            <a:r>
              <a:rPr lang="sk-SK" dirty="0">
                <a:hlinkClick r:id="rId3"/>
              </a:rPr>
              <a:t>GIT</a:t>
            </a:r>
            <a:r>
              <a:rPr lang="sk-SK" dirty="0"/>
              <a:t> (</a:t>
            </a:r>
            <a:r>
              <a:rPr lang="sk-SK" i="1" dirty="0" err="1"/>
              <a:t>command</a:t>
            </a:r>
            <a:r>
              <a:rPr lang="sk-SK" i="1" dirty="0"/>
              <a:t> </a:t>
            </a:r>
            <a:r>
              <a:rPr lang="sk-SK" i="1" dirty="0" err="1"/>
              <a:t>line</a:t>
            </a:r>
            <a:r>
              <a:rPr lang="sk-SK" i="1" dirty="0"/>
              <a:t> </a:t>
            </a:r>
            <a:r>
              <a:rPr lang="sk-SK" dirty="0"/>
              <a:t>verzia)</a:t>
            </a:r>
          </a:p>
          <a:p>
            <a:pPr lvl="1"/>
            <a:r>
              <a:rPr lang="sk-SK" dirty="0" err="1">
                <a:hlinkClick r:id="rId4"/>
              </a:rPr>
              <a:t>Docker</a:t>
            </a:r>
            <a:r>
              <a:rPr lang="sk-SK" dirty="0">
                <a:hlinkClick r:id="rId4"/>
              </a:rPr>
              <a:t> desktop</a:t>
            </a:r>
            <a:r>
              <a:rPr lang="sk-SK" dirty="0"/>
              <a:t> (</a:t>
            </a:r>
            <a:r>
              <a:rPr lang="sk-SK" dirty="0">
                <a:hlinkClick r:id="rId5"/>
              </a:rPr>
              <a:t>WSL2</a:t>
            </a:r>
            <a:r>
              <a:rPr lang="sk-SK" dirty="0"/>
              <a:t>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D8F6803-5BCA-010D-335C-64D62383A2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50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Úvod do webových aplikácií</a:t>
            </a:r>
          </a:p>
        </p:txBody>
      </p:sp>
      <p:sp>
        <p:nvSpPr>
          <p:cNvPr id="126" name="Google Shape;126;p17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27" name="Google Shape;127;p1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</a:t>
            </a:fld>
            <a:endParaRPr lang="sk-SK"/>
          </a:p>
        </p:txBody>
      </p:sp>
      <p:pic>
        <p:nvPicPr>
          <p:cNvPr id="128" name="Google Shape;128;p17" descr="Výsledok vyhľadávania obrázkov pre dopyt we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425" y="539325"/>
            <a:ext cx="2142600" cy="1648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741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World wide web </a:t>
            </a:r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Najpoužívanejšia služba v internete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Rok vzniku 1989, CERN, sir </a:t>
            </a:r>
            <a:r>
              <a:rPr lang="sk-SK" i="1" err="1"/>
              <a:t>Timothy</a:t>
            </a:r>
            <a:r>
              <a:rPr lang="sk-SK" i="1"/>
              <a:t> </a:t>
            </a:r>
            <a:r>
              <a:rPr lang="sk-SK" i="1" err="1"/>
              <a:t>Berners-Lee</a:t>
            </a:r>
            <a:endParaRPr lang="sk-SK" i="1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Architektúra klient/server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HTTP(S) protokol, URL adresy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Serverový a klientsky softvér</a:t>
            </a:r>
          </a:p>
          <a:p>
            <a:pPr marL="228600" lvl="0" indent="-15240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35" name="Google Shape;135;p1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</a:t>
            </a:fld>
            <a:endParaRPr lang="sk-SK"/>
          </a:p>
        </p:txBody>
      </p:sp>
      <p:pic>
        <p:nvPicPr>
          <p:cNvPr id="3" name="Obrázok 2" descr="Obrázok, na ktorom je text, snímka obrazovky, dizajn&#10;&#10;Automaticky generovaný popis">
            <a:extLst>
              <a:ext uri="{FF2B5EF4-FFF2-40B4-BE49-F238E27FC236}">
                <a16:creationId xmlns:a16="http://schemas.microsoft.com/office/drawing/2014/main" id="{8EAFB1E6-17F1-DD3D-264C-059BAA163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107" y="2571750"/>
            <a:ext cx="4481565" cy="1536721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BD4B2828-CCFC-281B-C76A-14B1CC4189B5}"/>
              </a:ext>
            </a:extLst>
          </p:cNvPr>
          <p:cNvSpPr txBox="1"/>
          <p:nvPr/>
        </p:nvSpPr>
        <p:spPr>
          <a:xfrm>
            <a:off x="3848124" y="4627309"/>
            <a:ext cx="48077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900">
                <a:latin typeface="Cabin" panose="020B0604020202020204"/>
              </a:rPr>
              <a:t>Zdroj: </a:t>
            </a:r>
            <a:r>
              <a:rPr lang="sk-SK" sz="900">
                <a:latin typeface="Cabin" panose="020B0604020202020204"/>
                <a:hlinkClick r:id="rId4"/>
              </a:rPr>
              <a:t>https://www3.ntu.edu.sg/home/ehchua/programming/webprogramming/http_basics.html</a:t>
            </a:r>
            <a:r>
              <a:rPr lang="sk-SK" sz="900">
                <a:latin typeface="Cabin" panose="020B0604020202020204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Charakteristika webových aplikácií</a:t>
            </a:r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29817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Viacvrstvové klient/server aplikácie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Dátová vrstva (server)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Vrstva aplikačnej logiky (server a/alebo klient)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Prezentačná vrstva (klient)</a:t>
            </a:r>
          </a:p>
          <a:p>
            <a:pPr>
              <a:spcBef>
                <a:spcPts val="0"/>
              </a:spcBef>
            </a:pPr>
            <a:r>
              <a:rPr lang="sk-SK" dirty="0"/>
              <a:t>Čo je klient a čo je server</a:t>
            </a:r>
          </a:p>
          <a:p>
            <a:pPr>
              <a:spcBef>
                <a:spcPts val="0"/>
              </a:spcBef>
            </a:pPr>
            <a:r>
              <a:rPr lang="en-US" dirty="0"/>
              <a:t>Frontend</a:t>
            </a:r>
            <a:r>
              <a:rPr lang="sk-SK" dirty="0"/>
              <a:t>/</a:t>
            </a:r>
            <a:r>
              <a:rPr lang="en-US" dirty="0"/>
              <a:t>backend</a:t>
            </a:r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</a:t>
            </a:fld>
            <a:endParaRPr lang="sk-S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212485-060C-8F16-1C90-FBD921C3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Webov</a:t>
            </a:r>
            <a:r>
              <a:rPr lang="sk-SK" dirty="0"/>
              <a:t>á </a:t>
            </a:r>
            <a:r>
              <a:rPr lang="sk-SK" dirty="0" err="1"/>
              <a:t>vs</a:t>
            </a:r>
            <a:r>
              <a:rPr lang="sk-SK" dirty="0"/>
              <a:t>. desktopová aplikácia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5B75E24-6F9D-08B0-8E81-D4C74769E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 anchorCtr="0"/>
          <a:lstStyle/>
          <a:p>
            <a:pPr marL="127000" indent="0">
              <a:lnSpc>
                <a:spcPct val="115000"/>
              </a:lnSpc>
              <a:buSzPts val="1600"/>
              <a:buNone/>
            </a:pPr>
            <a:r>
              <a:rPr lang="sk-SK" sz="1600" b="1" dirty="0"/>
              <a:t>Webová aplikácia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spúšťa sa v internetovom prehliadači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funguje multiplatformovo (Windows, </a:t>
            </a:r>
            <a:r>
              <a:rPr lang="sk-SK" sz="1600" dirty="0" err="1"/>
              <a:t>macOS</a:t>
            </a:r>
            <a:r>
              <a:rPr lang="sk-SK" sz="1600" dirty="0"/>
              <a:t>, Linux, mobil)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jednoduchá aktualizácia – verzia vždy najnovšia na serveri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vyžaduje pripojenie na internet (väčšinou)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príklady: Gmail, Google </a:t>
            </a:r>
            <a:r>
              <a:rPr lang="sk-SK" sz="1600" dirty="0" err="1"/>
              <a:t>Docs</a:t>
            </a:r>
            <a:r>
              <a:rPr lang="sk-SK" sz="1600" dirty="0"/>
              <a:t>, Facebook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95C9342-025D-8403-6283-11BD8B07118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127000" indent="0">
              <a:lnSpc>
                <a:spcPct val="115000"/>
              </a:lnSpc>
              <a:buSzPts val="1600"/>
              <a:buNone/>
            </a:pPr>
            <a:r>
              <a:rPr lang="sk-SK" sz="1600" b="1" dirty="0"/>
              <a:t>Desktopová aplikácia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Inštaluje sa priamo do operačného systému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Priamy prístup k hardvéru (grafika, súbory, periférie)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Môže  fungovať offline 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Aktualizácie  si používateľ musí stiahnuť</a:t>
            </a:r>
          </a:p>
          <a:p>
            <a:pPr indent="-330200">
              <a:lnSpc>
                <a:spcPct val="115000"/>
              </a:lnSpc>
              <a:buSzPts val="1600"/>
              <a:buFont typeface="Noto Sans Symbols"/>
              <a:buChar char="●"/>
            </a:pPr>
            <a:r>
              <a:rPr lang="sk-SK" sz="1600" dirty="0"/>
              <a:t>príklady: MS Word, Photoshop, </a:t>
            </a:r>
            <a:r>
              <a:rPr lang="sk-SK" sz="1600" dirty="0" err="1"/>
              <a:t>InkScape</a:t>
            </a:r>
            <a:endParaRPr lang="sk-SK" sz="1600" dirty="0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AEE71ACF-3A59-4197-F670-C55505B410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067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Výhody webových aplikácií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Nie je potrebná inštalácia pre online aplikácie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Jednoduché nasadenie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Nezaberajú žiadne (alebo len minimálne miesto) na disku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Sú multiplatformové (pri dobrom návrhu)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Kód funguje na smartfónoch, tabletoch, rôznych OS, …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Podpora rôznych rozlíšení, prehliadačov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Veľa softvéru už existuje (a zadarmo)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Klientsky prehliadač, WWW server, zabezpečenie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Aj vývojové prostredia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</a:t>
            </a:fld>
            <a:endParaRPr lang="sk-S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Nevýhody webových aplikácií</a:t>
            </a:r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Väčšina aplikácií musí byť online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Musí byť k dispozícii sieťové pripojenie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Nutnosť zvládnuť a prepájať veľa rôznych jazykov a technológií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Klientska časť nevyzerá vždy a všade rovnako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Rôzne typy zariadení, veľkosť obrazovky, operačný systém, prehliadače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Zdĺhavé testovanie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Vyššie nároky na bezpečnosť aplikácií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Aj (a hlavne) pre vývojárov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Klientska časť môže byť ľubovoľne modifikovaná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Tvorca aplikácie má prístup k užívateľovým dátam</a:t>
            </a:r>
          </a:p>
        </p:txBody>
      </p:sp>
      <p:sp>
        <p:nvSpPr>
          <p:cNvPr id="157" name="Google Shape;157;p2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10</a:t>
            </a:fld>
            <a:endParaRPr lang="sk-S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Architektúra webových aplikácií</a:t>
            </a:r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Klientska časť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Beží v prehliadači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Používateľské rozhranie aplikácie – jazyky HTML, CSS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/>
              <a:t>JavaScript/</a:t>
            </a:r>
            <a:r>
              <a:rPr lang="sk-SK" i="1" dirty="0" err="1"/>
              <a:t>TypeScript</a:t>
            </a:r>
            <a:r>
              <a:rPr lang="sk-SK" dirty="0"/>
              <a:t> (časť aplikačnej logiky), </a:t>
            </a:r>
            <a:r>
              <a:rPr lang="sk-SK" i="1" dirty="0"/>
              <a:t>Web </a:t>
            </a:r>
            <a:r>
              <a:rPr lang="sk-SK" i="1" dirty="0" err="1"/>
              <a:t>assembly</a:t>
            </a:r>
            <a:r>
              <a:rPr lang="sk-SK" dirty="0"/>
              <a:t> (</a:t>
            </a:r>
            <a:r>
              <a:rPr lang="sk-SK" i="1" dirty="0" err="1"/>
              <a:t>Blazor</a:t>
            </a:r>
            <a:r>
              <a:rPr lang="sk-SK" dirty="0"/>
              <a:t> +</a:t>
            </a:r>
            <a:r>
              <a:rPr lang="sk-SK" i="1" dirty="0"/>
              <a:t> .NET</a:t>
            </a:r>
            <a:r>
              <a:rPr lang="sk-SK" dirty="0"/>
              <a:t>), ...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Serverová časť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Aplikačná logika (najmä nad spoločnými dátami)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Rôzne technológie (PHP, ASP.NET, node.js, </a:t>
            </a:r>
            <a:r>
              <a:rPr lang="en-US" dirty="0"/>
              <a:t>Python</a:t>
            </a:r>
            <a:r>
              <a:rPr lang="sk-SK" dirty="0"/>
              <a:t>, Java, …)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Prístup k dátam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Dátové úložisko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Zvyčajne databázový systém (nemusí byť relačný)</a:t>
            </a:r>
          </a:p>
        </p:txBody>
      </p:sp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11</a:t>
            </a:fld>
            <a:endParaRPr lang="sk-S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F76EB5-71D1-2907-C73D-4A37DFF9A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Komunikácia medzi vrstvami webovej aplikácie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32B86C-E5C3-DB15-1823-56CD2DCB3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Klient </a:t>
            </a:r>
            <a:r>
              <a:rPr lang="sk-SK" sz="1200" dirty="0"/>
              <a:t>↔</a:t>
            </a:r>
            <a:r>
              <a:rPr lang="sk-SK" dirty="0"/>
              <a:t> Server</a:t>
            </a:r>
          </a:p>
          <a:p>
            <a:pPr lvl="1">
              <a:spcBef>
                <a:spcPts val="0"/>
              </a:spcBef>
            </a:pPr>
            <a:r>
              <a:rPr lang="sk-SK" dirty="0"/>
              <a:t>Klient (prehliadač) posiela požiadavky</a:t>
            </a:r>
          </a:p>
          <a:p>
            <a:pPr lvl="1">
              <a:spcBef>
                <a:spcPts val="0"/>
              </a:spcBef>
            </a:pPr>
            <a:r>
              <a:rPr lang="sk-SK" dirty="0"/>
              <a:t>Server odpovedá dátami (HTML, JSON, XML, …)</a:t>
            </a:r>
          </a:p>
          <a:p>
            <a:r>
              <a:rPr lang="sk-SK" dirty="0"/>
              <a:t>Protokoly</a:t>
            </a:r>
          </a:p>
          <a:p>
            <a:pPr lvl="1">
              <a:spcBef>
                <a:spcPts val="0"/>
              </a:spcBef>
            </a:pPr>
            <a:r>
              <a:rPr lang="sk-SK" dirty="0"/>
              <a:t>HTTP / HTTPS (zabezpečená komunikácia)</a:t>
            </a:r>
          </a:p>
          <a:p>
            <a:pPr lvl="1">
              <a:spcBef>
                <a:spcPts val="0"/>
              </a:spcBef>
            </a:pPr>
            <a:r>
              <a:rPr lang="sk-SK" dirty="0" err="1"/>
              <a:t>WebSocket</a:t>
            </a:r>
            <a:r>
              <a:rPr lang="sk-SK" dirty="0"/>
              <a:t> (obojstranná komunikácia v reálnom čase)</a:t>
            </a:r>
          </a:p>
          <a:p>
            <a:r>
              <a:rPr lang="sk-SK" dirty="0"/>
              <a:t>Spôsoby výmeny dát</a:t>
            </a:r>
          </a:p>
          <a:p>
            <a:pPr lvl="1">
              <a:spcBef>
                <a:spcPts val="0"/>
              </a:spcBef>
            </a:pPr>
            <a:r>
              <a:rPr lang="sk-SK" dirty="0"/>
              <a:t>Celá stránka - klasické načítanie (zvyčajne HTML + CSS + JS)</a:t>
            </a:r>
          </a:p>
          <a:p>
            <a:pPr lvl="1">
              <a:spcBef>
                <a:spcPts val="0"/>
              </a:spcBef>
            </a:pPr>
            <a:r>
              <a:rPr lang="sk-SK" dirty="0"/>
              <a:t>Čiastočné načítanie - AJAX, </a:t>
            </a:r>
            <a:r>
              <a:rPr lang="sk-SK" dirty="0" err="1"/>
              <a:t>Fetch</a:t>
            </a:r>
            <a:r>
              <a:rPr lang="sk-SK" dirty="0"/>
              <a:t> API (len dáta)</a:t>
            </a:r>
          </a:p>
          <a:p>
            <a:pPr lvl="1">
              <a:spcBef>
                <a:spcPts val="0"/>
              </a:spcBef>
            </a:pPr>
            <a:r>
              <a:rPr lang="sk-SK" dirty="0"/>
              <a:t>REST API, </a:t>
            </a:r>
            <a:r>
              <a:rPr lang="sk-SK" dirty="0" err="1"/>
              <a:t>GraphQL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BB3E3D6-9D55-3A03-D32F-EB057BE2D8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195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Klientska strana webovej aplikácie</a:t>
            </a:r>
          </a:p>
        </p:txBody>
      </p:sp>
      <p:sp>
        <p:nvSpPr>
          <p:cNvPr id="178" name="Google Shape;178;p2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3035102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Technológie klientskej strany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Štruktúra – HTML5 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Dizajn – CSS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Správanie – JS / Web </a:t>
            </a:r>
            <a:r>
              <a:rPr lang="en-US"/>
              <a:t>assembly</a:t>
            </a:r>
            <a:r>
              <a:rPr lang="sk-SK"/>
              <a:t> </a:t>
            </a:r>
            <a:endParaRPr lang="sk-SK" strike="sngStrike"/>
          </a:p>
        </p:txBody>
      </p:sp>
      <p:sp>
        <p:nvSpPr>
          <p:cNvPr id="179" name="Google Shape;179;p2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13</a:t>
            </a:fld>
            <a:endParaRPr lang="sk-SK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E617B9-3FE9-8CE8-6E3D-5847D885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Vývojárske role pri vývoji webových aplikácií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73258C2-961E-C25B-D229-68208141C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i="1" dirty="0"/>
              <a:t>Frontend</a:t>
            </a:r>
            <a:r>
              <a:rPr lang="sk-SK" dirty="0"/>
              <a:t> </a:t>
            </a:r>
            <a:r>
              <a:rPr lang="sk-SK" i="1" dirty="0"/>
              <a:t>developer</a:t>
            </a:r>
          </a:p>
          <a:p>
            <a:pPr lvl="1"/>
            <a:r>
              <a:rPr lang="sk-SK" dirty="0"/>
              <a:t>HTML, CSS, JavaScript, UI/UX dizajn</a:t>
            </a:r>
          </a:p>
          <a:p>
            <a:r>
              <a:rPr lang="sk-SK" i="1" dirty="0" err="1"/>
              <a:t>Backend</a:t>
            </a:r>
            <a:r>
              <a:rPr lang="sk-SK" dirty="0"/>
              <a:t> </a:t>
            </a:r>
            <a:r>
              <a:rPr lang="sk-SK" i="1" dirty="0"/>
              <a:t>developer</a:t>
            </a:r>
          </a:p>
          <a:p>
            <a:pPr lvl="1"/>
            <a:r>
              <a:rPr lang="sk-SK" dirty="0"/>
              <a:t>Serverová logika, databázy, API</a:t>
            </a:r>
          </a:p>
          <a:p>
            <a:r>
              <a:rPr lang="sk-SK" i="1" dirty="0" err="1"/>
              <a:t>Fullstack</a:t>
            </a:r>
            <a:r>
              <a:rPr lang="sk-SK" dirty="0"/>
              <a:t> </a:t>
            </a:r>
            <a:r>
              <a:rPr lang="sk-SK" i="1" dirty="0"/>
              <a:t>developer</a:t>
            </a:r>
          </a:p>
          <a:p>
            <a:pPr lvl="1"/>
            <a:r>
              <a:rPr lang="sk-SK" dirty="0"/>
              <a:t>Tvorí </a:t>
            </a:r>
            <a:r>
              <a:rPr lang="sk-SK" dirty="0" err="1"/>
              <a:t>frontend</a:t>
            </a:r>
            <a:r>
              <a:rPr lang="sk-SK" dirty="0"/>
              <a:t> aj </a:t>
            </a:r>
            <a:r>
              <a:rPr lang="sk-SK" dirty="0" err="1"/>
              <a:t>backend</a:t>
            </a:r>
            <a:endParaRPr lang="sk-SK" dirty="0"/>
          </a:p>
          <a:p>
            <a:r>
              <a:rPr lang="sk-SK" dirty="0"/>
              <a:t>Ďalšie role</a:t>
            </a:r>
          </a:p>
          <a:p>
            <a:pPr lvl="1"/>
            <a:r>
              <a:rPr lang="sk-SK" dirty="0" err="1"/>
              <a:t>DevOps</a:t>
            </a:r>
            <a:r>
              <a:rPr lang="sk-SK" dirty="0"/>
              <a:t> (nasadzovanie, </a:t>
            </a:r>
            <a:r>
              <a:rPr lang="sk-SK" dirty="0" err="1"/>
              <a:t>cloud</a:t>
            </a:r>
            <a:r>
              <a:rPr lang="sk-SK" dirty="0"/>
              <a:t>, CI/CD)</a:t>
            </a:r>
          </a:p>
          <a:p>
            <a:pPr lvl="1"/>
            <a:r>
              <a:rPr lang="sk-SK" dirty="0"/>
              <a:t>Tester (QA), UX dizajnér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42AA511-2D7E-BD09-C50B-77B03A3C7F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653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B21D89-E992-AF2C-0171-B4A62CDE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1 – motivačná (každá odpoveď je správna </a:t>
            </a:r>
            <a:r>
              <a:rPr lang="sk-SK" dirty="0">
                <a:sym typeface="Wingdings" panose="05000000000000000000" pitchFamily="2" charset="2"/>
              </a:rPr>
              <a:t></a:t>
            </a:r>
            <a:r>
              <a:rPr lang="sk-SK" dirty="0"/>
              <a:t>)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448270-3A3F-724D-4742-940821B9A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Aké máte doterajšie skúsenosti s vývojom webových aplikácií?</a:t>
            </a:r>
          </a:p>
          <a:p>
            <a:pPr lvl="1"/>
            <a:r>
              <a:rPr lang="sk-SK" dirty="0"/>
              <a:t>Žiadne skúsenosti</a:t>
            </a:r>
          </a:p>
          <a:p>
            <a:pPr lvl="1"/>
            <a:r>
              <a:rPr lang="sk-SK" dirty="0"/>
              <a:t>Základy (HTML, CSS, prípadne trochu </a:t>
            </a:r>
            <a:r>
              <a:rPr lang="sk-SK" dirty="0" err="1"/>
              <a:t>JavaScriptu</a:t>
            </a:r>
            <a:r>
              <a:rPr lang="sk-SK" dirty="0"/>
              <a:t>)</a:t>
            </a:r>
          </a:p>
          <a:p>
            <a:pPr lvl="1"/>
            <a:r>
              <a:rPr lang="sk-SK" dirty="0"/>
              <a:t>Stredne pokročilý (jednoduché web stránky, napr. v PHP alebo jednoduchý JS)</a:t>
            </a:r>
          </a:p>
          <a:p>
            <a:pPr lvl="1"/>
            <a:r>
              <a:rPr lang="sk-SK" dirty="0"/>
              <a:t>Pokročilý (praktické skúsenosti s front-end a/alebo </a:t>
            </a:r>
            <a:r>
              <a:rPr lang="sk-SK" dirty="0" err="1"/>
              <a:t>backend</a:t>
            </a:r>
            <a:r>
              <a:rPr lang="sk-SK" dirty="0"/>
              <a:t> </a:t>
            </a:r>
            <a:r>
              <a:rPr lang="sk-SK" dirty="0" err="1"/>
              <a:t>frameworkami</a:t>
            </a:r>
            <a:r>
              <a:rPr lang="sk-SK" dirty="0"/>
              <a:t>)</a:t>
            </a:r>
          </a:p>
          <a:p>
            <a:pPr lvl="1"/>
            <a:r>
              <a:rPr lang="sk-SK" dirty="0"/>
              <a:t>Veľmi dobré skúsenosti (viem samostatne vyvinúť plnohodnotnú webovú aplikáciu)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3C4CFE9-21CD-9F7A-DD10-313AFA05B9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98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6EE0BE-B9BC-088E-9CAA-B1545D91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Moderné trendy vo vývoji webových aplikácií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DD145ED-9B59-9247-BFFE-C4D3A0EF1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Hybridné a rýchle weby</a:t>
            </a:r>
          </a:p>
          <a:p>
            <a:pPr lvl="1"/>
            <a:r>
              <a:rPr lang="sk-SK" dirty="0"/>
              <a:t>Server-</a:t>
            </a:r>
            <a:r>
              <a:rPr lang="sk-SK" dirty="0" err="1"/>
              <a:t>side</a:t>
            </a:r>
            <a:r>
              <a:rPr lang="sk-SK" dirty="0"/>
              <a:t> </a:t>
            </a:r>
            <a:r>
              <a:rPr lang="sk-SK" dirty="0" err="1"/>
              <a:t>rendering</a:t>
            </a:r>
            <a:r>
              <a:rPr lang="sk-SK" dirty="0"/>
              <a:t> (Next.js, Nuxt.js) a SPA frameworky (</a:t>
            </a:r>
            <a:r>
              <a:rPr lang="sk-SK" dirty="0" err="1"/>
              <a:t>Anglular</a:t>
            </a:r>
            <a:r>
              <a:rPr lang="sk-SK" dirty="0"/>
              <a:t>, </a:t>
            </a:r>
            <a:r>
              <a:rPr lang="sk-SK" dirty="0" err="1"/>
              <a:t>Vue</a:t>
            </a:r>
            <a:r>
              <a:rPr lang="sk-SK" dirty="0"/>
              <a:t>, </a:t>
            </a:r>
            <a:r>
              <a:rPr lang="sk-SK" dirty="0" err="1"/>
              <a:t>React</a:t>
            </a:r>
            <a:r>
              <a:rPr lang="sk-SK" dirty="0"/>
              <a:t>)</a:t>
            </a:r>
          </a:p>
          <a:p>
            <a:r>
              <a:rPr lang="sk-SK" dirty="0"/>
              <a:t>Výkon a moderné technológie</a:t>
            </a:r>
          </a:p>
          <a:p>
            <a:pPr lvl="1"/>
            <a:r>
              <a:rPr lang="sk-SK" dirty="0" err="1"/>
              <a:t>WebAssembly</a:t>
            </a:r>
            <a:r>
              <a:rPr lang="sk-SK" dirty="0"/>
              <a:t>, moderné JS frameworky (</a:t>
            </a:r>
            <a:r>
              <a:rPr lang="sk-SK" dirty="0" err="1"/>
              <a:t>Blazor</a:t>
            </a:r>
            <a:r>
              <a:rPr lang="sk-SK" dirty="0"/>
              <a:t>, </a:t>
            </a:r>
            <a:r>
              <a:rPr lang="sk-SK" dirty="0" err="1"/>
              <a:t>Limewire</a:t>
            </a:r>
            <a:r>
              <a:rPr lang="sk-SK" dirty="0"/>
              <a:t>)</a:t>
            </a:r>
          </a:p>
          <a:p>
            <a:r>
              <a:rPr lang="sk-SK" dirty="0"/>
              <a:t>Mobilita a interaktivita</a:t>
            </a:r>
          </a:p>
          <a:p>
            <a:pPr lvl="1"/>
            <a:r>
              <a:rPr lang="sk-SK" dirty="0" err="1"/>
              <a:t>Progressive</a:t>
            </a:r>
            <a:r>
              <a:rPr lang="sk-SK" dirty="0"/>
              <a:t> Web </a:t>
            </a:r>
            <a:r>
              <a:rPr lang="sk-SK" dirty="0" err="1"/>
              <a:t>Apps</a:t>
            </a:r>
            <a:r>
              <a:rPr lang="sk-SK" dirty="0"/>
              <a:t> (PWA), </a:t>
            </a:r>
            <a:r>
              <a:rPr lang="sk-SK" dirty="0" err="1"/>
              <a:t>real-time</a:t>
            </a:r>
            <a:r>
              <a:rPr lang="sk-SK" dirty="0"/>
              <a:t> funkcionalita</a:t>
            </a:r>
          </a:p>
          <a:p>
            <a:r>
              <a:rPr lang="sk-SK" dirty="0"/>
              <a:t>AI a personalizácia</a:t>
            </a:r>
          </a:p>
          <a:p>
            <a:pPr lvl="1"/>
            <a:r>
              <a:rPr lang="sk-SK" dirty="0" err="1"/>
              <a:t>Chatboty</a:t>
            </a:r>
            <a:r>
              <a:rPr lang="sk-SK" dirty="0"/>
              <a:t>, odporúčania, automatizácia, ale aj podpora vývoja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6118F80-AB7F-A1A2-5E52-DBBE65DB8B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246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Jazyk HTML5</a:t>
            </a:r>
          </a:p>
        </p:txBody>
      </p:sp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71" name="Google Shape;171;p23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17</a:t>
            </a:fld>
            <a:endParaRPr lang="sk-SK"/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8100" y="816138"/>
            <a:ext cx="1851900" cy="23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Jazyk HTML5</a:t>
            </a:r>
          </a:p>
        </p:txBody>
      </p:sp>
      <p:sp>
        <p:nvSpPr>
          <p:cNvPr id="192" name="Google Shape;192;p2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-US" b="1" i="1" dirty="0"/>
              <a:t>H</a:t>
            </a:r>
            <a:r>
              <a:rPr lang="en-US" i="1" dirty="0"/>
              <a:t>yper </a:t>
            </a:r>
            <a:r>
              <a:rPr lang="en-US" b="1" i="1" dirty="0"/>
              <a:t>T</a:t>
            </a:r>
            <a:r>
              <a:rPr lang="en-US" i="1" dirty="0"/>
              <a:t>ext </a:t>
            </a:r>
            <a:r>
              <a:rPr lang="en-US" b="1" i="1" dirty="0"/>
              <a:t>M</a:t>
            </a:r>
            <a:r>
              <a:rPr lang="en-US" i="1" dirty="0"/>
              <a:t>arkup </a:t>
            </a:r>
            <a:r>
              <a:rPr lang="en-US" b="1" i="1" dirty="0"/>
              <a:t>L</a:t>
            </a:r>
            <a:r>
              <a:rPr lang="en-US" i="1" dirty="0"/>
              <a:t>anguage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Popisuje </a:t>
            </a:r>
            <a:r>
              <a:rPr lang="sk-SK" dirty="0">
                <a:solidFill>
                  <a:srgbClr val="FE8637"/>
                </a:solidFill>
              </a:rPr>
              <a:t>štruktúru </a:t>
            </a:r>
            <a:r>
              <a:rPr lang="sk-SK" dirty="0"/>
              <a:t>webovej stránky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 definovanie vzhľadu sa používa jazyk CSS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Na zápis štruktúry používa značky (</a:t>
            </a:r>
            <a:r>
              <a:rPr lang="sk-SK" i="1" dirty="0" err="1"/>
              <a:t>tags</a:t>
            </a:r>
            <a:r>
              <a:rPr lang="sk-SK" dirty="0"/>
              <a:t>)</a:t>
            </a:r>
          </a:p>
          <a:p>
            <a:pPr lvl="1" indent="-330200">
              <a:spcBef>
                <a:spcPts val="0"/>
              </a:spcBef>
              <a:buSzPts val="1600"/>
              <a:buChar char="●"/>
            </a:pPr>
            <a:r>
              <a:rPr lang="sk-SK" dirty="0"/>
              <a:t>Prehliadače na základe značiek zostavia stránku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Je podporovaný všetkými súčasnými prehliadačmi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Štandardizácia</a:t>
            </a:r>
            <a:r>
              <a:rPr lang="en-US" dirty="0"/>
              <a:t>: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World Wide Web</a:t>
            </a:r>
            <a:r>
              <a:rPr lang="sk-SK" i="1" dirty="0"/>
              <a:t> </a:t>
            </a:r>
            <a:r>
              <a:rPr lang="en-US" i="1" dirty="0"/>
              <a:t>Consortium</a:t>
            </a:r>
            <a:r>
              <a:rPr lang="sk-SK" dirty="0"/>
              <a:t> (W3C)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i="1" dirty="0"/>
              <a:t>Web Hypertext Application Technology Working Group</a:t>
            </a:r>
            <a:r>
              <a:rPr lang="en-US" dirty="0"/>
              <a:t> (WHATWG)</a:t>
            </a:r>
            <a:r>
              <a:rPr lang="sk-SK" dirty="0"/>
              <a:t> – </a:t>
            </a:r>
            <a:r>
              <a:rPr lang="en-US" dirty="0">
                <a:hlinkClick r:id="rId3"/>
              </a:rPr>
              <a:t>living</a:t>
            </a:r>
            <a:r>
              <a:rPr lang="sk-SK" dirty="0">
                <a:hlinkClick r:id="rId3"/>
              </a:rPr>
              <a:t> </a:t>
            </a:r>
            <a:r>
              <a:rPr lang="en-US" dirty="0">
                <a:hlinkClick r:id="rId3"/>
              </a:rPr>
              <a:t>standard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sk-SK" dirty="0"/>
              <a:t>Odporúčané materiály: </a:t>
            </a:r>
            <a:r>
              <a:rPr lang="sk-SK" dirty="0">
                <a:hlinkClick r:id="rId4"/>
              </a:rPr>
              <a:t>MDN</a:t>
            </a:r>
            <a:r>
              <a:rPr lang="sk-SK" dirty="0"/>
              <a:t>, </a:t>
            </a:r>
            <a:r>
              <a:rPr lang="sk-SK" dirty="0">
                <a:hlinkClick r:id="rId5"/>
              </a:rPr>
              <a:t>w3schools</a:t>
            </a: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</p:txBody>
      </p:sp>
      <p:sp>
        <p:nvSpPr>
          <p:cNvPr id="193" name="Google Shape;193;p2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18</a:t>
            </a:fld>
            <a:endParaRPr lang="sk-SK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52508497-8852-0BBF-A18E-BB3DDF3CF3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8677" y="2346568"/>
            <a:ext cx="3554687" cy="13364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Základná syntax jazyka HTML5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Na definovanie obsahu sa používajú značky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Značky spolu s obsahom sa nazýva element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Párové a nepárové značky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Neznáme značky sa vynechávajú</a:t>
            </a:r>
          </a:p>
          <a:p>
            <a:pPr>
              <a:spcBef>
                <a:spcPts val="0"/>
              </a:spcBef>
            </a:pPr>
            <a:r>
              <a:rPr lang="sk-SK"/>
              <a:t>Ignorujú sa viacnásobné medzery a pevné zalomenia riadkov (cez ENTER)</a:t>
            </a:r>
          </a:p>
          <a:p>
            <a:pPr>
              <a:spcBef>
                <a:spcPts val="0"/>
              </a:spcBef>
            </a:pPr>
            <a:r>
              <a:rPr lang="sk-SK"/>
              <a:t>Prehliadače sa snažia zobraziť dokument za každú cenu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Aj s chybami (žiadne výpisy chýb ani varovania)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19</a:t>
            </a:fld>
            <a:endParaRPr lang="sk-SK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Značky jazyka HTML5</a:t>
            </a:r>
          </a:p>
        </p:txBody>
      </p:sp>
      <p:sp>
        <p:nvSpPr>
          <p:cNvPr id="207" name="Google Shape;207;p2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Sú uzavreté v zátvorkách </a:t>
            </a:r>
            <a:r>
              <a:rPr lang="sk-SK">
                <a:latin typeface="Consolas" panose="020B0609020204030204" pitchFamily="49" charset="0"/>
                <a:sym typeface="Roboto Mono"/>
              </a:rPr>
              <a:t>&lt;</a:t>
            </a:r>
            <a:r>
              <a:rPr lang="sk-SK"/>
              <a:t> a </a:t>
            </a:r>
            <a:r>
              <a:rPr lang="sk-SK">
                <a:latin typeface="Consolas" panose="020B0609020204030204" pitchFamily="49" charset="0"/>
                <a:sym typeface="Roboto Mono"/>
              </a:rPr>
              <a:t>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Môžu byť párové a nepárové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strong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&gt;text&lt;/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strong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sk-SK"/>
              <a:t>Nepárové majú syntax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&lt;br&gt;</a:t>
            </a:r>
            <a:endParaRPr lang="sk-SK" sz="140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Značky používajú na upresnenia vlastností atribúty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Štandard povoľuje použiť  malé a veľké písmená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Odporúča sa používať </a:t>
            </a:r>
            <a:r>
              <a:rPr lang="sk-SK">
                <a:solidFill>
                  <a:srgbClr val="FE8637"/>
                </a:solidFill>
              </a:rPr>
              <a:t>malé písmená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Značky by mali byť správne zanorené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Nemali by sa prekrývať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8" name="Google Shape;208;p2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20</a:t>
            </a:fld>
            <a:endParaRPr lang="sk-SK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Použitie malých a veľkých písmen</a:t>
            </a:r>
          </a:p>
        </p:txBody>
      </p:sp>
      <p:sp>
        <p:nvSpPr>
          <p:cNvPr id="214" name="Google Shape;214;p2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0000"/>
                </a:solidFill>
              </a:rPr>
              <a:t>Nesprávne:</a:t>
            </a:r>
            <a:endParaRPr lang="sk-SK">
              <a:solidFill>
                <a:srgbClr val="FF0000"/>
              </a:solidFill>
              <a:sym typeface="Roboto Mono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 strike="sngStrike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strike="sngStrike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diV</a:t>
            </a:r>
            <a:r>
              <a:rPr lang="sk-SK" sz="1200" strike="sngStrike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strike="sngStrike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NAME=</a:t>
            </a:r>
            <a:r>
              <a:rPr lang="sk-SK" sz="1200" strike="sngStrike" err="1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oDseK</a:t>
            </a:r>
            <a:r>
              <a:rPr lang="sk-SK" sz="1200" strike="sngStrike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strike="sngStrike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cLaSs</a:t>
            </a:r>
            <a:r>
              <a:rPr lang="sk-SK" sz="1200" strike="sngStrike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 strike="sngStrike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"odsek text-</a:t>
            </a:r>
            <a:r>
              <a:rPr lang="sk-SK" sz="1200" strike="sngStrike" err="1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left</a:t>
            </a:r>
            <a:r>
              <a:rPr lang="sk-SK" sz="1200" strike="sngStrike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strike="sngStrike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lang="sk-SK" sz="1200" strike="sngStrike">
              <a:solidFill>
                <a:srgbClr val="333333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 strike="sngStrike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Toto je nejaký odsek textu</a:t>
            </a: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 strike="sngStrike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</a:t>
            </a:r>
            <a:r>
              <a:rPr lang="sk-SK" sz="1200" strike="sngStrike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dIv</a:t>
            </a:r>
            <a:r>
              <a:rPr lang="sk-SK" sz="1200" strike="sngStrike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20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ym typeface="Roboto Mono"/>
              </a:rPr>
              <a:t>Správne:</a:t>
            </a: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&lt;div</a:t>
            </a:r>
            <a:r>
              <a:rPr lang="sk-SK" sz="120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name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"odsek"</a:t>
            </a:r>
            <a:r>
              <a:rPr lang="sk-SK" sz="120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class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"odsek text-</a:t>
            </a:r>
            <a:r>
              <a:rPr lang="sk-SK" sz="1200" err="1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left</a:t>
            </a:r>
            <a:r>
              <a:rPr lang="sk-SK" sz="1200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lang="sk-SK" sz="1200">
              <a:solidFill>
                <a:srgbClr val="333333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Toto je nejaký odsek textu</a:t>
            </a: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&lt;/div&gt;</a:t>
            </a: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sk-SK"/>
          </a:p>
          <a:p>
            <a:pPr marL="45720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sk-SK"/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21</a:t>
            </a:fld>
            <a:endParaRPr lang="sk-SK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Vnáranie značiek</a:t>
            </a:r>
          </a:p>
        </p:txBody>
      </p:sp>
      <p:sp>
        <p:nvSpPr>
          <p:cNvPr id="221" name="Google Shape;221;p30"/>
          <p:cNvSpPr txBox="1">
            <a:spLocks noGrp="1"/>
          </p:cNvSpPr>
          <p:nvPr>
            <p:ph type="body" idx="1"/>
          </p:nvPr>
        </p:nvSpPr>
        <p:spPr>
          <a:xfrm>
            <a:off x="391294" y="1598197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0000"/>
                </a:solidFill>
              </a:rPr>
              <a:t>Nesprávne vnáranie značiek:</a:t>
            </a:r>
          </a:p>
          <a:p>
            <a:pPr marL="0" lvl="0" indent="0" algn="l" rtl="0">
              <a:lnSpc>
                <a:spcPct val="110795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strike="sngStrike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lang="sk-SK" sz="1200" strike="sngStrike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Nejaký text</a:t>
            </a:r>
            <a:r>
              <a:rPr lang="sk-SK" sz="1200" strike="sngStrike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&lt;div&gt;&lt;/p&gt;&lt;</a:t>
            </a:r>
            <a:r>
              <a:rPr lang="sk-SK" sz="1200" strike="sngStrike" err="1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sk-SK" sz="1200" strike="sngStrike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 sz="1200" strike="sngStrike" err="1">
                <a:solidFill>
                  <a:srgbClr val="0000CC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sk-SK" sz="1200" strike="sngStrike">
                <a:solidFill>
                  <a:srgbClr val="0000CC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sk-SK" sz="1200" strike="sngStrike">
                <a:solidFill>
                  <a:srgbClr val="333333"/>
                </a:solidFill>
                <a:highlight>
                  <a:srgbClr val="FFF0F0"/>
                </a:highlight>
                <a:latin typeface="Roboto Mono"/>
                <a:ea typeface="Roboto Mono"/>
                <a:cs typeface="Roboto Mono"/>
                <a:sym typeface="Roboto Mono"/>
              </a:rPr>
              <a:t>"obrazok.jpg"</a:t>
            </a:r>
            <a:r>
              <a:rPr lang="sk-SK" sz="1200" strike="sngStrike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&gt;&lt;/div&gt;</a:t>
            </a: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100">
              <a:solidFill>
                <a:srgbClr val="0077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sk-SK"/>
              <a:t>Správne vnáranie značiek:</a:t>
            </a:r>
          </a:p>
          <a:p>
            <a:pPr marL="0" lvl="0" indent="0" algn="l" rtl="0">
              <a:lnSpc>
                <a:spcPct val="110795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&lt;div&gt;</a:t>
            </a:r>
          </a:p>
          <a:p>
            <a:pPr marL="0" lvl="0" indent="0" algn="l" rtl="0">
              <a:lnSpc>
                <a:spcPct val="110795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  &lt;p&gt;</a:t>
            </a:r>
            <a:r>
              <a:rPr lang="sk-SK" sz="120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Nejaký text</a:t>
            </a:r>
            <a:r>
              <a:rPr lang="sk-SK" sz="1200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</a:p>
          <a:p>
            <a:pPr marL="0" lvl="0" indent="0" algn="l" rtl="0">
              <a:lnSpc>
                <a:spcPct val="110795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sk-SK" sz="1200" err="1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sk-SK" sz="120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sk-SK" sz="1200">
                <a:solidFill>
                  <a:srgbClr val="0000CC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rgbClr val="333333"/>
                </a:solidFill>
                <a:highlight>
                  <a:srgbClr val="FFF0F0"/>
                </a:highlight>
                <a:latin typeface="Roboto Mono"/>
                <a:ea typeface="Roboto Mono"/>
                <a:cs typeface="Roboto Mono"/>
                <a:sym typeface="Roboto Mono"/>
              </a:rPr>
              <a:t>"obrazok.jpg"</a:t>
            </a:r>
            <a:r>
              <a:rPr lang="sk-SK" sz="1200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0" algn="l" rtl="0">
              <a:lnSpc>
                <a:spcPct val="110795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&lt;/div&gt;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/>
          </a:p>
          <a:p>
            <a:pPr marL="45720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sk-SK"/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2" name="Google Shape;222;p3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22</a:t>
            </a:fld>
            <a:endParaRPr lang="sk-SK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Atribúty HTML5 značiek</a:t>
            </a:r>
          </a:p>
        </p:txBody>
      </p:sp>
      <p:sp>
        <p:nvSpPr>
          <p:cNvPr id="228" name="Google Shape;228;p3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sk-SK"/>
              <a:t>Na upresnenie významu sa používajú atribúty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Hodnotové a logické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Hodnoty atribútov je</a:t>
            </a:r>
            <a:r>
              <a:rPr lang="sk-SK">
                <a:solidFill>
                  <a:schemeClr val="dk1"/>
                </a:solidFill>
              </a:rPr>
              <a:t> odp</a:t>
            </a:r>
            <a:r>
              <a:rPr lang="sk-SK"/>
              <a:t>orúčané</a:t>
            </a:r>
            <a:r>
              <a:rPr lang="sk-SK">
                <a:solidFill>
                  <a:schemeClr val="dk1"/>
                </a:solidFill>
              </a:rPr>
              <a:t> </a:t>
            </a:r>
            <a:r>
              <a:rPr lang="sk-SK">
                <a:solidFill>
                  <a:srgbClr val="FE8637"/>
                </a:solidFill>
              </a:rPr>
              <a:t>písať v úvodzovkách </a:t>
            </a:r>
            <a:r>
              <a:rPr lang="sk-SK">
                <a:solidFill>
                  <a:schemeClr val="dk1"/>
                </a:solidFill>
              </a:rPr>
              <a:t>(povinné, ak obsahuje hodnota medzeru alebo špeciálny znak)</a:t>
            </a: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input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type=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text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disabled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input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type=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"text"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disabled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input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type=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"text"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disabled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disabled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 sz="1200">
              <a:solidFill>
                <a:srgbClr val="0077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4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9" name="Google Shape;229;p3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23</a:t>
            </a:fld>
            <a:endParaRPr lang="sk-SK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Základná štruktúra HTML5 dokumentu </a:t>
            </a:r>
          </a:p>
        </p:txBody>
      </p:sp>
      <p:sp>
        <p:nvSpPr>
          <p:cNvPr id="242" name="Google Shape;242;p33"/>
          <p:cNvSpPr txBox="1">
            <a:spLocks noGrp="1"/>
          </p:cNvSpPr>
          <p:nvPr>
            <p:ph type="body" idx="1"/>
          </p:nvPr>
        </p:nvSpPr>
        <p:spPr>
          <a:xfrm>
            <a:off x="435900" y="1467350"/>
            <a:ext cx="8272200" cy="32127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557799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&lt;!DOCTYPE html&gt;</a:t>
            </a:r>
            <a:endParaRPr lang="sk-SK" sz="1200">
              <a:solidFill>
                <a:srgbClr val="333333"/>
              </a:solidFill>
              <a:latin typeface="Consolas" panose="020B0609020204030204" pitchFamily="49" charset="0"/>
              <a:ea typeface="Roboto Mono" panose="020B0604020202020204" charset="0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&lt;html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sym typeface="Consolas"/>
              </a:rPr>
              <a:t>lang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=</a:t>
            </a:r>
            <a:r>
              <a:rPr lang="sk-SK" sz="1200">
                <a:solidFill>
                  <a:schemeClr val="tx1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"</a:t>
            </a:r>
            <a:r>
              <a:rPr lang="sk-SK" sz="1200" err="1">
                <a:solidFill>
                  <a:schemeClr val="tx1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sk</a:t>
            </a:r>
            <a:r>
              <a:rPr lang="sk-SK" sz="1200">
                <a:solidFill>
                  <a:schemeClr val="tx1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-SK"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&gt;</a:t>
            </a:r>
            <a:endParaRPr lang="sk-SK" sz="1200">
              <a:solidFill>
                <a:srgbClr val="333333"/>
              </a:solidFill>
              <a:latin typeface="Consolas" panose="020B0609020204030204" pitchFamily="49" charset="0"/>
              <a:ea typeface="Roboto Mono" panose="020B0604020202020204" charset="0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333333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head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Roboto Mono"/>
                <a:sym typeface="Consolas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meta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charset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"UTF-8"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Consolas"/>
                <a:sym typeface="Roboto Mono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&lt;title&gt;</a:t>
            </a:r>
            <a:r>
              <a:rPr lang="sk-SK" sz="1200" err="1">
                <a:solidFill>
                  <a:srgbClr val="333333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Page</a:t>
            </a:r>
            <a:r>
              <a:rPr lang="sk-SK" sz="1200">
                <a:solidFill>
                  <a:srgbClr val="333333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 title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&lt;/title&gt;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  &lt;/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head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  &lt;body&gt;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    &lt;p&gt;</a:t>
            </a:r>
            <a:r>
              <a:rPr lang="sk-SK" sz="1200" err="1">
                <a:solidFill>
                  <a:srgbClr val="333333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Hello</a:t>
            </a:r>
            <a:r>
              <a:rPr lang="sk-SK" sz="1200">
                <a:solidFill>
                  <a:srgbClr val="333333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 </a:t>
            </a:r>
            <a:r>
              <a:rPr lang="sk-SK" sz="1200" err="1">
                <a:solidFill>
                  <a:srgbClr val="333333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world</a:t>
            </a:r>
            <a:r>
              <a:rPr lang="sk-SK" sz="1200">
                <a:solidFill>
                  <a:srgbClr val="333333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!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&lt;/p&gt;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  &lt;/body&gt;</a:t>
            </a:r>
            <a:endParaRPr lang="sk-SK" sz="1200">
              <a:solidFill>
                <a:srgbClr val="333333"/>
              </a:solidFill>
              <a:latin typeface="Consolas" panose="020B0609020204030204" pitchFamily="49" charset="0"/>
              <a:ea typeface="Roboto Mono" panose="020B0604020202020204" charset="0"/>
              <a:cs typeface="Consolas"/>
              <a:sym typeface="Consolas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 panose="020B0604020202020204" charset="0"/>
                <a:cs typeface="Consolas"/>
                <a:sym typeface="Consolas"/>
              </a:rPr>
              <a:t>&lt;/html&gt;</a:t>
            </a:r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 sz="1200">
              <a:solidFill>
                <a:srgbClr val="0077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24</a:t>
            </a:fld>
            <a:endParaRPr lang="sk-SK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Deklarácia typu dokumentu</a:t>
            </a:r>
          </a:p>
        </p:txBody>
      </p:sp>
      <p:sp>
        <p:nvSpPr>
          <p:cNvPr id="249" name="Google Shape;249;p3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 HTML 5 je len jeden typ</a:t>
            </a:r>
            <a:r>
              <a:rPr lang="en-US"/>
              <a:t>: </a:t>
            </a:r>
            <a:r>
              <a:rPr lang="sk-SK" sz="1400">
                <a:solidFill>
                  <a:srgbClr val="557799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&lt;!DOCTYPE html&gt;</a:t>
            </a:r>
          </a:p>
          <a:p>
            <a:pPr marL="914400" lvl="1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57799"/>
              </a:buClr>
              <a:buSzPts val="1100"/>
              <a:buFont typeface="Roboto Mono"/>
              <a:buChar char="○"/>
            </a:pPr>
            <a:r>
              <a:rPr lang="sk-SK"/>
              <a:t>Je dôležité ho uvádzať, aby prehliadač správne detegoval typ dokumentu</a:t>
            </a:r>
          </a:p>
          <a:p>
            <a:pPr marL="914400" lvl="1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Musí byť uvedený na prvom riadku v HTML5 dokumente</a:t>
            </a:r>
          </a:p>
          <a:p>
            <a:pPr marL="914400" lvl="1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Používa sa pri validácii (validátor </a:t>
            </a:r>
            <a:r>
              <a:rPr lang="sk-SK" u="sng">
                <a:solidFill>
                  <a:schemeClr val="hlink"/>
                </a:solidFill>
                <a:hlinkClick r:id="rId3"/>
              </a:rPr>
              <a:t>validator.w3.org</a:t>
            </a:r>
            <a:r>
              <a:rPr lang="en-US"/>
              <a:t>)</a:t>
            </a:r>
            <a:endParaRPr lang="sk-SK"/>
          </a:p>
        </p:txBody>
      </p:sp>
      <p:sp>
        <p:nvSpPr>
          <p:cNvPr id="250" name="Google Shape;250;p3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25</a:t>
            </a:fld>
            <a:endParaRPr lang="sk-SK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Značka </a:t>
            </a:r>
            <a:r>
              <a:rPr lang="sk-SK">
                <a:latin typeface="Consolas" panose="020B0609020204030204" pitchFamily="49" charset="0"/>
              </a:rPr>
              <a:t>html</a:t>
            </a:r>
          </a:p>
        </p:txBody>
      </p:sp>
      <p:sp>
        <p:nvSpPr>
          <p:cNvPr id="256" name="Google Shape;256;p3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sz="1400">
                <a:latin typeface="Consolas" panose="020B0609020204030204" pitchFamily="49" charset="0"/>
                <a:sym typeface="Roboto Mono"/>
              </a:rPr>
              <a:t>&lt;html&gt; </a:t>
            </a:r>
            <a:r>
              <a:rPr lang="sk-SK"/>
              <a:t>je párová značka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Vytvára koreňový (</a:t>
            </a:r>
            <a:r>
              <a:rPr lang="sk-SK" i="1" err="1"/>
              <a:t>root</a:t>
            </a:r>
            <a:r>
              <a:rPr lang="sk-SK"/>
              <a:t>) element</a:t>
            </a: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V </a:t>
            </a:r>
            <a:r>
              <a:rPr lang="sk-SK"/>
              <a:t>dokumente</a:t>
            </a:r>
            <a:r>
              <a:rPr lang="en-US"/>
              <a:t> </a:t>
            </a:r>
            <a:r>
              <a:rPr lang="sk-SK"/>
              <a:t>sa musí vyskytovať práve 1x</a:t>
            </a: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Môže obsahovať iba elementy: </a:t>
            </a:r>
            <a:r>
              <a:rPr lang="sk-SK" sz="1400" err="1">
                <a:latin typeface="Consolas" panose="020B0609020204030204" pitchFamily="49" charset="0"/>
                <a:sym typeface="Roboto Mono"/>
              </a:rPr>
              <a:t>head</a:t>
            </a:r>
            <a:r>
              <a:rPr lang="sk-SK"/>
              <a:t> a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body</a:t>
            </a:r>
            <a:endParaRPr lang="sk-SK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57" name="Google Shape;257;p3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26</a:t>
            </a:fld>
            <a:endParaRPr lang="sk-SK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Značka </a:t>
            </a:r>
            <a:r>
              <a:rPr lang="en-US">
                <a:latin typeface="Consolas" panose="020B0609020204030204" pitchFamily="49" charset="0"/>
              </a:rPr>
              <a:t>head</a:t>
            </a:r>
            <a:r>
              <a:rPr lang="sk-SK"/>
              <a:t> (1)</a:t>
            </a:r>
          </a:p>
        </p:txBody>
      </p:sp>
      <p:sp>
        <p:nvSpPr>
          <p:cNvPr id="263" name="Google Shape;263;p3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sz="1400">
                <a:latin typeface="Consolas" panose="020B0609020204030204" pitchFamily="49" charset="0"/>
                <a:sym typeface="Roboto Mono"/>
              </a:rPr>
              <a:t>&lt;</a:t>
            </a:r>
            <a:r>
              <a:rPr lang="en-US" sz="1400">
                <a:latin typeface="Consolas" panose="020B0609020204030204" pitchFamily="49" charset="0"/>
                <a:sym typeface="Roboto Mono"/>
              </a:rPr>
              <a:t>head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&gt; </a:t>
            </a:r>
            <a:r>
              <a:rPr lang="sk-SK"/>
              <a:t>je párová značka</a:t>
            </a:r>
          </a:p>
          <a:p>
            <a:pPr lvl="0">
              <a:spcBef>
                <a:spcPts val="0"/>
              </a:spcBef>
            </a:pPr>
            <a:r>
              <a:rPr lang="sk-SK"/>
              <a:t>Obsahuje povinný nadpis dokumentu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&lt;title&gt;</a:t>
            </a:r>
            <a:endParaRPr lang="sk-SK" sz="1400">
              <a:latin typeface="Consolas" panose="020B0609020204030204" pitchFamily="49" charset="0"/>
            </a:endParaRPr>
          </a:p>
          <a:p>
            <a:pPr lvl="0">
              <a:spcBef>
                <a:spcPts val="0"/>
              </a:spcBef>
            </a:pPr>
            <a:r>
              <a:rPr lang="sk-SK"/>
              <a:t>Definícia ikony webu (</a:t>
            </a:r>
            <a:r>
              <a:rPr lang="sk-SK" i="1" err="1"/>
              <a:t>favicon</a:t>
            </a:r>
            <a:r>
              <a:rPr lang="sk-SK"/>
              <a:t>)</a:t>
            </a:r>
          </a:p>
          <a:p>
            <a:pPr lvl="0">
              <a:spcBef>
                <a:spcPts val="0"/>
              </a:spcBef>
            </a:pPr>
            <a:r>
              <a:rPr lang="sk-SK"/>
              <a:t>Značka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&lt;</a:t>
            </a:r>
            <a:r>
              <a:rPr lang="sk-SK" sz="1400" err="1">
                <a:latin typeface="Consolas" panose="020B0609020204030204" pitchFamily="49" charset="0"/>
                <a:sym typeface="Roboto Mono"/>
              </a:rPr>
              <a:t>meta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&gt;</a:t>
            </a:r>
            <a:endParaRPr lang="sk-SK" sz="140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Metainformácie o dokumente, napr.  </a:t>
            </a:r>
            <a:r>
              <a:rPr lang="en-US" sz="1200" i="1">
                <a:latin typeface="Roboto Mono"/>
                <a:ea typeface="Roboto Mono"/>
                <a:cs typeface="Roboto Mono"/>
                <a:sym typeface="Roboto Mono"/>
              </a:rPr>
              <a:t>author</a:t>
            </a:r>
            <a:r>
              <a:rPr lang="en-US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200" i="1">
                <a:latin typeface="Roboto Mono"/>
                <a:ea typeface="Roboto Mono"/>
                <a:cs typeface="Roboto Mono"/>
                <a:sym typeface="Roboto Mono"/>
              </a:rPr>
              <a:t>keywords</a:t>
            </a:r>
            <a:r>
              <a:rPr lang="en-US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200" i="1">
                <a:latin typeface="Roboto Mono"/>
                <a:ea typeface="Roboto Mono"/>
                <a:cs typeface="Roboto Mono"/>
                <a:sym typeface="Roboto Mono"/>
              </a:rPr>
              <a:t>description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Definícia znakovej sady</a:t>
            </a:r>
          </a:p>
          <a:p>
            <a:pPr marL="45720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meta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charset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"UTF-8"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meta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name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description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content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"Prednáška o HTML5 a CSS3"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meta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name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keywords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content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"HTML5,CSS3"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meta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name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author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content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"Patrik Hrkút"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64" name="Google Shape;264;p3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27</a:t>
            </a:fld>
            <a:endParaRPr lang="sk-SK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Značka </a:t>
            </a:r>
            <a:r>
              <a:rPr lang="en-US">
                <a:latin typeface="Consolas" panose="020B0609020204030204" pitchFamily="49" charset="0"/>
              </a:rPr>
              <a:t>head</a:t>
            </a:r>
            <a:r>
              <a:rPr lang="sk-SK"/>
              <a:t> (2)</a:t>
            </a:r>
          </a:p>
        </p:txBody>
      </p:sp>
      <p:sp>
        <p:nvSpPr>
          <p:cNvPr id="270" name="Google Shape;270;p3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Prepojenie HTML dokumentu s kaskádovými štýlmi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Značka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link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&gt; </a:t>
            </a:r>
          </a:p>
          <a:p>
            <a:pPr marL="457200" lvl="0" indent="45720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link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rel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stylesheet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href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"styl.css"</a:t>
            </a:r>
            <a:r>
              <a:rPr lang="sk-SK" sz="1200">
                <a:solidFill>
                  <a:srgbClr val="333333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type=</a:t>
            </a:r>
            <a:r>
              <a:rPr lang="sk-SK" sz="1200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"text/</a:t>
            </a:r>
            <a:r>
              <a:rPr lang="sk-SK" sz="1200" err="1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css</a:t>
            </a:r>
            <a:r>
              <a:rPr lang="sk-SK" sz="1200">
                <a:solidFill>
                  <a:srgbClr val="333333"/>
                </a:solidFill>
                <a:highlight>
                  <a:srgbClr val="FFF0F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Vkladanie skriptov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Značka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script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>
                <a:latin typeface="Consolas" panose="020B0609020204030204" pitchFamily="49" charset="0"/>
              </a:rPr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Umožňuje vkladanie skriptov (párová značka!)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Odporučené je vkladanie</a:t>
            </a:r>
            <a:r>
              <a:rPr lang="sk-SK">
                <a:solidFill>
                  <a:srgbClr val="FE8637"/>
                </a:solidFill>
              </a:rPr>
              <a:t> </a:t>
            </a:r>
            <a:r>
              <a:rPr lang="sk-SK"/>
              <a:t>skriptov </a:t>
            </a:r>
            <a:r>
              <a:rPr lang="sk-SK">
                <a:solidFill>
                  <a:srgbClr val="FE8637"/>
                </a:solidFill>
              </a:rPr>
              <a:t>externe</a:t>
            </a:r>
          </a:p>
          <a:p>
            <a:pPr marL="45720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script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src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"skript.js"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&gt;&lt;/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script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71" name="Google Shape;271;p3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28</a:t>
            </a:fld>
            <a:endParaRPr lang="sk-SK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Značka </a:t>
            </a:r>
            <a:r>
              <a:rPr lang="sk-SK">
                <a:latin typeface="Consolas" panose="020B0609020204030204" pitchFamily="49" charset="0"/>
              </a:rPr>
              <a:t>body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Povinná časť HTML dokumentu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Párová značka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&lt;body&gt;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Obsahuje všetko, čo sa má zobraziť v okne prehliadača</a:t>
            </a:r>
          </a:p>
        </p:txBody>
      </p:sp>
      <p:sp>
        <p:nvSpPr>
          <p:cNvPr id="278" name="Google Shape;278;p3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29</a:t>
            </a:fld>
            <a:endParaRPr lang="sk-SK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2900"/>
              <a:t>Rozdelenie značiek podľa zobrazenia elementov (1)</a:t>
            </a:r>
          </a:p>
        </p:txBody>
      </p:sp>
      <p:sp>
        <p:nvSpPr>
          <p:cNvPr id="284" name="Google Shape;284;p3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Značky </a:t>
            </a:r>
            <a:r>
              <a:rPr lang="sk-SK">
                <a:solidFill>
                  <a:srgbClr val="FF9900"/>
                </a:solidFill>
              </a:rPr>
              <a:t>blokové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Vytvárajú okolo seba blok miesta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Zaberajú miesto od začiatku až do konca riadku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Nasledujúci element začína na novom riadku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Značky </a:t>
            </a:r>
            <a:r>
              <a:rPr lang="sk-SK">
                <a:solidFill>
                  <a:srgbClr val="FF9900"/>
                </a:solidFill>
              </a:rPr>
              <a:t>riadkové </a:t>
            </a:r>
            <a:r>
              <a:rPr lang="sk-SK"/>
              <a:t>(</a:t>
            </a:r>
            <a:r>
              <a:rPr lang="sk-SK" i="1"/>
              <a:t>inline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Zaberajú len nutný priestor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Ďalší element pokračuje bezprostredne za predchádzajúcim</a:t>
            </a:r>
          </a:p>
        </p:txBody>
      </p:sp>
      <p:sp>
        <p:nvSpPr>
          <p:cNvPr id="285" name="Google Shape;285;p3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30</a:t>
            </a:fld>
            <a:endParaRPr lang="sk-SK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2900"/>
              <a:t>Rozdelenie značiek podľa zobrazenia elementov (2)</a:t>
            </a:r>
          </a:p>
        </p:txBody>
      </p:sp>
      <p:sp>
        <p:nvSpPr>
          <p:cNvPr id="291" name="Google Shape;291;p4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31</a:t>
            </a:fld>
            <a:endParaRPr lang="sk-SK"/>
          </a:p>
        </p:txBody>
      </p:sp>
      <p:sp>
        <p:nvSpPr>
          <p:cNvPr id="292" name="Google Shape;292;p40"/>
          <p:cNvSpPr/>
          <p:nvPr/>
        </p:nvSpPr>
        <p:spPr>
          <a:xfrm>
            <a:off x="5238475" y="1870350"/>
            <a:ext cx="30393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293" name="Google Shape;293;p40"/>
          <p:cNvSpPr/>
          <p:nvPr/>
        </p:nvSpPr>
        <p:spPr>
          <a:xfrm>
            <a:off x="5238475" y="2279500"/>
            <a:ext cx="6210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294" name="Google Shape;294;p40"/>
          <p:cNvSpPr/>
          <p:nvPr/>
        </p:nvSpPr>
        <p:spPr>
          <a:xfrm>
            <a:off x="5939875" y="2272613"/>
            <a:ext cx="2063637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295" name="Google Shape;295;p40"/>
          <p:cNvSpPr/>
          <p:nvPr/>
        </p:nvSpPr>
        <p:spPr>
          <a:xfrm>
            <a:off x="5238475" y="2688650"/>
            <a:ext cx="4164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296" name="Google Shape;296;p40"/>
          <p:cNvSpPr/>
          <p:nvPr/>
        </p:nvSpPr>
        <p:spPr>
          <a:xfrm>
            <a:off x="5749900" y="2688650"/>
            <a:ext cx="13881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297" name="Google Shape;297;p40"/>
          <p:cNvSpPr/>
          <p:nvPr/>
        </p:nvSpPr>
        <p:spPr>
          <a:xfrm>
            <a:off x="611250" y="1884975"/>
            <a:ext cx="30393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298" name="Google Shape;298;p40"/>
          <p:cNvSpPr/>
          <p:nvPr/>
        </p:nvSpPr>
        <p:spPr>
          <a:xfrm>
            <a:off x="611250" y="2294125"/>
            <a:ext cx="6210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299" name="Google Shape;299;p40"/>
          <p:cNvSpPr/>
          <p:nvPr/>
        </p:nvSpPr>
        <p:spPr>
          <a:xfrm>
            <a:off x="611250" y="2703275"/>
            <a:ext cx="23379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00" name="Google Shape;300;p40"/>
          <p:cNvSpPr/>
          <p:nvPr/>
        </p:nvSpPr>
        <p:spPr>
          <a:xfrm>
            <a:off x="611250" y="3112425"/>
            <a:ext cx="4164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01" name="Google Shape;301;p40"/>
          <p:cNvSpPr/>
          <p:nvPr/>
        </p:nvSpPr>
        <p:spPr>
          <a:xfrm>
            <a:off x="611250" y="3521575"/>
            <a:ext cx="1388100" cy="32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02" name="Google Shape;302;p40"/>
          <p:cNvSpPr txBox="1"/>
          <p:nvPr/>
        </p:nvSpPr>
        <p:spPr>
          <a:xfrm>
            <a:off x="1334550" y="1445000"/>
            <a:ext cx="1592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latin typeface="Cabin"/>
                <a:ea typeface="Cabin"/>
                <a:cs typeface="Cabin"/>
                <a:sym typeface="Cabin"/>
              </a:rPr>
              <a:t>Blokové značky</a:t>
            </a:r>
          </a:p>
        </p:txBody>
      </p:sp>
      <p:sp>
        <p:nvSpPr>
          <p:cNvPr id="303" name="Google Shape;303;p40"/>
          <p:cNvSpPr txBox="1"/>
          <p:nvPr/>
        </p:nvSpPr>
        <p:spPr>
          <a:xfrm>
            <a:off x="5900875" y="1445000"/>
            <a:ext cx="1592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latin typeface="Cabin"/>
                <a:ea typeface="Cabin"/>
                <a:cs typeface="Cabin"/>
                <a:sym typeface="Cabin"/>
              </a:rPr>
              <a:t>Riadkové značky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B60FDA-4F81-7D1C-C16F-8993C570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Značky </a:t>
            </a:r>
            <a:r>
              <a:rPr lang="sk-SK" err="1"/>
              <a:t>span</a:t>
            </a:r>
            <a:r>
              <a:rPr lang="sk-SK"/>
              <a:t> a div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DD14AC7-B173-D55D-A3E2-5FC38B4DD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Jedny z najpoužívanejších značiek v HTML</a:t>
            </a:r>
          </a:p>
          <a:p>
            <a:r>
              <a:rPr lang="sk-SK"/>
              <a:t>Nemajú žiadne formátovanie, spájajú s CSS štýlmi </a:t>
            </a:r>
          </a:p>
          <a:p>
            <a:r>
              <a:rPr lang="sk-SK"/>
              <a:t>Značka </a:t>
            </a:r>
            <a:r>
              <a:rPr lang="sk-SK" sz="1400">
                <a:latin typeface="Consolas" panose="020B0609020204030204" pitchFamily="49" charset="0"/>
              </a:rPr>
              <a:t>&lt;div&gt;</a:t>
            </a:r>
          </a:p>
          <a:p>
            <a:pPr lvl="1"/>
            <a:r>
              <a:rPr lang="sk-SK"/>
              <a:t>Definuje blok, často nazývaný kontajner</a:t>
            </a:r>
          </a:p>
          <a:p>
            <a:pPr lvl="1"/>
            <a:r>
              <a:rPr lang="sk-SK"/>
              <a:t>Veľmi často je vnorená do inej </a:t>
            </a:r>
            <a:r>
              <a:rPr lang="sk-SK" sz="1200">
                <a:latin typeface="Consolas" panose="020B0609020204030204" pitchFamily="49" charset="0"/>
              </a:rPr>
              <a:t>&lt;div&gt;</a:t>
            </a:r>
            <a:r>
              <a:rPr lang="sk-SK"/>
              <a:t> značky</a:t>
            </a:r>
          </a:p>
          <a:p>
            <a:r>
              <a:rPr lang="sk-SK"/>
              <a:t>Značka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span</a:t>
            </a:r>
            <a:r>
              <a:rPr lang="sk-SK" sz="140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sk-SK"/>
              <a:t>Definuje riadkový obsah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66E0C7C-6861-F1D3-9727-783EE16C05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381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5CBE56-75F3-AB74-6E9C-AB8DDF20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Definovanie štruktúry dokumentu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1B0ADC-CD43-6010-299A-8FEB04B8B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Značky musia vyjadrovať štruktúru informácií v dokumente</a:t>
            </a:r>
          </a:p>
          <a:p>
            <a:r>
              <a:rPr lang="sk-SK"/>
              <a:t>Štruktúrované HTML dokumenty dokážu spracovať počítače lepšie</a:t>
            </a:r>
          </a:p>
          <a:p>
            <a:pPr lvl="1"/>
            <a:r>
              <a:rPr lang="sk-SK"/>
              <a:t>Na základy štruktúry je počítač schopný lepšie pochopiť obsah informácie</a:t>
            </a:r>
          </a:p>
          <a:p>
            <a:pPr lvl="1"/>
            <a:r>
              <a:rPr lang="sk-SK"/>
              <a:t>Napr. pre účely vyhľadávania </a:t>
            </a:r>
          </a:p>
          <a:p>
            <a:pPr lvl="1"/>
            <a:r>
              <a:rPr lang="sk-SK"/>
              <a:t>Ale aj napr. pre zrakovo postihnutých ľudí (</a:t>
            </a:r>
            <a:r>
              <a:rPr lang="sk-SK" i="1" err="1"/>
              <a:t>accessibility</a:t>
            </a:r>
            <a:r>
              <a:rPr lang="sk-SK"/>
              <a:t>)</a:t>
            </a:r>
          </a:p>
          <a:p>
            <a:r>
              <a:rPr lang="sk-SK"/>
              <a:t>Štruktúrovaný sa ľahšie udržuje a číta aj pre web vývojára</a:t>
            </a:r>
          </a:p>
          <a:p>
            <a:endParaRPr lang="sk-SK"/>
          </a:p>
          <a:p>
            <a:endParaRPr lang="sk-SK"/>
          </a:p>
          <a:p>
            <a:endParaRPr lang="sk-SK"/>
          </a:p>
          <a:p>
            <a:endParaRPr lang="sk-SK"/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ACBE96B-CC72-506E-3C86-A40896FF6A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368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Blokové značky na tvorbu štruktúry obsahu </a:t>
            </a:r>
          </a:p>
        </p:txBody>
      </p:sp>
      <p:sp>
        <p:nvSpPr>
          <p:cNvPr id="323" name="Google Shape;323;p4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Značka odstavca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&lt;p&gt;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Nadpisy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Značky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&lt;h1&gt;</a:t>
            </a:r>
            <a:r>
              <a:rPr lang="sk-SK">
                <a:sym typeface="Roboto Mono"/>
              </a:rPr>
              <a:t> </a:t>
            </a:r>
            <a:r>
              <a:rPr lang="sk-SK"/>
              <a:t>až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&lt;h6&gt;</a:t>
            </a:r>
            <a:endParaRPr lang="sk-SK" sz="120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Zásady používania nadpisov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err="1"/>
              <a:t>Predformátovaný</a:t>
            </a:r>
            <a:r>
              <a:rPr lang="sk-SK"/>
              <a:t> text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&lt;pre&gt;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Definujúce význam textu napr.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address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 sz="1200"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&lt;q&gt;</a:t>
            </a:r>
            <a:r>
              <a:rPr lang="sk-SK" sz="1200"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blockquote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324" name="Google Shape;324;p4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34</a:t>
            </a:fld>
            <a:endParaRPr lang="sk-SK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7D15E2-B1C5-F57A-96E8-0D98BD8C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Riadkové značky na tvorbu štruktúry obsahu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0451383-6071-8226-764C-AFCC0A4C1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Zvýraznenie (</a:t>
            </a:r>
            <a:r>
              <a:rPr lang="en-US" i="1"/>
              <a:t>emphasis</a:t>
            </a:r>
            <a:r>
              <a:rPr lang="sk-SK"/>
              <a:t>) – značka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em</a:t>
            </a:r>
            <a:r>
              <a:rPr lang="sk-SK" sz="1400">
                <a:latin typeface="Consolas" panose="020B0609020204030204" pitchFamily="49" charset="0"/>
              </a:rPr>
              <a:t>&gt;</a:t>
            </a:r>
          </a:p>
          <a:p>
            <a:r>
              <a:rPr lang="sk-SK"/>
              <a:t>Veľká dôležitosť (</a:t>
            </a:r>
            <a:r>
              <a:rPr lang="en-US" i="1"/>
              <a:t>strong importance</a:t>
            </a:r>
            <a:r>
              <a:rPr lang="sk-SK"/>
              <a:t>) – značka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strong</a:t>
            </a:r>
            <a:r>
              <a:rPr lang="sk-SK" sz="1400">
                <a:latin typeface="Consolas" panose="020B0609020204030204" pitchFamily="49" charset="0"/>
              </a:rPr>
              <a:t>&gt;</a:t>
            </a:r>
          </a:p>
          <a:p>
            <a:r>
              <a:rPr lang="sk-SK">
                <a:solidFill>
                  <a:srgbClr val="FF0000"/>
                </a:solidFill>
              </a:rPr>
              <a:t>Nepoužívať</a:t>
            </a:r>
            <a:r>
              <a:rPr lang="sk-SK"/>
              <a:t> značky na definovanie tučného, šikmého a podčiarknutého písma</a:t>
            </a:r>
          </a:p>
          <a:p>
            <a:r>
              <a:rPr lang="sk-SK"/>
              <a:t>Značky na definovanie horného a dolného indexu – značka </a:t>
            </a:r>
            <a:r>
              <a:rPr lang="sk-SK" sz="1400">
                <a:latin typeface="Consolas" panose="020B0609020204030204" pitchFamily="49" charset="0"/>
              </a:rPr>
              <a:t>&lt;sup&gt;</a:t>
            </a:r>
            <a:r>
              <a:rPr lang="sk-SK"/>
              <a:t> a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sub</a:t>
            </a:r>
            <a:r>
              <a:rPr lang="sk-SK" sz="1400">
                <a:latin typeface="Consolas" panose="020B0609020204030204" pitchFamily="49" charset="0"/>
              </a:rPr>
              <a:t>&gt;</a:t>
            </a:r>
          </a:p>
          <a:p>
            <a:r>
              <a:rPr lang="sk-SK"/>
              <a:t>Skratky – značka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abbr</a:t>
            </a:r>
            <a:r>
              <a:rPr lang="sk-SK" sz="1400">
                <a:latin typeface="Consolas" panose="020B0609020204030204" pitchFamily="49" charset="0"/>
              </a:rPr>
              <a:t>&gt;</a:t>
            </a:r>
          </a:p>
          <a:p>
            <a:r>
              <a:rPr lang="sk-SK"/>
              <a:t>Definovanie časov a dátumov – značky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date</a:t>
            </a:r>
            <a:r>
              <a:rPr lang="sk-SK" sz="1400">
                <a:latin typeface="Consolas" panose="020B0609020204030204" pitchFamily="49" charset="0"/>
              </a:rPr>
              <a:t>&gt;</a:t>
            </a:r>
            <a:r>
              <a:rPr lang="sk-SK"/>
              <a:t> a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time</a:t>
            </a:r>
            <a:r>
              <a:rPr lang="sk-SK" sz="1400">
                <a:latin typeface="Consolas" panose="020B0609020204030204" pitchFamily="49" charset="0"/>
              </a:rPr>
              <a:t>&gt;</a:t>
            </a:r>
          </a:p>
          <a:p>
            <a:r>
              <a:rPr lang="sk-SK"/>
              <a:t>A množstvo iných: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code</a:t>
            </a:r>
            <a:r>
              <a:rPr lang="sk-SK" sz="1400">
                <a:latin typeface="Consolas" panose="020B0609020204030204" pitchFamily="49" charset="0"/>
              </a:rPr>
              <a:t>&gt;</a:t>
            </a:r>
            <a:r>
              <a:rPr lang="sk-SK"/>
              <a:t>,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kbd</a:t>
            </a:r>
            <a:r>
              <a:rPr lang="sk-SK" sz="1400">
                <a:latin typeface="Consolas" panose="020B0609020204030204" pitchFamily="49" charset="0"/>
              </a:rPr>
              <a:t>&gt;</a:t>
            </a:r>
            <a:r>
              <a:rPr lang="sk-SK"/>
              <a:t>,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latin typeface="Consolas" panose="020B0609020204030204" pitchFamily="49" charset="0"/>
              </a:rPr>
              <a:t>samp</a:t>
            </a:r>
            <a:r>
              <a:rPr lang="sk-SK" sz="1400">
                <a:latin typeface="Consolas" panose="020B0609020204030204" pitchFamily="49" charset="0"/>
              </a:rPr>
              <a:t>&gt;</a:t>
            </a:r>
            <a:r>
              <a:rPr lang="sk-SK"/>
              <a:t>, </a:t>
            </a:r>
            <a:r>
              <a:rPr lang="sk-SK" sz="1400">
                <a:latin typeface="Consolas" panose="020B0609020204030204" pitchFamily="49" charset="0"/>
              </a:rPr>
              <a:t>&lt;var&gt;</a:t>
            </a:r>
            <a:r>
              <a:rPr lang="sk-SK"/>
              <a:t>, ...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EB7EF57-B164-6157-3A42-7DD2D39679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349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Hypertextové odkazy (1)</a:t>
            </a:r>
          </a:p>
        </p:txBody>
      </p:sp>
      <p:sp>
        <p:nvSpPr>
          <p:cNvPr id="397" name="Google Shape;397;p52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66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Párová značka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&lt;a&gt;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Odkaz môže byť aj na obrázku, alebo blokovej značke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Atribút </a:t>
            </a:r>
            <a:r>
              <a:rPr lang="sk-SK" sz="1400">
                <a:latin typeface="Consolas" panose="020B0609020204030204" pitchFamily="49" charset="0"/>
              </a:rPr>
              <a:t>title</a:t>
            </a:r>
            <a:r>
              <a:rPr lang="sk-SK"/>
              <a:t> obsahuje doplňujúce informácie o odkaze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Typy odkazov: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Správne použitie typu odkazu je veľmi dôležité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Relatívne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href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img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/logo.gif"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Logo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&lt;/a&gt;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Absolútne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href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"http://www.server1.sk/"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Server 1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&lt;/a&gt;</a:t>
            </a:r>
            <a:endParaRPr lang="sk-SK" sz="120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398" name="Google Shape;398;p5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36</a:t>
            </a:fld>
            <a:endParaRPr lang="sk-SK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49CB11-9007-DEA1-9457-2916E98C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Hypertextové odkazy (2)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2BB663D-58A8-59E2-7496-00FA36BD9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Odkazy do vnútra stránky (na fragmenty)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ID nemusí byť len pri značke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&lt;a&gt;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&lt;h1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id=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zaciatok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&gt;&lt;/h1&gt;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...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href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"#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zaciatok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Skok na začiatok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&lt;/a&gt;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Otváranie odkazov v inom okne/záložke prehliadača</a:t>
            </a:r>
          </a:p>
          <a:p>
            <a:pPr marL="457200" lvl="0" indent="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&lt;a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href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"kontakt.html"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target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"_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blank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Kontakty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&lt;/a&gt;</a:t>
            </a:r>
          </a:p>
          <a:p>
            <a:pPr marL="127000" indent="0">
              <a:buNone/>
            </a:pP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6BCEEF4-1248-5732-CE76-1255EAD7D5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464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Hypertextové odkazy – príklady  </a:t>
            </a:r>
          </a:p>
        </p:txBody>
      </p:sp>
      <p:sp>
        <p:nvSpPr>
          <p:cNvPr id="404" name="Google Shape;404;p53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66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URL stránky:  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http://www.mojastranka.sk/obsah/index.html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lang="sk-SK"/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/>
              <a:t> </a:t>
            </a:r>
            <a:endParaRPr lang="sk-SK" sz="1200">
              <a:solidFill>
                <a:srgbClr val="FF0000"/>
              </a:solidFill>
            </a:endParaRPr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Relatívna cesta 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"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/</a:t>
            </a:r>
            <a:r>
              <a:rPr lang="sk-SK" sz="1400" err="1">
                <a:latin typeface="Consolas" panose="020B0609020204030204" pitchFamily="49" charset="0"/>
                <a:sym typeface="Roboto Mono"/>
              </a:rPr>
              <a:t>obrazok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/obr.jpg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"</a:t>
            </a:r>
            <a:endParaRPr lang="sk-SK">
              <a:latin typeface="Consolas" panose="020B0609020204030204" pitchFamily="49" charset="0"/>
            </a:endParaRPr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Výsledok: 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http://www.mojastranka.sk/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obrazok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/obr.jpg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lang="sk-SK"/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 sz="1200"/>
          </a:p>
          <a:p>
            <a:pPr indent="0">
              <a:lnSpc>
                <a:spcPct val="12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sk-SK"/>
              <a:t>Relatívna cesta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"</a:t>
            </a:r>
            <a:r>
              <a:rPr lang="sk-SK" sz="1400" err="1">
                <a:latin typeface="Consolas" panose="020B0609020204030204" pitchFamily="49" charset="0"/>
                <a:sym typeface="Roboto Mono"/>
              </a:rPr>
              <a:t>obrazok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/obr.jpg"</a:t>
            </a:r>
            <a:endParaRPr lang="sk-SK" sz="1400">
              <a:latin typeface="Consolas" panose="020B0609020204030204" pitchFamily="49" charset="0"/>
            </a:endParaRPr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Výsledok: 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http://www.mojastranka.sk/obsah/obrazok/obr.jpg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lang="sk-SK"/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 sz="1200"/>
          </a:p>
          <a:p>
            <a:pPr indent="0">
              <a:lnSpc>
                <a:spcPct val="12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sk-SK"/>
              <a:t>Relatívna cesta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"../</a:t>
            </a:r>
            <a:r>
              <a:rPr lang="sk-SK" sz="1400" err="1">
                <a:latin typeface="Consolas" panose="020B0609020204030204" pitchFamily="49" charset="0"/>
                <a:sym typeface="Roboto Mono"/>
              </a:rPr>
              <a:t>obrazok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/obr.jpg"</a:t>
            </a:r>
            <a:endParaRPr lang="sk-SK" sz="1400">
              <a:latin typeface="Consolas" panose="020B0609020204030204" pitchFamily="49" charset="0"/>
            </a:endParaRPr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Výsledok: 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http://www.mojastranka.sk/obrazok/obr.jpg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lang="sk-SK"/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405" name="Google Shape;405;p5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38</a:t>
            </a:fld>
            <a:endParaRPr lang="sk-SK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665FFB-1CAE-1D0F-773F-FCD30319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2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04818F1-063E-3E97-A0DF-7914FBEFF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Ktorá z nasledujúcich značiek je bloková:</a:t>
            </a:r>
          </a:p>
          <a:p>
            <a:pPr lvl="1"/>
            <a:r>
              <a:rPr lang="sk-SK" dirty="0"/>
              <a:t>&lt;</a:t>
            </a:r>
            <a:r>
              <a:rPr lang="sk-SK" dirty="0" err="1"/>
              <a:t>span</a:t>
            </a:r>
            <a:r>
              <a:rPr lang="sk-SK" dirty="0"/>
              <a:t>&gt;</a:t>
            </a:r>
          </a:p>
          <a:p>
            <a:pPr lvl="1"/>
            <a:r>
              <a:rPr lang="sk-SK" dirty="0"/>
              <a:t>&lt;</a:t>
            </a:r>
            <a:r>
              <a:rPr lang="sk-SK" dirty="0" err="1"/>
              <a:t>code</a:t>
            </a:r>
            <a:r>
              <a:rPr lang="sk-SK" dirty="0"/>
              <a:t>&gt;</a:t>
            </a:r>
          </a:p>
          <a:p>
            <a:pPr lvl="1"/>
            <a:r>
              <a:rPr lang="sk-SK" dirty="0"/>
              <a:t>&lt;p&gt;</a:t>
            </a:r>
          </a:p>
          <a:p>
            <a:pPr lvl="1"/>
            <a:r>
              <a:rPr lang="sk-SK" dirty="0"/>
              <a:t>&lt;a&gt;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0359212-DA67-A02F-C00F-491719BC55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204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Zoznamy</a:t>
            </a:r>
          </a:p>
        </p:txBody>
      </p:sp>
      <p:sp>
        <p:nvSpPr>
          <p:cNvPr id="380" name="Google Shape;380;p50"/>
          <p:cNvSpPr txBox="1">
            <a:spLocks noGrp="1"/>
          </p:cNvSpPr>
          <p:nvPr>
            <p:ph type="body" idx="1"/>
          </p:nvPr>
        </p:nvSpPr>
        <p:spPr>
          <a:xfrm>
            <a:off x="435897" y="1635375"/>
            <a:ext cx="40209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Číslované zoznamy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Značky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ol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&gt;,&lt;li&gt;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Nečíslované zoznamy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Značky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ul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&gt;,&lt;li&gt;</a:t>
            </a:r>
            <a:endParaRPr lang="sk-SK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Spôsob číslovania, resp. typ odrážky sa definuje v CSS</a:t>
            </a:r>
            <a:endParaRPr lang="sk-SK"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Zoznamy môžu byť viacnásobné a vnorené do seba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Odporúča sa uzatvárať značky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&lt;li&gt;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sk-SK" sz="12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381" name="Google Shape;381;p5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40</a:t>
            </a:fld>
            <a:endParaRPr lang="sk-SK"/>
          </a:p>
        </p:txBody>
      </p:sp>
      <p:sp>
        <p:nvSpPr>
          <p:cNvPr id="382" name="Google Shape;382;p50"/>
          <p:cNvSpPr txBox="1"/>
          <p:nvPr/>
        </p:nvSpPr>
        <p:spPr>
          <a:xfrm>
            <a:off x="4694050" y="1666725"/>
            <a:ext cx="2375700" cy="26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&lt;ul&gt;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    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&lt;li&gt;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Slovensky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&lt;/li&gt;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&lt;li&gt;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Nemecky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&lt;/li&gt;</a:t>
            </a:r>
            <a:endParaRPr lang="sk-SK" sz="120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&lt;li&gt;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Anglicky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&lt;/li&gt;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&lt;/ul&gt;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200">
              <a:solidFill>
                <a:srgbClr val="0077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&lt;ol&gt;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    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&lt;li&gt;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Slovensky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&lt;/li&gt;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&lt;li&gt;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Nemecky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&lt;/li&gt;</a:t>
            </a:r>
            <a:endParaRPr lang="sk-SK" sz="120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&lt;li&gt;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Anglicky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&lt;/li&gt;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&lt;/ol&gt;</a:t>
            </a: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DECA4BFD-99B1-4681-90D1-1316552FE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78" y="1934505"/>
            <a:ext cx="1398424" cy="760546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242FEB13-AC27-4879-845A-6AF3B476A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78" y="3330424"/>
            <a:ext cx="1351228" cy="73487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Vnorené zoznamy</a:t>
            </a:r>
          </a:p>
        </p:txBody>
      </p:sp>
      <p:sp>
        <p:nvSpPr>
          <p:cNvPr id="389" name="Google Shape;389;p5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41</a:t>
            </a:fld>
            <a:endParaRPr lang="sk-SK"/>
          </a:p>
        </p:txBody>
      </p:sp>
      <p:sp>
        <p:nvSpPr>
          <p:cNvPr id="390" name="Google Shape;390;p51"/>
          <p:cNvSpPr txBox="1"/>
          <p:nvPr/>
        </p:nvSpPr>
        <p:spPr>
          <a:xfrm>
            <a:off x="370523" y="1382656"/>
            <a:ext cx="4614000" cy="316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100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  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100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25000"/>
              </a:lnSpc>
              <a:buClr>
                <a:schemeClr val="dk1"/>
              </a:buClr>
              <a:buSzPts val="1100"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100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00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sk-SK" sz="100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  &lt;/li&gt;</a:t>
            </a:r>
            <a:endParaRPr lang="sk-SK" sz="1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00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 sz="900">
              <a:solidFill>
                <a:srgbClr val="0077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1" name="Google Shape;39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638" y="1746390"/>
            <a:ext cx="2226573" cy="2110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Tabuľky (1)</a:t>
            </a:r>
          </a:p>
        </p:txBody>
      </p:sp>
      <p:sp>
        <p:nvSpPr>
          <p:cNvPr id="337" name="Google Shape;337;p4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Definuje sa v párovej značke </a:t>
            </a:r>
            <a:r>
              <a:rPr lang="sk-SK">
                <a:latin typeface="Consolas"/>
                <a:ea typeface="Consolas"/>
                <a:cs typeface="Consolas"/>
                <a:sym typeface="Consolas"/>
              </a:rPr>
              <a:t>&lt;table&gt;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Používa sa na formátovanie tabuľkových dát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Základné členenie na riadky a stĺpce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Je možné spájať a rozdeľovať bunky</a:t>
            </a:r>
          </a:p>
          <a:p>
            <a:pPr>
              <a:spcBef>
                <a:spcPts val="0"/>
              </a:spcBef>
            </a:pPr>
            <a:r>
              <a:rPr lang="sk-SK"/>
              <a:t>Tabuľky môžu obsahovať vnorené tabuľky</a:t>
            </a:r>
          </a:p>
          <a:p>
            <a:pPr>
              <a:spcBef>
                <a:spcPts val="0"/>
              </a:spcBef>
            </a:pPr>
            <a:r>
              <a:rPr lang="sk-SK"/>
              <a:t>Úplná špecifikácia je v RFC 1942</a:t>
            </a: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lang="sk-SK"/>
          </a:p>
        </p:txBody>
      </p:sp>
      <p:sp>
        <p:nvSpPr>
          <p:cNvPr id="338" name="Google Shape;338;p4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42</a:t>
            </a:fld>
            <a:endParaRPr lang="sk-SK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Tabuľky (2)</a:t>
            </a:r>
          </a:p>
        </p:txBody>
      </p:sp>
      <p:sp>
        <p:nvSpPr>
          <p:cNvPr id="344" name="Google Shape;344;p4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Značka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&lt;table&gt;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Nadpis tabuľky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caption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lang="sk-SK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Riadok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tr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lang="sk-SK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Zoskupovanie pomocou značiek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thead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 sz="1200"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tbody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 sz="1200"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tfoot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Bunky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td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 sz="1200"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th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Spájanie stĺpcov a riadkov v tabuľke (atribúty 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rowspan</a:t>
            </a:r>
            <a:r>
              <a:rPr lang="sk-SK">
                <a:sym typeface="Roboto Mono"/>
              </a:rPr>
              <a:t> </a:t>
            </a:r>
            <a:r>
              <a:rPr lang="sk-SK"/>
              <a:t>a</a:t>
            </a:r>
            <a:r>
              <a:rPr lang="sk-SK">
                <a:sym typeface="Roboto Mono"/>
              </a:rPr>
              <a:t>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colspan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Združovanie stĺpcov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colgroup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r>
              <a:rPr lang="sk-SK"/>
              <a:t> a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col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lang="sk-SK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Užitočné pre spoločné definovanie štýlov na viac stĺpcov tabuľky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Vzhľad tabuľky sa definuje v CSS</a:t>
            </a:r>
          </a:p>
        </p:txBody>
      </p:sp>
      <p:sp>
        <p:nvSpPr>
          <p:cNvPr id="345" name="Google Shape;345;p4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43</a:t>
            </a:fld>
            <a:endParaRPr lang="sk-SK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Jednoduchá tabuľka – príklad </a:t>
            </a:r>
          </a:p>
        </p:txBody>
      </p:sp>
      <p:sp>
        <p:nvSpPr>
          <p:cNvPr id="351" name="Google Shape;351;p4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&lt;table&gt;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&lt;tr&gt;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&lt;th&gt;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Rok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&lt;/th&gt;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&lt;th&gt;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Počet študentov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&lt;/th&gt;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&lt;/tr&gt;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&lt;tr&gt;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&lt;td&gt;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2015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&lt;/td&gt;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&lt;td&gt;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201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&lt;/td&gt;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&lt;/tr&gt;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&lt;tr&gt;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&lt;td&gt;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2016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&lt;/td&gt;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&lt;td&gt;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143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&lt;/td&gt;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&lt;/tr&gt;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&lt;/table&gt;</a:t>
            </a:r>
          </a:p>
          <a:p>
            <a:pPr marL="228600" lvl="0" indent="-15240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352" name="Google Shape;352;p4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44</a:t>
            </a:fld>
            <a:endParaRPr lang="sk-SK"/>
          </a:p>
        </p:txBody>
      </p:sp>
      <p:pic>
        <p:nvPicPr>
          <p:cNvPr id="353" name="Google Shape;35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5189" y="1635372"/>
            <a:ext cx="272415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7"/>
          <p:cNvSpPr/>
          <p:nvPr/>
        </p:nvSpPr>
        <p:spPr>
          <a:xfrm>
            <a:off x="3426564" y="1658472"/>
            <a:ext cx="2301300" cy="1110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55" name="Google Shape;355;p47"/>
          <p:cNvSpPr/>
          <p:nvPr/>
        </p:nvSpPr>
        <p:spPr>
          <a:xfrm>
            <a:off x="3470364" y="1760772"/>
            <a:ext cx="540600" cy="27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56" name="Google Shape;356;p47"/>
          <p:cNvSpPr/>
          <p:nvPr/>
        </p:nvSpPr>
        <p:spPr>
          <a:xfrm>
            <a:off x="3470364" y="2089547"/>
            <a:ext cx="540600" cy="27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57" name="Google Shape;357;p47"/>
          <p:cNvSpPr/>
          <p:nvPr/>
        </p:nvSpPr>
        <p:spPr>
          <a:xfrm>
            <a:off x="3470364" y="2434797"/>
            <a:ext cx="540600" cy="27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58" name="Google Shape;358;p47"/>
          <p:cNvSpPr/>
          <p:nvPr/>
        </p:nvSpPr>
        <p:spPr>
          <a:xfrm>
            <a:off x="4047514" y="1760772"/>
            <a:ext cx="1600200" cy="27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59" name="Google Shape;359;p47"/>
          <p:cNvSpPr/>
          <p:nvPr/>
        </p:nvSpPr>
        <p:spPr>
          <a:xfrm>
            <a:off x="4047514" y="2089547"/>
            <a:ext cx="1600200" cy="27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  <p:sp>
        <p:nvSpPr>
          <p:cNvPr id="360" name="Google Shape;360;p47"/>
          <p:cNvSpPr/>
          <p:nvPr/>
        </p:nvSpPr>
        <p:spPr>
          <a:xfrm>
            <a:off x="4047514" y="2434797"/>
            <a:ext cx="1600200" cy="27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Zložitejšia tabuľka – príklad </a:t>
            </a:r>
          </a:p>
        </p:txBody>
      </p:sp>
      <p:sp>
        <p:nvSpPr>
          <p:cNvPr id="366" name="Google Shape;366;p4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45</a:t>
            </a:fld>
            <a:endParaRPr lang="sk-SK"/>
          </a:p>
        </p:txBody>
      </p:sp>
      <p:pic>
        <p:nvPicPr>
          <p:cNvPr id="367" name="Google Shape;36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862" y="1664974"/>
            <a:ext cx="4888275" cy="26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Tabuľka s vnorenými tabuľkami – príklad </a:t>
            </a:r>
          </a:p>
        </p:txBody>
      </p:sp>
      <p:sp>
        <p:nvSpPr>
          <p:cNvPr id="373" name="Google Shape;373;p4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46</a:t>
            </a:fld>
            <a:endParaRPr lang="sk-SK"/>
          </a:p>
        </p:txBody>
      </p:sp>
      <p:pic>
        <p:nvPicPr>
          <p:cNvPr id="374" name="Google Shape;3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700" y="1760692"/>
            <a:ext cx="56102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Obrázky</a:t>
            </a:r>
          </a:p>
        </p:txBody>
      </p:sp>
      <p:sp>
        <p:nvSpPr>
          <p:cNvPr id="418" name="Google Shape;418;p55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Podporované formáty: GIF, JPG, PNG, SVG, </a:t>
            </a:r>
            <a:r>
              <a:rPr lang="sk-SK" err="1"/>
              <a:t>WebP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Animované GIF obrázky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Obrázky s priehľadným pozadím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Nepárová značka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img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Dôležité atribúty: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src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/>
              <a:t>– URL adresa obrázku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sym typeface="Roboto Mono"/>
              </a:rPr>
              <a:t>alt</a:t>
            </a:r>
            <a:r>
              <a:rPr lang="sk-SK"/>
              <a:t> – textový popis obrázku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Definovanie šírky a výšky obrázku (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style</a:t>
            </a:r>
            <a:r>
              <a:rPr lang="sk-SK"/>
              <a:t> alebo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width</a:t>
            </a:r>
            <a:r>
              <a:rPr lang="sk-SK"/>
              <a:t> a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height</a:t>
            </a:r>
            <a:r>
              <a:rPr lang="sk-SK"/>
              <a:t> alebo vynechať?)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img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src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img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/logo.png"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alt=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"Logo firmy"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45720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419" name="Google Shape;419;p5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47</a:t>
            </a:fld>
            <a:endParaRPr lang="sk-SK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Ďalšie sémantické značky HTML5</a:t>
            </a:r>
          </a:p>
        </p:txBody>
      </p:sp>
      <p:sp>
        <p:nvSpPr>
          <p:cNvPr id="473" name="Google Shape;473;p6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Elementy definujúce význam jednotlivých informácií na stránke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Sémantický element = element s významom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Napr.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header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  <a:r>
              <a:rPr lang="sk-SK" sz="1200">
                <a:latin typeface="Cabin" panose="020B0604020202020204" charset="-18"/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footer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  <a:r>
              <a:rPr lang="sk-SK" sz="1200">
                <a:latin typeface="Cabin" panose="020B0604020202020204" charset="-18"/>
                <a:ea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article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  <a:r>
              <a:rPr lang="sk-SK" sz="1200">
                <a:latin typeface="Cabin" panose="020B0604020202020204" charset="-18"/>
                <a:ea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section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  <a:r>
              <a:rPr lang="sk-SK" sz="1200">
                <a:latin typeface="Cabin" panose="020B0604020202020204" charset="-18"/>
                <a:ea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nav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Rozdiel medzi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header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  <a:r>
              <a:rPr lang="sk-SK" sz="1200">
                <a:latin typeface="Consolas" panose="020B0609020204030204" pitchFamily="49" charset="0"/>
                <a:ea typeface="Roboto Mono"/>
              </a:rPr>
              <a:t> </a:t>
            </a:r>
            <a:r>
              <a:rPr lang="sk-SK"/>
              <a:t>a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&lt;div id="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header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"&gt;</a:t>
            </a:r>
            <a:endParaRPr lang="sk-SK" sz="12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Obrázky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figure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  <a:r>
              <a:rPr lang="sk-SK" sz="1200">
                <a:latin typeface="Cabin" panose="020B0604020202020204" charset="-18"/>
                <a:ea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figcaption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Môžu byť do seba rôzne zanorené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Článok môže mať sekcie alebo sekcia niekoľko článkov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Nemajú žiadne prednastavené formátovanie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Potrebné pridať CSS štýl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Zoznam všetkých elementov  </a:t>
            </a:r>
            <a:r>
              <a:rPr lang="sk-SK" u="sng">
                <a:solidFill>
                  <a:schemeClr val="hlink"/>
                </a:solidFill>
                <a:hlinkClick r:id="rId3"/>
              </a:rPr>
              <a:t>www.w3schools.com/html/html5_new_elements.asp</a:t>
            </a:r>
            <a:r>
              <a:rPr lang="sk-SK"/>
              <a:t> </a:t>
            </a:r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474" name="Google Shape;474;p6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48</a:t>
            </a:fld>
            <a:endParaRPr lang="sk-SK"/>
          </a:p>
        </p:txBody>
      </p:sp>
      <p:pic>
        <p:nvPicPr>
          <p:cNvPr id="475" name="Google Shape;475;p62" descr="HTML5 Semantic Element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5250" y="1809750"/>
            <a:ext cx="1657350" cy="2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Vkladanie multimédií do HTML</a:t>
            </a:r>
          </a:p>
        </p:txBody>
      </p:sp>
      <p:sp>
        <p:nvSpPr>
          <p:cNvPr id="488" name="Google Shape;488;p6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Vkladanie multimediálnych súborov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Audio a video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>
                <a:solidFill>
                  <a:schemeClr val="tx1"/>
                </a:solidFill>
              </a:rPr>
              <a:t>Z</a:t>
            </a:r>
            <a:r>
              <a:rPr lang="sk-SK"/>
              <a:t>načky </a:t>
            </a:r>
            <a:r>
              <a:rPr lang="sk-SK" sz="1400">
                <a:latin typeface="Consolas" panose="020B0609020204030204" pitchFamily="49" charset="0"/>
              </a:rPr>
              <a:t>&lt;audio&gt;</a:t>
            </a:r>
            <a:r>
              <a:rPr lang="sk-SK">
                <a:latin typeface="Cabin" panose="020B0604020202020204" charset="-18"/>
              </a:rPr>
              <a:t> a </a:t>
            </a:r>
            <a:r>
              <a:rPr lang="sk-SK" sz="1400">
                <a:latin typeface="Consolas" panose="020B0609020204030204" pitchFamily="49" charset="0"/>
              </a:rPr>
              <a:t>&lt;video&gt;</a:t>
            </a:r>
          </a:p>
          <a:p>
            <a:r>
              <a:rPr lang="sk-SK"/>
              <a:t>Vloženie videa s ovládacími prvkami</a:t>
            </a:r>
          </a:p>
          <a:p>
            <a:pPr marL="0" indent="0">
              <a:spcBef>
                <a:spcPts val="500"/>
              </a:spcBef>
              <a:buFont typeface="Noto Sans Symbols"/>
              <a:buNone/>
            </a:pPr>
            <a:r>
              <a:rPr lang="sk-SK" sz="16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&lt;video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width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"320"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height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"240"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controls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source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src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"movie.mp4"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type=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"video/mp4"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b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&lt;</a:t>
            </a:r>
            <a:r>
              <a:rPr lang="sk-SK" sz="120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source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src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"movie.ogg"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type=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"video/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ogg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Váš prehliadač nepodporuje značku video!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</a:t>
            </a:r>
            <a:r>
              <a:rPr lang="sk-SK" sz="120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&lt;/video&gt;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sk-SK">
              <a:latin typeface="Consolas" panose="020B0609020204030204" pitchFamily="49" charset="0"/>
            </a:endParaRPr>
          </a:p>
        </p:txBody>
      </p:sp>
      <p:sp>
        <p:nvSpPr>
          <p:cNvPr id="489" name="Google Shape;489;p6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49</a:t>
            </a:fld>
            <a:endParaRPr lang="sk-SK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Rôzne iné HTML značky</a:t>
            </a:r>
          </a:p>
        </p:txBody>
      </p:sp>
      <p:sp>
        <p:nvSpPr>
          <p:cNvPr id="411" name="Google Shape;411;p5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Zalomenie riadku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&lt;br&gt;</a:t>
            </a:r>
            <a:endParaRPr lang="sk-SK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ct val="80000"/>
              <a:buFont typeface="Cabin"/>
              <a:buChar char="○"/>
            </a:pPr>
            <a:r>
              <a:rPr lang="sk-SK"/>
              <a:t>Kedy používať zalamovanie riadkov?</a:t>
            </a:r>
          </a:p>
          <a:p>
            <a:pPr lvl="1" indent="-317500">
              <a:spcBef>
                <a:spcPts val="0"/>
              </a:spcBef>
              <a:buSzPct val="80000"/>
              <a:buFont typeface="Cabin"/>
              <a:buChar char="○"/>
            </a:pPr>
            <a:r>
              <a:rPr lang="sk-SK"/>
              <a:t>Príklad: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riadok 1&lt;br&gt;riadok 2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Oddeľovač textu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&lt;hr&gt;</a:t>
            </a:r>
            <a:endParaRPr lang="sk-SK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HTML komentár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ct val="80000"/>
              <a:buChar char="○"/>
            </a:pPr>
            <a:r>
              <a:rPr lang="sk-SK"/>
              <a:t>Syntax: </a:t>
            </a:r>
            <a:r>
              <a:rPr lang="sk-SK" sz="1200">
                <a:solidFill>
                  <a:schemeClr val="tx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&lt;!-- toto je komentár --&gt;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>
                <a:solidFill>
                  <a:srgbClr val="FE8637"/>
                </a:solidFill>
              </a:rPr>
              <a:t>Pozor!</a:t>
            </a:r>
            <a:r>
              <a:rPr lang="sk-SK"/>
              <a:t> Je  viditeľný v zdrojovom texte HTML</a:t>
            </a:r>
          </a:p>
        </p:txBody>
      </p:sp>
      <p:sp>
        <p:nvSpPr>
          <p:cNvPr id="412" name="Google Shape;412;p5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50</a:t>
            </a:fld>
            <a:endParaRPr lang="sk-SK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HTML entity, symboly</a:t>
            </a:r>
            <a:r>
              <a:rPr lang="en-US"/>
              <a:t> a emoji</a:t>
            </a:r>
            <a:endParaRPr lang="sk-SK"/>
          </a:p>
        </p:txBody>
      </p:sp>
      <p:sp>
        <p:nvSpPr>
          <p:cNvPr id="425" name="Google Shape;425;p56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357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Základné</a:t>
            </a:r>
            <a:r>
              <a:rPr lang="en-US"/>
              <a:t> </a:t>
            </a:r>
            <a:r>
              <a:rPr lang="en-US">
                <a:hlinkClick r:id="rId3"/>
              </a:rPr>
              <a:t>https://www.w3schools.com/html/html_symbols.asp</a:t>
            </a:r>
            <a:r>
              <a:rPr lang="en-US"/>
              <a:t> 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lt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 </a:t>
            </a:r>
            <a:r>
              <a:rPr lang="sk-SK"/>
              <a:t>&lt;   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sym typeface="Roboto Mono"/>
              </a:rPr>
              <a:t>&amp;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gt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; </a:t>
            </a:r>
            <a:r>
              <a:rPr lang="sk-SK"/>
              <a:t>&gt;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amp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r>
              <a:rPr lang="sk-SK"/>
              <a:t>  &amp;   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nbsp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r>
              <a:rPr lang="sk-SK"/>
              <a:t> nedeliteľná medzera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Špeciálne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Napr. 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copy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r>
              <a:rPr lang="sk-SK"/>
              <a:t> ©,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reg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r>
              <a:rPr lang="sk-SK">
                <a:latin typeface="Consolas" panose="020B0609020204030204" pitchFamily="49" charset="0"/>
              </a:rPr>
              <a:t> </a:t>
            </a:r>
            <a:r>
              <a:rPr lang="sk-SK" sz="1600"/>
              <a:t>®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Iné znaky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Znaky gréckej abecedy, napr.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&amp;Omega;</a:t>
            </a:r>
            <a:r>
              <a:rPr lang="sk-SK"/>
              <a:t> Ω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Matematické symboly, napr.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sum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r>
              <a:rPr lang="sk-SK"/>
              <a:t> ∑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Ostatné, napr.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&amp;euro;</a:t>
            </a:r>
            <a:r>
              <a:rPr lang="sk-SK"/>
              <a:t> €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426" name="Google Shape;426;p5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51</a:t>
            </a:fld>
            <a:endParaRPr lang="sk-SK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8B74E2-E806-AC86-B8EC-FFA172401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Validácia webových stránok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71A17E6-E25D-8E09-7592-5718CA28F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Validácia overuje, či HTML/CSS kód spĺňa štandardy W3C</a:t>
            </a:r>
          </a:p>
          <a:p>
            <a:pPr lvl="1"/>
            <a:r>
              <a:rPr lang="sk-SK" dirty="0"/>
              <a:t>Pomáha odhaliť syntaktické chyby (nezatvorené značky, nesprávne vnáranie)</a:t>
            </a:r>
          </a:p>
          <a:p>
            <a:pPr lvl="1"/>
            <a:r>
              <a:rPr lang="sk-SK" dirty="0"/>
              <a:t>Uľahčuje údržbu a čitateľnosť kódu.</a:t>
            </a:r>
          </a:p>
          <a:p>
            <a:r>
              <a:rPr lang="sk-SK" dirty="0"/>
              <a:t>Zlepšuje prístupnosť (čítačky obrazovky lepšie interpretujú korektný kód).</a:t>
            </a:r>
          </a:p>
          <a:p>
            <a:r>
              <a:rPr lang="sk-SK" dirty="0"/>
              <a:t>Podporuje SEO – </a:t>
            </a:r>
            <a:r>
              <a:rPr lang="sk-SK" dirty="0" err="1"/>
              <a:t>validný</a:t>
            </a:r>
            <a:r>
              <a:rPr lang="sk-SK" dirty="0"/>
              <a:t> kód je pre vyhľadávače zrozumiteľnejší.</a:t>
            </a:r>
          </a:p>
          <a:p>
            <a:r>
              <a:rPr lang="sk-SK" dirty="0"/>
              <a:t>Nástroje: </a:t>
            </a:r>
            <a:r>
              <a:rPr lang="sk-SK" dirty="0">
                <a:hlinkClick r:id="rId2"/>
              </a:rPr>
              <a:t>validator.w3.org </a:t>
            </a:r>
            <a:r>
              <a:rPr lang="sk-SK" dirty="0"/>
              <a:t>, </a:t>
            </a:r>
            <a:r>
              <a:rPr lang="sk-SK" dirty="0">
                <a:hlinkClick r:id="rId3"/>
              </a:rPr>
              <a:t>W3C CSS </a:t>
            </a:r>
            <a:r>
              <a:rPr lang="sk-SK" dirty="0" err="1">
                <a:hlinkClick r:id="rId3"/>
              </a:rPr>
              <a:t>Validator</a:t>
            </a:r>
            <a:r>
              <a:rPr lang="sk-SK" dirty="0"/>
              <a:t>, doplnky do IDE a prehliadačov.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4C7CAEA-9219-EC31-CEA9-6770892DF6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4524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577228-3D28-1E2C-1CB5-DFF727E9C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3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B0D700E-4EE9-AE16-4BC6-F9BA49A4A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Pomocou akého atribútu vkladáme cestu k obrázku v elemente &lt;</a:t>
            </a:r>
            <a:r>
              <a:rPr lang="sk-SK" dirty="0" err="1"/>
              <a:t>img</a:t>
            </a:r>
            <a:r>
              <a:rPr lang="sk-SK" dirty="0"/>
              <a:t>&gt;</a:t>
            </a:r>
          </a:p>
          <a:p>
            <a:pPr lvl="1"/>
            <a:r>
              <a:rPr lang="sk-SK" dirty="0" err="1"/>
              <a:t>href</a:t>
            </a:r>
            <a:endParaRPr lang="sk-SK" dirty="0"/>
          </a:p>
          <a:p>
            <a:pPr lvl="1"/>
            <a:r>
              <a:rPr lang="sk-SK" dirty="0" err="1"/>
              <a:t>src</a:t>
            </a:r>
            <a:endParaRPr lang="sk-SK" dirty="0"/>
          </a:p>
          <a:p>
            <a:pPr lvl="1"/>
            <a:r>
              <a:rPr lang="sk-SK" dirty="0" err="1"/>
              <a:t>link</a:t>
            </a:r>
            <a:endParaRPr lang="sk-SK" dirty="0"/>
          </a:p>
          <a:p>
            <a:pPr lvl="1"/>
            <a:r>
              <a:rPr lang="sk-SK" dirty="0" err="1"/>
              <a:t>ref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6F42EBD-216C-400B-E256-9BAD670E7B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3907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Prístupné webové stránky</a:t>
            </a:r>
          </a:p>
        </p:txBody>
      </p:sp>
      <p:sp>
        <p:nvSpPr>
          <p:cNvPr id="526" name="Google Shape;526;p6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Stránky umožňujúce, aby ich mohli používať aj ľudia s postihnutím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Súhrn doporučení, ako má taký web vyzerať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Úloha webového dizajnéra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W3C štandard </a:t>
            </a:r>
            <a:r>
              <a:rPr lang="sk-SK" dirty="0">
                <a:hlinkClick r:id="rId3"/>
              </a:rPr>
              <a:t>Web </a:t>
            </a:r>
            <a:r>
              <a:rPr lang="sk-SK" dirty="0" err="1">
                <a:hlinkClick r:id="rId3"/>
              </a:rPr>
              <a:t>Content</a:t>
            </a:r>
            <a:r>
              <a:rPr lang="sk-SK" dirty="0">
                <a:hlinkClick r:id="rId3"/>
              </a:rPr>
              <a:t> </a:t>
            </a:r>
            <a:r>
              <a:rPr lang="sk-SK" dirty="0" err="1">
                <a:hlinkClick r:id="rId3"/>
              </a:rPr>
              <a:t>Accessibility</a:t>
            </a:r>
            <a:r>
              <a:rPr lang="sk-SK" dirty="0">
                <a:hlinkClick r:id="rId3"/>
              </a:rPr>
              <a:t> </a:t>
            </a:r>
            <a:r>
              <a:rPr lang="sk-SK" dirty="0" err="1">
                <a:hlinkClick r:id="rId3"/>
              </a:rPr>
              <a:t>Guidelines</a:t>
            </a:r>
            <a:r>
              <a:rPr lang="en-US" dirty="0"/>
              <a:t> (WCAG</a:t>
            </a:r>
            <a:r>
              <a:rPr lang="sk-SK" dirty="0"/>
              <a:t> 2.1</a:t>
            </a:r>
            <a:r>
              <a:rPr lang="en-US" dirty="0"/>
              <a:t>)</a:t>
            </a:r>
            <a:r>
              <a:rPr lang="sk-SK" dirty="0"/>
              <a:t>  </a:t>
            </a:r>
          </a:p>
          <a:p>
            <a:pPr lvl="0">
              <a:spcBef>
                <a:spcPts val="0"/>
              </a:spcBef>
            </a:pPr>
            <a:r>
              <a:rPr lang="sk-SK" dirty="0"/>
              <a:t>EÚ právne vyžaduje, aby webové aplikácie boli prístupné</a:t>
            </a:r>
          </a:p>
          <a:p>
            <a:pPr lvl="1">
              <a:spcBef>
                <a:spcPts val="0"/>
              </a:spcBef>
            </a:pPr>
            <a:r>
              <a:rPr lang="sk-SK" dirty="0"/>
              <a:t>Smernica (EÚ) 2016/2102 (povinné pre verejné inštitúcie)</a:t>
            </a:r>
          </a:p>
          <a:p>
            <a:pPr lvl="1">
              <a:spcBef>
                <a:spcPts val="0"/>
              </a:spcBef>
            </a:pPr>
            <a:r>
              <a:rPr lang="sk-SK" dirty="0"/>
              <a:t>Európsky akt o prístupnosti (</a:t>
            </a:r>
            <a:r>
              <a:rPr lang="sk-SK" dirty="0" err="1"/>
              <a:t>European</a:t>
            </a:r>
            <a:r>
              <a:rPr lang="sk-SK" dirty="0"/>
              <a:t> </a:t>
            </a:r>
            <a:r>
              <a:rPr lang="sk-SK" dirty="0" err="1"/>
              <a:t>Accessibility</a:t>
            </a:r>
            <a:r>
              <a:rPr lang="sk-SK" dirty="0"/>
              <a:t> </a:t>
            </a:r>
            <a:r>
              <a:rPr lang="sk-SK" dirty="0" err="1"/>
              <a:t>Act</a:t>
            </a:r>
            <a:r>
              <a:rPr lang="sk-SK" dirty="0"/>
              <a:t> – EAA, smernica 2019/882) – aj pre súkromný sektor (napr. e-</a:t>
            </a:r>
            <a:r>
              <a:rPr lang="sk-SK" dirty="0" err="1"/>
              <a:t>shopy</a:t>
            </a:r>
            <a:r>
              <a:rPr lang="sk-SK" dirty="0"/>
              <a:t>, internet banking, sociálne siete, a pod., od 28.6.2025 </a:t>
            </a:r>
          </a:p>
        </p:txBody>
      </p:sp>
      <p:sp>
        <p:nvSpPr>
          <p:cNvPr id="527" name="Google Shape;527;p6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54</a:t>
            </a:fld>
            <a:endParaRPr lang="sk-SK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F293A4-1949-8E58-2BA4-6DF9011D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Zásady tvorby prístupných webových stránok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55DF761-EB5C-4B25-E35A-2B939423A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Používanie </a:t>
            </a:r>
            <a:r>
              <a:rPr lang="sk-SK" sz="1400" dirty="0">
                <a:latin typeface="Consolas" panose="020B0609020204030204" pitchFamily="49" charset="0"/>
                <a:ea typeface="Roboto Mono"/>
              </a:rPr>
              <a:t>alt</a:t>
            </a:r>
            <a:r>
              <a:rPr lang="sk-SK" dirty="0"/>
              <a:t> atribútov pre všetky obrázky</a:t>
            </a:r>
          </a:p>
          <a:p>
            <a:r>
              <a:rPr lang="sk-SK" dirty="0"/>
              <a:t>Dostatočný kontrast textu a pozadia</a:t>
            </a:r>
          </a:p>
          <a:p>
            <a:r>
              <a:rPr lang="sk-SK" dirty="0"/>
              <a:t>Možnosť ovládania aj klávesnicou (nie iba myšou)</a:t>
            </a:r>
          </a:p>
          <a:p>
            <a:r>
              <a:rPr lang="sk-SK" dirty="0"/>
              <a:t>Používanie ARIA atribútov pre čítačky obrazovky</a:t>
            </a:r>
          </a:p>
          <a:p>
            <a:r>
              <a:rPr lang="sk-SK" dirty="0"/>
              <a:t>Jasná a logická štruktúra obsahu (nadpisy, zoznamy)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338CC15-934A-B8F8-0F7B-FFBA23E2D9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4114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B73698-3921-18E3-43F0-E2F5BEA1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Accessible Rich Internet Applications</a:t>
            </a:r>
            <a:r>
              <a:rPr lang="sk-SK" dirty="0"/>
              <a:t> (ARIA) atribúty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D5F7F6F-3CD6-C2CE-0B36-73319E90C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Špeciálne značky a vlastnosti v HTML, </a:t>
            </a:r>
          </a:p>
          <a:p>
            <a:r>
              <a:rPr lang="sk-SK" dirty="0"/>
              <a:t>Umožňujú správne pochopenie obsahu a interakcií čítačkami obrazovky</a:t>
            </a:r>
          </a:p>
          <a:p>
            <a:r>
              <a:rPr lang="sk-SK" dirty="0"/>
              <a:t>Príklady:</a:t>
            </a:r>
          </a:p>
          <a:p>
            <a:pPr lvl="1"/>
            <a:r>
              <a:rPr lang="sk-SK" sz="1200" dirty="0">
                <a:latin typeface="Consolas" panose="020B0609020204030204" pitchFamily="49" charset="0"/>
                <a:ea typeface="Roboto Mono"/>
              </a:rPr>
              <a:t>role</a:t>
            </a:r>
            <a:r>
              <a:rPr lang="sk-SK" dirty="0"/>
              <a:t> – určuje význam elementu (napr. </a:t>
            </a:r>
            <a:r>
              <a:rPr lang="en-US" sz="1200" noProof="0" dirty="0">
                <a:latin typeface="Consolas" panose="020B0609020204030204" pitchFamily="49" charset="0"/>
                <a:ea typeface="Roboto Mono"/>
              </a:rPr>
              <a:t>role="button"</a:t>
            </a:r>
            <a:r>
              <a:rPr lang="sk-SK" dirty="0"/>
              <a:t>, </a:t>
            </a:r>
            <a:r>
              <a:rPr lang="en-US" sz="1200" noProof="0" dirty="0">
                <a:latin typeface="Consolas" panose="020B0609020204030204" pitchFamily="49" charset="0"/>
                <a:ea typeface="Roboto Mono"/>
              </a:rPr>
              <a:t>role="navigation"</a:t>
            </a:r>
            <a:r>
              <a:rPr lang="sk-SK" dirty="0"/>
              <a:t>).</a:t>
            </a:r>
          </a:p>
          <a:p>
            <a:pPr lvl="1"/>
            <a:r>
              <a:rPr lang="en-US" sz="1200" noProof="0" dirty="0">
                <a:latin typeface="Consolas" panose="020B0609020204030204" pitchFamily="49" charset="0"/>
                <a:ea typeface="Roboto Mono"/>
              </a:rPr>
              <a:t>aria-label</a:t>
            </a:r>
            <a:r>
              <a:rPr lang="sk-SK" dirty="0"/>
              <a:t> – poskytuje textový popis prvku, aj keď vizuálne nie je prítomný.</a:t>
            </a:r>
          </a:p>
          <a:p>
            <a:pPr lvl="1"/>
            <a:r>
              <a:rPr lang="en-US" sz="1200" noProof="0" dirty="0">
                <a:latin typeface="Consolas" panose="020B0609020204030204" pitchFamily="49" charset="0"/>
                <a:ea typeface="Roboto Mono"/>
              </a:rPr>
              <a:t>aria-hidden="true" </a:t>
            </a:r>
            <a:r>
              <a:rPr lang="sk-SK" dirty="0"/>
              <a:t>– označí element, ktorý má čítačka obrazovky ignorovať.</a:t>
            </a:r>
          </a:p>
          <a:p>
            <a:pPr lvl="1"/>
            <a:r>
              <a:rPr lang="en-US" sz="1200" noProof="0" dirty="0">
                <a:latin typeface="Consolas" panose="020B0609020204030204" pitchFamily="49" charset="0"/>
                <a:ea typeface="Roboto Mono"/>
              </a:rPr>
              <a:t>aria-expanded="</a:t>
            </a:r>
            <a:r>
              <a:rPr lang="en-US" sz="1200" noProof="0" dirty="0" err="1">
                <a:latin typeface="Consolas" panose="020B0609020204030204" pitchFamily="49" charset="0"/>
                <a:ea typeface="Roboto Mono"/>
              </a:rPr>
              <a:t>true|false</a:t>
            </a:r>
            <a:r>
              <a:rPr lang="en-US" sz="1200" noProof="0" dirty="0">
                <a:latin typeface="Consolas" panose="020B0609020204030204" pitchFamily="49" charset="0"/>
                <a:ea typeface="Roboto Mono"/>
              </a:rPr>
              <a:t>"</a:t>
            </a:r>
            <a:r>
              <a:rPr lang="sk-SK" sz="1200" dirty="0">
                <a:latin typeface="Consolas" panose="020B0609020204030204" pitchFamily="49" charset="0"/>
                <a:ea typeface="Roboto Mono"/>
              </a:rPr>
              <a:t> </a:t>
            </a:r>
            <a:r>
              <a:rPr lang="sk-SK" dirty="0"/>
              <a:t>– informuje, či je napr. menu rozbalené.</a:t>
            </a:r>
          </a:p>
          <a:p>
            <a:pPr lvl="1"/>
            <a:r>
              <a:rPr lang="en-US" sz="1200" noProof="0" dirty="0">
                <a:latin typeface="Consolas" panose="020B0609020204030204" pitchFamily="49" charset="0"/>
                <a:ea typeface="Roboto Mono"/>
              </a:rPr>
              <a:t>aria-live</a:t>
            </a:r>
            <a:r>
              <a:rPr lang="sk-SK" dirty="0"/>
              <a:t> – oznamuje dynamicky meniaci sa obsah (napr. chybová hláška).</a:t>
            </a:r>
            <a:endParaRPr lang="sk-SK" noProof="0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1CB2FEF-37F2-6411-F83D-71C9C02032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1032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B2D83F1BFE774693A9D47ED296DF0D" ma:contentTypeVersion="9" ma:contentTypeDescription="Umožňuje vytvoriť nový dokument." ma:contentTypeScope="" ma:versionID="60122e2a515457b5823611993d906c8b">
  <xsd:schema xmlns:xsd="http://www.w3.org/2001/XMLSchema" xmlns:xs="http://www.w3.org/2001/XMLSchema" xmlns:p="http://schemas.microsoft.com/office/2006/metadata/properties" xmlns:ns2="7d1569f7-a9ba-4934-9f41-02a47fb0fb0d" targetNamespace="http://schemas.microsoft.com/office/2006/metadata/properties" ma:root="true" ma:fieldsID="d3efe9633a98463fed113fc2a31a3b47" ns2:_="">
    <xsd:import namespace="7d1569f7-a9ba-4934-9f41-02a47fb0f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569f7-a9ba-4934-9f41-02a47fb0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7d1569f7-a9ba-4934-9f41-02a47fb0fb0d" xsi:nil="true"/>
  </documentManagement>
</p:properties>
</file>

<file path=customXml/itemProps1.xml><?xml version="1.0" encoding="utf-8"?>
<ds:datastoreItem xmlns:ds="http://schemas.openxmlformats.org/officeDocument/2006/customXml" ds:itemID="{F3E35AEA-9E01-4FC8-B3F5-031A96BADD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94BFF1-BE5C-4F90-8C19-E53E23D0E651}"/>
</file>

<file path=customXml/itemProps3.xml><?xml version="1.0" encoding="utf-8"?>
<ds:datastoreItem xmlns:ds="http://schemas.openxmlformats.org/officeDocument/2006/customXml" ds:itemID="{C0B8204E-98EA-4C45-9788-8CEC50C8027B}">
  <ds:schemaRefs>
    <ds:schemaRef ds:uri="17997581-6305-4412-b1ec-da9a29fddff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d2fa11e-5d6d-4f8f-8f02-a7597448bd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3541</Words>
  <Application>Microsoft Office PowerPoint</Application>
  <PresentationFormat>Prezentácia na obrazovke (16:9)</PresentationFormat>
  <Paragraphs>531</Paragraphs>
  <Slides>56</Slides>
  <Notes>41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56</vt:i4>
      </vt:variant>
    </vt:vector>
  </HeadingPairs>
  <TitlesOfParts>
    <vt:vector size="63" baseType="lpstr">
      <vt:lpstr>Arial</vt:lpstr>
      <vt:lpstr>Cabin</vt:lpstr>
      <vt:lpstr>Consolas</vt:lpstr>
      <vt:lpstr>Noto Sans Symbols</vt:lpstr>
      <vt:lpstr>Roboto Mono</vt:lpstr>
      <vt:lpstr>Wingdings</vt:lpstr>
      <vt:lpstr>Dividenda</vt:lpstr>
      <vt:lpstr>Úvod do web aplikácií a jazyk HTML5 </vt:lpstr>
      <vt:lpstr>Všeobecné informácie o predmete</vt:lpstr>
      <vt:lpstr>Organizácia predmetu</vt:lpstr>
      <vt:lpstr>Potrebný SW (vlastné počítače)</vt:lpstr>
      <vt:lpstr>Úvod do webových aplikácií</vt:lpstr>
      <vt:lpstr>World wide web </vt:lpstr>
      <vt:lpstr>  Charakteristika webových aplikácií</vt:lpstr>
      <vt:lpstr>Webová vs. desktopová aplikácia</vt:lpstr>
      <vt:lpstr>Výhody webových aplikácií</vt:lpstr>
      <vt:lpstr>Nevýhody webových aplikácií</vt:lpstr>
      <vt:lpstr>Architektúra webových aplikácií</vt:lpstr>
      <vt:lpstr>Komunikácia medzi vrstvami webovej aplikácie</vt:lpstr>
      <vt:lpstr>Klientska strana webovej aplikácie</vt:lpstr>
      <vt:lpstr>Vývojárske role pri vývoji webových aplikácií</vt:lpstr>
      <vt:lpstr>Otázka 1 – motivačná (každá odpoveď je správna )</vt:lpstr>
      <vt:lpstr>Moderné trendy vo vývoji webových aplikácií</vt:lpstr>
      <vt:lpstr>Jazyk HTML5</vt:lpstr>
      <vt:lpstr>Jazyk HTML5</vt:lpstr>
      <vt:lpstr>Základná syntax jazyka HTML5</vt:lpstr>
      <vt:lpstr>Značky jazyka HTML5</vt:lpstr>
      <vt:lpstr>Použitie malých a veľkých písmen</vt:lpstr>
      <vt:lpstr>Vnáranie značiek</vt:lpstr>
      <vt:lpstr>Atribúty HTML5 značiek</vt:lpstr>
      <vt:lpstr>Základná štruktúra HTML5 dokumentu </vt:lpstr>
      <vt:lpstr>Deklarácia typu dokumentu</vt:lpstr>
      <vt:lpstr>Značka html</vt:lpstr>
      <vt:lpstr>Značka head (1)</vt:lpstr>
      <vt:lpstr>Značka head (2)</vt:lpstr>
      <vt:lpstr>Značka body</vt:lpstr>
      <vt:lpstr>Rozdelenie značiek podľa zobrazenia elementov (1)</vt:lpstr>
      <vt:lpstr>Rozdelenie značiek podľa zobrazenia elementov (2)</vt:lpstr>
      <vt:lpstr>Značky span a div</vt:lpstr>
      <vt:lpstr>Definovanie štruktúry dokumentu</vt:lpstr>
      <vt:lpstr>Blokové značky na tvorbu štruktúry obsahu </vt:lpstr>
      <vt:lpstr>Riadkové značky na tvorbu štruktúry obsahu </vt:lpstr>
      <vt:lpstr>Hypertextové odkazy (1)</vt:lpstr>
      <vt:lpstr>Hypertextové odkazy (2)</vt:lpstr>
      <vt:lpstr>Hypertextové odkazy – príklady  </vt:lpstr>
      <vt:lpstr>Otázka 2</vt:lpstr>
      <vt:lpstr>Zoznamy</vt:lpstr>
      <vt:lpstr>Vnorené zoznamy</vt:lpstr>
      <vt:lpstr>Tabuľky (1)</vt:lpstr>
      <vt:lpstr>Tabuľky (2)</vt:lpstr>
      <vt:lpstr>Jednoduchá tabuľka – príklad </vt:lpstr>
      <vt:lpstr>Zložitejšia tabuľka – príklad </vt:lpstr>
      <vt:lpstr>Tabuľka s vnorenými tabuľkami – príklad </vt:lpstr>
      <vt:lpstr>Obrázky</vt:lpstr>
      <vt:lpstr>Ďalšie sémantické značky HTML5</vt:lpstr>
      <vt:lpstr>Vkladanie multimédií do HTML</vt:lpstr>
      <vt:lpstr>Rôzne iné HTML značky</vt:lpstr>
      <vt:lpstr>HTML entity, symboly a emoji</vt:lpstr>
      <vt:lpstr>Validácia webových stránok</vt:lpstr>
      <vt:lpstr>Otázka 3</vt:lpstr>
      <vt:lpstr>Prístupné webové stránky</vt:lpstr>
      <vt:lpstr>Zásady tvorby prístupných webových stránok</vt:lpstr>
      <vt:lpstr>Accessible Rich Internet Applications (ARIA) atribúty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web aplikácií, HTML5 a CSS</dc:title>
  <dc:creator>Patrik Hrkút</dc:creator>
  <cp:lastModifiedBy>Patrik Hrkút</cp:lastModifiedBy>
  <cp:revision>3</cp:revision>
  <dcterms:modified xsi:type="dcterms:W3CDTF">2025-09-24T07:51:33Z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0x0101003AB2D83F1BFE774693A9D47ED296DF0D</vt:lpwstr>
  </property>
  <property fmtid="{D5CDD505-2E9C-101B-9397-08002B2CF9AE}" pid="3" name="Order">
    <vt:r8>2900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