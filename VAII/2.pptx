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 autoCompressPictures="0">
  <p:sldMasterIdLst>
    <p:sldMasterId id="2147483659" r:id="rId4"/>
  </p:sldMasterIdLst>
  <p:notesMasterIdLst>
    <p:notesMasterId r:id="rId62"/>
  </p:notesMasterIdLst>
  <p:sldIdLst>
    <p:sldId id="256" r:id="rId5"/>
    <p:sldId id="301" r:id="rId6"/>
    <p:sldId id="302" r:id="rId7"/>
    <p:sldId id="303" r:id="rId8"/>
    <p:sldId id="304" r:id="rId9"/>
    <p:sldId id="305" r:id="rId10"/>
    <p:sldId id="308" r:id="rId11"/>
    <p:sldId id="306" r:id="rId12"/>
    <p:sldId id="309" r:id="rId13"/>
    <p:sldId id="310" r:id="rId14"/>
    <p:sldId id="281" r:id="rId15"/>
    <p:sldId id="282" r:id="rId16"/>
    <p:sldId id="287" r:id="rId17"/>
    <p:sldId id="345" r:id="rId18"/>
    <p:sldId id="286" r:id="rId19"/>
    <p:sldId id="298" r:id="rId20"/>
    <p:sldId id="313" r:id="rId21"/>
    <p:sldId id="348" r:id="rId22"/>
    <p:sldId id="311" r:id="rId23"/>
    <p:sldId id="312" r:id="rId24"/>
    <p:sldId id="330" r:id="rId25"/>
    <p:sldId id="331" r:id="rId26"/>
    <p:sldId id="333" r:id="rId27"/>
    <p:sldId id="334" r:id="rId28"/>
    <p:sldId id="335" r:id="rId29"/>
    <p:sldId id="346" r:id="rId30"/>
    <p:sldId id="347" r:id="rId31"/>
    <p:sldId id="349" r:id="rId32"/>
    <p:sldId id="336" r:id="rId33"/>
    <p:sldId id="337" r:id="rId34"/>
    <p:sldId id="338" r:id="rId35"/>
    <p:sldId id="339" r:id="rId36"/>
    <p:sldId id="340" r:id="rId37"/>
    <p:sldId id="341" r:id="rId38"/>
    <p:sldId id="343" r:id="rId39"/>
    <p:sldId id="344" r:id="rId40"/>
    <p:sldId id="268" r:id="rId41"/>
    <p:sldId id="269" r:id="rId42"/>
    <p:sldId id="270" r:id="rId43"/>
    <p:sldId id="271" r:id="rId44"/>
    <p:sldId id="274" r:id="rId45"/>
    <p:sldId id="275" r:id="rId46"/>
    <p:sldId id="278" r:id="rId47"/>
    <p:sldId id="280" r:id="rId48"/>
    <p:sldId id="316" r:id="rId49"/>
    <p:sldId id="317" r:id="rId50"/>
    <p:sldId id="318" r:id="rId51"/>
    <p:sldId id="319" r:id="rId52"/>
    <p:sldId id="321" r:id="rId53"/>
    <p:sldId id="322" r:id="rId54"/>
    <p:sldId id="323" r:id="rId55"/>
    <p:sldId id="324" r:id="rId56"/>
    <p:sldId id="326" r:id="rId57"/>
    <p:sldId id="289" r:id="rId58"/>
    <p:sldId id="290" r:id="rId59"/>
    <p:sldId id="291" r:id="rId60"/>
    <p:sldId id="350" r:id="rId61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A65DA"/>
    <a:srgbClr val="1A326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4B32983-5C6A-4CC5-A15B-8A48B232D9F0}" v="17" dt="2025-09-30T14:34:45.668"/>
  </p1510:revLst>
</p1510:revInfo>
</file>

<file path=ppt/tableStyles.xml><?xml version="1.0" encoding="utf-8"?>
<a:tblStyleLst xmlns:a="http://schemas.openxmlformats.org/drawingml/2006/main" def="{9730F44A-74F1-4C90-8B3E-47BE1D4025D6}">
  <a:tblStyle styleId="{9730F44A-74F1-4C90-8B3E-47BE1D4025D6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87462" autoAdjust="0"/>
  </p:normalViewPr>
  <p:slideViewPr>
    <p:cSldViewPr snapToGrid="0">
      <p:cViewPr varScale="1">
        <p:scale>
          <a:sx n="128" d="100"/>
          <a:sy n="128" d="100"/>
        </p:scale>
        <p:origin x="1134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2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slide" Target="slides/slide38.xml"/><Relationship Id="rId47" Type="http://schemas.openxmlformats.org/officeDocument/2006/relationships/slide" Target="slides/slide43.xml"/><Relationship Id="rId50" Type="http://schemas.openxmlformats.org/officeDocument/2006/relationships/slide" Target="slides/slide46.xml"/><Relationship Id="rId55" Type="http://schemas.openxmlformats.org/officeDocument/2006/relationships/slide" Target="slides/slide51.xml"/><Relationship Id="rId63" Type="http://schemas.openxmlformats.org/officeDocument/2006/relationships/presProps" Target="presProps.xml"/><Relationship Id="rId68" Type="http://schemas.microsoft.com/office/2015/10/relationships/revisionInfo" Target="revisionInfo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53" Type="http://schemas.openxmlformats.org/officeDocument/2006/relationships/slide" Target="slides/slide49.xml"/><Relationship Id="rId58" Type="http://schemas.openxmlformats.org/officeDocument/2006/relationships/slide" Target="slides/slide54.xml"/><Relationship Id="rId66" Type="http://schemas.openxmlformats.org/officeDocument/2006/relationships/tableStyles" Target="tableStyles.xml"/><Relationship Id="rId5" Type="http://schemas.openxmlformats.org/officeDocument/2006/relationships/slide" Target="slides/slide1.xml"/><Relationship Id="rId61" Type="http://schemas.openxmlformats.org/officeDocument/2006/relationships/slide" Target="slides/slide57.xml"/><Relationship Id="rId19" Type="http://schemas.openxmlformats.org/officeDocument/2006/relationships/slide" Target="slides/slide1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slide" Target="slides/slide44.xml"/><Relationship Id="rId56" Type="http://schemas.openxmlformats.org/officeDocument/2006/relationships/slide" Target="slides/slide52.xml"/><Relationship Id="rId64" Type="http://schemas.openxmlformats.org/officeDocument/2006/relationships/viewProps" Target="viewProps.xml"/><Relationship Id="rId8" Type="http://schemas.openxmlformats.org/officeDocument/2006/relationships/slide" Target="slides/slide4.xml"/><Relationship Id="rId51" Type="http://schemas.openxmlformats.org/officeDocument/2006/relationships/slide" Target="slides/slide47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slide" Target="slides/slide42.xml"/><Relationship Id="rId59" Type="http://schemas.openxmlformats.org/officeDocument/2006/relationships/slide" Target="slides/slide55.xml"/><Relationship Id="rId67" Type="http://schemas.microsoft.com/office/2016/11/relationships/changesInfo" Target="changesInfos/changesInfo1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54" Type="http://schemas.openxmlformats.org/officeDocument/2006/relationships/slide" Target="slides/slide50.xml"/><Relationship Id="rId62" Type="http://schemas.openxmlformats.org/officeDocument/2006/relationships/notesMaster" Target="notesMasters/notes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slide" Target="slides/slide45.xml"/><Relationship Id="rId57" Type="http://schemas.openxmlformats.org/officeDocument/2006/relationships/slide" Target="slides/slide53.xml"/><Relationship Id="rId10" Type="http://schemas.openxmlformats.org/officeDocument/2006/relationships/slide" Target="slides/slide6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openxmlformats.org/officeDocument/2006/relationships/slide" Target="slides/slide48.xml"/><Relationship Id="rId60" Type="http://schemas.openxmlformats.org/officeDocument/2006/relationships/slide" Target="slides/slide56.xml"/><Relationship Id="rId65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9" Type="http://schemas.openxmlformats.org/officeDocument/2006/relationships/slide" Target="slides/slide35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atrik Hrkút" userId="69b41f3f-cce6-4833-b1b6-94a378442888" providerId="ADAL" clId="{AB4DA432-D0E3-4D8C-900E-9B245D70B112}"/>
    <pc:docChg chg="modSld">
      <pc:chgData name="Patrik Hrkút" userId="69b41f3f-cce6-4833-b1b6-94a378442888" providerId="ADAL" clId="{AB4DA432-D0E3-4D8C-900E-9B245D70B112}" dt="2024-10-01T11:45:58.829" v="91" actId="108"/>
      <pc:docMkLst>
        <pc:docMk/>
      </pc:docMkLst>
      <pc:sldChg chg="modSp mod">
        <pc:chgData name="Patrik Hrkút" userId="69b41f3f-cce6-4833-b1b6-94a378442888" providerId="ADAL" clId="{AB4DA432-D0E3-4D8C-900E-9B245D70B112}" dt="2024-10-01T11:00:53.733" v="2" actId="20577"/>
        <pc:sldMkLst>
          <pc:docMk/>
          <pc:sldMk cId="0" sldId="256"/>
        </pc:sldMkLst>
      </pc:sldChg>
      <pc:sldChg chg="modSp mod">
        <pc:chgData name="Patrik Hrkút" userId="69b41f3f-cce6-4833-b1b6-94a378442888" providerId="ADAL" clId="{AB4DA432-D0E3-4D8C-900E-9B245D70B112}" dt="2024-10-01T11:32:34.323" v="88" actId="20577"/>
        <pc:sldMkLst>
          <pc:docMk/>
          <pc:sldMk cId="0" sldId="274"/>
        </pc:sldMkLst>
      </pc:sldChg>
      <pc:sldChg chg="modSp mod">
        <pc:chgData name="Patrik Hrkút" userId="69b41f3f-cce6-4833-b1b6-94a378442888" providerId="ADAL" clId="{AB4DA432-D0E3-4D8C-900E-9B245D70B112}" dt="2024-10-01T11:06:52.652" v="34" actId="790"/>
        <pc:sldMkLst>
          <pc:docMk/>
          <pc:sldMk cId="0" sldId="281"/>
        </pc:sldMkLst>
      </pc:sldChg>
      <pc:sldChg chg="modSp mod">
        <pc:chgData name="Patrik Hrkút" userId="69b41f3f-cce6-4833-b1b6-94a378442888" providerId="ADAL" clId="{AB4DA432-D0E3-4D8C-900E-9B245D70B112}" dt="2024-10-01T11:45:58.829" v="91" actId="108"/>
        <pc:sldMkLst>
          <pc:docMk/>
          <pc:sldMk cId="0" sldId="289"/>
        </pc:sldMkLst>
      </pc:sldChg>
      <pc:sldChg chg="modSp mod">
        <pc:chgData name="Patrik Hrkút" userId="69b41f3f-cce6-4833-b1b6-94a378442888" providerId="ADAL" clId="{AB4DA432-D0E3-4D8C-900E-9B245D70B112}" dt="2024-10-01T11:01:25.494" v="4" actId="790"/>
        <pc:sldMkLst>
          <pc:docMk/>
          <pc:sldMk cId="0" sldId="302"/>
        </pc:sldMkLst>
      </pc:sldChg>
      <pc:sldChg chg="modSp mod">
        <pc:chgData name="Patrik Hrkút" userId="69b41f3f-cce6-4833-b1b6-94a378442888" providerId="ADAL" clId="{AB4DA432-D0E3-4D8C-900E-9B245D70B112}" dt="2024-10-01T11:02:01.522" v="5" actId="790"/>
        <pc:sldMkLst>
          <pc:docMk/>
          <pc:sldMk cId="0" sldId="303"/>
        </pc:sldMkLst>
      </pc:sldChg>
      <pc:sldChg chg="modSp mod">
        <pc:chgData name="Patrik Hrkút" userId="69b41f3f-cce6-4833-b1b6-94a378442888" providerId="ADAL" clId="{AB4DA432-D0E3-4D8C-900E-9B245D70B112}" dt="2024-10-01T11:02:58.962" v="7" actId="20577"/>
        <pc:sldMkLst>
          <pc:docMk/>
          <pc:sldMk cId="0" sldId="304"/>
        </pc:sldMkLst>
      </pc:sldChg>
      <pc:sldChg chg="modSp mod">
        <pc:chgData name="Patrik Hrkút" userId="69b41f3f-cce6-4833-b1b6-94a378442888" providerId="ADAL" clId="{AB4DA432-D0E3-4D8C-900E-9B245D70B112}" dt="2024-10-01T11:03:51.152" v="11" actId="1076"/>
        <pc:sldMkLst>
          <pc:docMk/>
          <pc:sldMk cId="0" sldId="305"/>
        </pc:sldMkLst>
      </pc:sldChg>
      <pc:sldChg chg="modSp mod">
        <pc:chgData name="Patrik Hrkút" userId="69b41f3f-cce6-4833-b1b6-94a378442888" providerId="ADAL" clId="{AB4DA432-D0E3-4D8C-900E-9B245D70B112}" dt="2024-10-01T11:05:38.325" v="31" actId="20577"/>
        <pc:sldMkLst>
          <pc:docMk/>
          <pc:sldMk cId="0" sldId="306"/>
        </pc:sldMkLst>
      </pc:sldChg>
      <pc:sldChg chg="modSp mod">
        <pc:chgData name="Patrik Hrkút" userId="69b41f3f-cce6-4833-b1b6-94a378442888" providerId="ADAL" clId="{AB4DA432-D0E3-4D8C-900E-9B245D70B112}" dt="2024-10-01T11:06:18.217" v="32" actId="790"/>
        <pc:sldMkLst>
          <pc:docMk/>
          <pc:sldMk cId="0" sldId="309"/>
        </pc:sldMkLst>
      </pc:sldChg>
      <pc:sldChg chg="modSp mod">
        <pc:chgData name="Patrik Hrkút" userId="69b41f3f-cce6-4833-b1b6-94a378442888" providerId="ADAL" clId="{AB4DA432-D0E3-4D8C-900E-9B245D70B112}" dt="2024-10-01T11:06:39.371" v="33" actId="790"/>
        <pc:sldMkLst>
          <pc:docMk/>
          <pc:sldMk cId="0" sldId="310"/>
        </pc:sldMkLst>
      </pc:sldChg>
      <pc:sldChg chg="modSp mod">
        <pc:chgData name="Patrik Hrkút" userId="69b41f3f-cce6-4833-b1b6-94a378442888" providerId="ADAL" clId="{AB4DA432-D0E3-4D8C-900E-9B245D70B112}" dt="2024-10-01T11:41:51.859" v="89" actId="790"/>
        <pc:sldMkLst>
          <pc:docMk/>
          <pc:sldMk cId="1028837814" sldId="318"/>
        </pc:sldMkLst>
      </pc:sldChg>
      <pc:sldChg chg="modSp mod">
        <pc:chgData name="Patrik Hrkút" userId="69b41f3f-cce6-4833-b1b6-94a378442888" providerId="ADAL" clId="{AB4DA432-D0E3-4D8C-900E-9B245D70B112}" dt="2024-10-01T11:42:34.940" v="90" actId="790"/>
        <pc:sldMkLst>
          <pc:docMk/>
          <pc:sldMk cId="3728676678" sldId="321"/>
        </pc:sldMkLst>
      </pc:sldChg>
      <pc:sldChg chg="modSp mod">
        <pc:chgData name="Patrik Hrkút" userId="69b41f3f-cce6-4833-b1b6-94a378442888" providerId="ADAL" clId="{AB4DA432-D0E3-4D8C-900E-9B245D70B112}" dt="2024-10-01T11:25:01.400" v="38" actId="20577"/>
        <pc:sldMkLst>
          <pc:docMk/>
          <pc:sldMk cId="0" sldId="330"/>
        </pc:sldMkLst>
      </pc:sldChg>
      <pc:sldChg chg="modSp mod">
        <pc:chgData name="Patrik Hrkút" userId="69b41f3f-cce6-4833-b1b6-94a378442888" providerId="ADAL" clId="{AB4DA432-D0E3-4D8C-900E-9B245D70B112}" dt="2024-10-01T11:25:58.372" v="62" actId="20577"/>
        <pc:sldMkLst>
          <pc:docMk/>
          <pc:sldMk cId="0" sldId="333"/>
        </pc:sldMkLst>
      </pc:sldChg>
      <pc:sldChg chg="modSp mod">
        <pc:chgData name="Patrik Hrkút" userId="69b41f3f-cce6-4833-b1b6-94a378442888" providerId="ADAL" clId="{AB4DA432-D0E3-4D8C-900E-9B245D70B112}" dt="2024-10-01T11:28:42.212" v="80" actId="790"/>
        <pc:sldMkLst>
          <pc:docMk/>
          <pc:sldMk cId="0" sldId="336"/>
        </pc:sldMkLst>
      </pc:sldChg>
      <pc:sldChg chg="modSp mod">
        <pc:chgData name="Patrik Hrkút" userId="69b41f3f-cce6-4833-b1b6-94a378442888" providerId="ADAL" clId="{AB4DA432-D0E3-4D8C-900E-9B245D70B112}" dt="2024-10-01T11:30:13.257" v="82" actId="20577"/>
        <pc:sldMkLst>
          <pc:docMk/>
          <pc:sldMk cId="3118528264" sldId="341"/>
        </pc:sldMkLst>
      </pc:sldChg>
      <pc:sldChg chg="modSp mod">
        <pc:chgData name="Patrik Hrkút" userId="69b41f3f-cce6-4833-b1b6-94a378442888" providerId="ADAL" clId="{AB4DA432-D0E3-4D8C-900E-9B245D70B112}" dt="2024-10-01T11:08:38.297" v="36" actId="790"/>
        <pc:sldMkLst>
          <pc:docMk/>
          <pc:sldMk cId="2220530451" sldId="345"/>
        </pc:sldMkLst>
      </pc:sldChg>
      <pc:sldChg chg="modSp mod">
        <pc:chgData name="Patrik Hrkút" userId="69b41f3f-cce6-4833-b1b6-94a378442888" providerId="ADAL" clId="{AB4DA432-D0E3-4D8C-900E-9B245D70B112}" dt="2024-10-01T11:27:46.364" v="77" actId="20577"/>
        <pc:sldMkLst>
          <pc:docMk/>
          <pc:sldMk cId="0" sldId="346"/>
        </pc:sldMkLst>
      </pc:sldChg>
      <pc:sldChg chg="modSp mod">
        <pc:chgData name="Patrik Hrkút" userId="69b41f3f-cce6-4833-b1b6-94a378442888" providerId="ADAL" clId="{AB4DA432-D0E3-4D8C-900E-9B245D70B112}" dt="2024-10-01T11:28:22.260" v="79" actId="1076"/>
        <pc:sldMkLst>
          <pc:docMk/>
          <pc:sldMk cId="0" sldId="347"/>
        </pc:sldMkLst>
      </pc:sldChg>
    </pc:docChg>
  </pc:docChgLst>
  <pc:docChgLst>
    <pc:chgData name="Patrik Hrkút" userId="69b41f3f-cce6-4833-b1b6-94a378442888" providerId="ADAL" clId="{6C76E60A-13F9-4016-9744-2D7EADBF6EDD}"/>
    <pc:docChg chg="custSel modSld">
      <pc:chgData name="Patrik Hrkút" userId="69b41f3f-cce6-4833-b1b6-94a378442888" providerId="ADAL" clId="{6C76E60A-13F9-4016-9744-2D7EADBF6EDD}" dt="2021-10-06T08:39:30.706" v="24" actId="20577"/>
      <pc:docMkLst>
        <pc:docMk/>
      </pc:docMkLst>
      <pc:sldChg chg="modSp mod">
        <pc:chgData name="Patrik Hrkút" userId="69b41f3f-cce6-4833-b1b6-94a378442888" providerId="ADAL" clId="{6C76E60A-13F9-4016-9744-2D7EADBF6EDD}" dt="2021-10-06T08:39:30.706" v="24" actId="20577"/>
        <pc:sldMkLst>
          <pc:docMk/>
          <pc:sldMk cId="3894246854" sldId="281"/>
        </pc:sldMkLst>
      </pc:sldChg>
    </pc:docChg>
  </pc:docChgLst>
  <pc:docChgLst>
    <pc:chgData name="Patrik Hrkút" userId="69b41f3f-cce6-4833-b1b6-94a378442888" providerId="ADAL" clId="{A8D6B776-F5DF-48A9-B1C9-2F9196C4C65A}"/>
    <pc:docChg chg="modSld">
      <pc:chgData name="Patrik Hrkút" userId="69b41f3f-cce6-4833-b1b6-94a378442888" providerId="ADAL" clId="{A8D6B776-F5DF-48A9-B1C9-2F9196C4C65A}" dt="2022-10-14T08:56:11.439" v="0"/>
      <pc:docMkLst>
        <pc:docMk/>
      </pc:docMkLst>
      <pc:sldChg chg="modSp mod">
        <pc:chgData name="Patrik Hrkút" userId="69b41f3f-cce6-4833-b1b6-94a378442888" providerId="ADAL" clId="{A8D6B776-F5DF-48A9-B1C9-2F9196C4C65A}" dt="2022-10-14T08:56:11.439" v="0"/>
        <pc:sldMkLst>
          <pc:docMk/>
          <pc:sldMk cId="0" sldId="256"/>
        </pc:sldMkLst>
      </pc:sldChg>
    </pc:docChg>
  </pc:docChgLst>
  <pc:docChgLst>
    <pc:chgData name="Matej Meško" userId="062c2383-de57-4e48-ad9d-f32974fd8a05" providerId="ADAL" clId="{D42C9B31-08A7-44ED-AE8F-17ADDC9E0227}"/>
    <pc:docChg chg="modSld">
      <pc:chgData name="Matej Meško" userId="062c2383-de57-4e48-ad9d-f32974fd8a05" providerId="ADAL" clId="{D42C9B31-08A7-44ED-AE8F-17ADDC9E0227}" dt="2021-10-05T09:24:19.217" v="1" actId="1076"/>
      <pc:docMkLst>
        <pc:docMk/>
      </pc:docMkLst>
      <pc:sldChg chg="modSp">
        <pc:chgData name="Matej Meško" userId="062c2383-de57-4e48-ad9d-f32974fd8a05" providerId="ADAL" clId="{D42C9B31-08A7-44ED-AE8F-17ADDC9E0227}" dt="2021-10-05T09:24:19.217" v="1" actId="1076"/>
        <pc:sldMkLst>
          <pc:docMk/>
          <pc:sldMk cId="1009277890" sldId="319"/>
        </pc:sldMkLst>
      </pc:sldChg>
    </pc:docChg>
  </pc:docChgLst>
  <pc:docChgLst>
    <pc:chgData name="Patrik Hrkút" userId="69b41f3f-cce6-4833-b1b6-94a378442888" providerId="ADAL" clId="{7B553130-4DED-4AB0-8854-635676CFE7A3}"/>
    <pc:docChg chg="modSld">
      <pc:chgData name="Patrik Hrkút" userId="69b41f3f-cce6-4833-b1b6-94a378442888" providerId="ADAL" clId="{7B553130-4DED-4AB0-8854-635676CFE7A3}" dt="2025-09-29T14:45:11.433" v="35" actId="255"/>
      <pc:docMkLst>
        <pc:docMk/>
      </pc:docMkLst>
      <pc:sldChg chg="modSp mod">
        <pc:chgData name="Patrik Hrkút" userId="69b41f3f-cce6-4833-b1b6-94a378442888" providerId="ADAL" clId="{7B553130-4DED-4AB0-8854-635676CFE7A3}" dt="2025-09-29T14:45:11.433" v="35" actId="255"/>
        <pc:sldMkLst>
          <pc:docMk/>
          <pc:sldMk cId="0" sldId="291"/>
        </pc:sldMkLst>
        <pc:spChg chg="mod">
          <ac:chgData name="Patrik Hrkút" userId="69b41f3f-cce6-4833-b1b6-94a378442888" providerId="ADAL" clId="{7B553130-4DED-4AB0-8854-635676CFE7A3}" dt="2025-09-29T14:45:11.433" v="35" actId="255"/>
          <ac:spMkLst>
            <pc:docMk/>
            <pc:sldMk cId="0" sldId="291"/>
            <ac:spMk id="365" creationId="{00000000-0000-0000-0000-000000000000}"/>
          </ac:spMkLst>
        </pc:spChg>
      </pc:sldChg>
      <pc:sldChg chg="modSp mod">
        <pc:chgData name="Patrik Hrkút" userId="69b41f3f-cce6-4833-b1b6-94a378442888" providerId="ADAL" clId="{7B553130-4DED-4AB0-8854-635676CFE7A3}" dt="2025-09-29T14:41:29.219" v="1" actId="790"/>
        <pc:sldMkLst>
          <pc:docMk/>
          <pc:sldMk cId="0" sldId="335"/>
        </pc:sldMkLst>
        <pc:spChg chg="mod">
          <ac:chgData name="Patrik Hrkút" userId="69b41f3f-cce6-4833-b1b6-94a378442888" providerId="ADAL" clId="{7B553130-4DED-4AB0-8854-635676CFE7A3}" dt="2025-09-29T14:41:29.219" v="1" actId="790"/>
          <ac:spMkLst>
            <pc:docMk/>
            <pc:sldMk cId="0" sldId="335"/>
            <ac:spMk id="584" creationId="{00000000-0000-0000-0000-000000000000}"/>
          </ac:spMkLst>
        </pc:spChg>
      </pc:sldChg>
      <pc:sldChg chg="modSp mod">
        <pc:chgData name="Patrik Hrkút" userId="69b41f3f-cce6-4833-b1b6-94a378442888" providerId="ADAL" clId="{7B553130-4DED-4AB0-8854-635676CFE7A3}" dt="2025-09-29T14:42:58.367" v="33" actId="20577"/>
        <pc:sldMkLst>
          <pc:docMk/>
          <pc:sldMk cId="3118528264" sldId="341"/>
        </pc:sldMkLst>
        <pc:spChg chg="mod">
          <ac:chgData name="Patrik Hrkút" userId="69b41f3f-cce6-4833-b1b6-94a378442888" providerId="ADAL" clId="{7B553130-4DED-4AB0-8854-635676CFE7A3}" dt="2025-09-29T14:42:33.504" v="10" actId="6549"/>
          <ac:spMkLst>
            <pc:docMk/>
            <pc:sldMk cId="3118528264" sldId="341"/>
            <ac:spMk id="2" creationId="{C324DBB9-7E69-4CF0-8B63-FB01EF497606}"/>
          </ac:spMkLst>
        </pc:spChg>
        <pc:spChg chg="mod">
          <ac:chgData name="Patrik Hrkút" userId="69b41f3f-cce6-4833-b1b6-94a378442888" providerId="ADAL" clId="{7B553130-4DED-4AB0-8854-635676CFE7A3}" dt="2025-09-29T14:42:58.367" v="33" actId="20577"/>
          <ac:spMkLst>
            <pc:docMk/>
            <pc:sldMk cId="3118528264" sldId="341"/>
            <ac:spMk id="3" creationId="{3C8AB65C-2754-4AAA-B5F6-59CB348361F8}"/>
          </ac:spMkLst>
        </pc:spChg>
      </pc:sldChg>
    </pc:docChg>
  </pc:docChgLst>
  <pc:docChgLst>
    <pc:chgData name="Patrik Hrkút" userId="69b41f3f-cce6-4833-b1b6-94a378442888" providerId="ADAL" clId="{65BEB175-5923-41DF-9D86-6822C4C48779}"/>
    <pc:docChg chg="undo custSel addSld delSld modSld sldOrd">
      <pc:chgData name="Patrik Hrkút" userId="69b41f3f-cce6-4833-b1b6-94a378442888" providerId="ADAL" clId="{65BEB175-5923-41DF-9D86-6822C4C48779}" dt="2021-10-04T16:08:46.069" v="4423" actId="20577"/>
      <pc:docMkLst>
        <pc:docMk/>
      </pc:docMkLst>
      <pc:sldChg chg="modSp mod">
        <pc:chgData name="Patrik Hrkút" userId="69b41f3f-cce6-4833-b1b6-94a378442888" providerId="ADAL" clId="{65BEB175-5923-41DF-9D86-6822C4C48779}" dt="2021-10-04T10:08:54.678" v="0" actId="114"/>
        <pc:sldMkLst>
          <pc:docMk/>
          <pc:sldMk cId="0" sldId="265"/>
        </pc:sldMkLst>
      </pc:sldChg>
      <pc:sldChg chg="modSp mod">
        <pc:chgData name="Patrik Hrkút" userId="69b41f3f-cce6-4833-b1b6-94a378442888" providerId="ADAL" clId="{65BEB175-5923-41DF-9D86-6822C4C48779}" dt="2021-10-04T10:09:24.158" v="13" actId="6549"/>
        <pc:sldMkLst>
          <pc:docMk/>
          <pc:sldMk cId="0" sldId="271"/>
        </pc:sldMkLst>
      </pc:sldChg>
      <pc:sldChg chg="modSp mod">
        <pc:chgData name="Patrik Hrkút" userId="69b41f3f-cce6-4833-b1b6-94a378442888" providerId="ADAL" clId="{65BEB175-5923-41DF-9D86-6822C4C48779}" dt="2021-10-04T10:09:40.039" v="16" actId="20577"/>
        <pc:sldMkLst>
          <pc:docMk/>
          <pc:sldMk cId="0" sldId="275"/>
        </pc:sldMkLst>
      </pc:sldChg>
      <pc:sldChg chg="modSp mod">
        <pc:chgData name="Patrik Hrkút" userId="69b41f3f-cce6-4833-b1b6-94a378442888" providerId="ADAL" clId="{65BEB175-5923-41DF-9D86-6822C4C48779}" dt="2021-10-04T10:10:07.231" v="18" actId="5793"/>
        <pc:sldMkLst>
          <pc:docMk/>
          <pc:sldMk cId="0" sldId="279"/>
        </pc:sldMkLst>
      </pc:sldChg>
      <pc:sldChg chg="modSp mod">
        <pc:chgData name="Patrik Hrkút" userId="69b41f3f-cce6-4833-b1b6-94a378442888" providerId="ADAL" clId="{65BEB175-5923-41DF-9D86-6822C4C48779}" dt="2021-10-04T12:56:35.819" v="1011" actId="6549"/>
        <pc:sldMkLst>
          <pc:docMk/>
          <pc:sldMk cId="3120933641" sldId="287"/>
        </pc:sldMkLst>
      </pc:sldChg>
      <pc:sldChg chg="del">
        <pc:chgData name="Patrik Hrkút" userId="69b41f3f-cce6-4833-b1b6-94a378442888" providerId="ADAL" clId="{65BEB175-5923-41DF-9D86-6822C4C48779}" dt="2021-10-04T15:59:06.003" v="4194" actId="2696"/>
        <pc:sldMkLst>
          <pc:docMk/>
          <pc:sldMk cId="0" sldId="292"/>
        </pc:sldMkLst>
      </pc:sldChg>
      <pc:sldChg chg="del">
        <pc:chgData name="Patrik Hrkút" userId="69b41f3f-cce6-4833-b1b6-94a378442888" providerId="ADAL" clId="{65BEB175-5923-41DF-9D86-6822C4C48779}" dt="2021-10-04T15:59:06.003" v="4194" actId="2696"/>
        <pc:sldMkLst>
          <pc:docMk/>
          <pc:sldMk cId="0" sldId="293"/>
        </pc:sldMkLst>
      </pc:sldChg>
      <pc:sldChg chg="del">
        <pc:chgData name="Patrik Hrkút" userId="69b41f3f-cce6-4833-b1b6-94a378442888" providerId="ADAL" clId="{65BEB175-5923-41DF-9D86-6822C4C48779}" dt="2021-10-04T15:59:06.003" v="4194" actId="2696"/>
        <pc:sldMkLst>
          <pc:docMk/>
          <pc:sldMk cId="0" sldId="294"/>
        </pc:sldMkLst>
      </pc:sldChg>
      <pc:sldChg chg="modSp mod">
        <pc:chgData name="Patrik Hrkút" userId="69b41f3f-cce6-4833-b1b6-94a378442888" providerId="ADAL" clId="{65BEB175-5923-41DF-9D86-6822C4C48779}" dt="2021-10-04T13:04:23.907" v="1499" actId="108"/>
        <pc:sldMkLst>
          <pc:docMk/>
          <pc:sldMk cId="0" sldId="295"/>
        </pc:sldMkLst>
      </pc:sldChg>
      <pc:sldChg chg="addSp delSp modSp mod">
        <pc:chgData name="Patrik Hrkút" userId="69b41f3f-cce6-4833-b1b6-94a378442888" providerId="ADAL" clId="{65BEB175-5923-41DF-9D86-6822C4C48779}" dt="2021-10-04T13:07:21.322" v="1522" actId="20577"/>
        <pc:sldMkLst>
          <pc:docMk/>
          <pc:sldMk cId="0" sldId="296"/>
        </pc:sldMkLst>
      </pc:sldChg>
      <pc:sldChg chg="modAnim">
        <pc:chgData name="Patrik Hrkút" userId="69b41f3f-cce6-4833-b1b6-94a378442888" providerId="ADAL" clId="{65BEB175-5923-41DF-9D86-6822C4C48779}" dt="2021-10-04T11:59:42.219" v="880"/>
        <pc:sldMkLst>
          <pc:docMk/>
          <pc:sldMk cId="1938647773" sldId="298"/>
        </pc:sldMkLst>
      </pc:sldChg>
      <pc:sldChg chg="addSp delSp modSp new mod">
        <pc:chgData name="Patrik Hrkút" userId="69b41f3f-cce6-4833-b1b6-94a378442888" providerId="ADAL" clId="{65BEB175-5923-41DF-9D86-6822C4C48779}" dt="2021-10-04T10:55:37.038" v="471" actId="14100"/>
        <pc:sldMkLst>
          <pc:docMk/>
          <pc:sldMk cId="2368735686" sldId="314"/>
        </pc:sldMkLst>
      </pc:sldChg>
      <pc:sldChg chg="addSp modSp new mod">
        <pc:chgData name="Patrik Hrkút" userId="69b41f3f-cce6-4833-b1b6-94a378442888" providerId="ADAL" clId="{65BEB175-5923-41DF-9D86-6822C4C48779}" dt="2021-10-04T11:23:08.565" v="879" actId="1076"/>
        <pc:sldMkLst>
          <pc:docMk/>
          <pc:sldMk cId="4025393924" sldId="315"/>
        </pc:sldMkLst>
      </pc:sldChg>
      <pc:sldChg chg="addSp modSp new mod">
        <pc:chgData name="Patrik Hrkút" userId="69b41f3f-cce6-4833-b1b6-94a378442888" providerId="ADAL" clId="{65BEB175-5923-41DF-9D86-6822C4C48779}" dt="2021-10-04T13:37:23.406" v="1999" actId="1076"/>
        <pc:sldMkLst>
          <pc:docMk/>
          <pc:sldMk cId="1117403760" sldId="316"/>
        </pc:sldMkLst>
      </pc:sldChg>
      <pc:sldChg chg="addSp delSp modSp new mod">
        <pc:chgData name="Patrik Hrkút" userId="69b41f3f-cce6-4833-b1b6-94a378442888" providerId="ADAL" clId="{65BEB175-5923-41DF-9D86-6822C4C48779}" dt="2021-10-04T14:15:24.123" v="2041" actId="5793"/>
        <pc:sldMkLst>
          <pc:docMk/>
          <pc:sldMk cId="4192683512" sldId="317"/>
        </pc:sldMkLst>
      </pc:sldChg>
      <pc:sldChg chg="modSp new mod">
        <pc:chgData name="Patrik Hrkút" userId="69b41f3f-cce6-4833-b1b6-94a378442888" providerId="ADAL" clId="{65BEB175-5923-41DF-9D86-6822C4C48779}" dt="2021-10-04T14:27:30.660" v="2586" actId="20577"/>
        <pc:sldMkLst>
          <pc:docMk/>
          <pc:sldMk cId="1028837814" sldId="318"/>
        </pc:sldMkLst>
      </pc:sldChg>
      <pc:sldChg chg="addSp delSp modSp new mod">
        <pc:chgData name="Patrik Hrkút" userId="69b41f3f-cce6-4833-b1b6-94a378442888" providerId="ADAL" clId="{65BEB175-5923-41DF-9D86-6822C4C48779}" dt="2021-10-04T14:33:55.702" v="2618" actId="6549"/>
        <pc:sldMkLst>
          <pc:docMk/>
          <pc:sldMk cId="1009277890" sldId="319"/>
        </pc:sldMkLst>
      </pc:sldChg>
      <pc:sldChg chg="addSp delSp modSp new mod ord">
        <pc:chgData name="Patrik Hrkút" userId="69b41f3f-cce6-4833-b1b6-94a378442888" providerId="ADAL" clId="{65BEB175-5923-41DF-9D86-6822C4C48779}" dt="2021-10-04T14:48:18.962" v="3195" actId="20577"/>
        <pc:sldMkLst>
          <pc:docMk/>
          <pc:sldMk cId="2958028074" sldId="320"/>
        </pc:sldMkLst>
      </pc:sldChg>
      <pc:sldChg chg="new del ord">
        <pc:chgData name="Patrik Hrkút" userId="69b41f3f-cce6-4833-b1b6-94a378442888" providerId="ADAL" clId="{65BEB175-5923-41DF-9D86-6822C4C48779}" dt="2021-10-04T14:35:59.258" v="2624" actId="47"/>
        <pc:sldMkLst>
          <pc:docMk/>
          <pc:sldMk cId="3398818772" sldId="320"/>
        </pc:sldMkLst>
      </pc:sldChg>
      <pc:sldChg chg="new del">
        <pc:chgData name="Patrik Hrkút" userId="69b41f3f-cce6-4833-b1b6-94a378442888" providerId="ADAL" clId="{65BEB175-5923-41DF-9D86-6822C4C48779}" dt="2021-10-04T14:35:49.615" v="2620" actId="680"/>
        <pc:sldMkLst>
          <pc:docMk/>
          <pc:sldMk cId="3714652346" sldId="320"/>
        </pc:sldMkLst>
      </pc:sldChg>
      <pc:sldChg chg="modSp new mod">
        <pc:chgData name="Patrik Hrkút" userId="69b41f3f-cce6-4833-b1b6-94a378442888" providerId="ADAL" clId="{65BEB175-5923-41DF-9D86-6822C4C48779}" dt="2021-10-04T15:25:12.777" v="3995" actId="108"/>
        <pc:sldMkLst>
          <pc:docMk/>
          <pc:sldMk cId="3728676678" sldId="321"/>
        </pc:sldMkLst>
      </pc:sldChg>
      <pc:sldChg chg="addSp delSp modSp new mod">
        <pc:chgData name="Patrik Hrkút" userId="69b41f3f-cce6-4833-b1b6-94a378442888" providerId="ADAL" clId="{65BEB175-5923-41DF-9D86-6822C4C48779}" dt="2021-10-04T15:53:46.439" v="4193" actId="1076"/>
        <pc:sldMkLst>
          <pc:docMk/>
          <pc:sldMk cId="2992637016" sldId="322"/>
        </pc:sldMkLst>
      </pc:sldChg>
      <pc:sldChg chg="modSp new mod">
        <pc:chgData name="Patrik Hrkút" userId="69b41f3f-cce6-4833-b1b6-94a378442888" providerId="ADAL" clId="{65BEB175-5923-41DF-9D86-6822C4C48779}" dt="2021-10-04T16:08:46.069" v="4423" actId="20577"/>
        <pc:sldMkLst>
          <pc:docMk/>
          <pc:sldMk cId="3780994369" sldId="323"/>
        </pc:sldMkLst>
      </pc:sldChg>
    </pc:docChg>
  </pc:docChgLst>
  <pc:docChgLst>
    <pc:chgData name="Michal Ďuračík" userId="cf2726a1-d5ba-4ec7-91ee-a3b1c496c4d0" providerId="ADAL" clId="{00F9A5C0-E7EB-44F9-B573-98D6DE958595}"/>
    <pc:docChg chg="undo custSel addSld modSld">
      <pc:chgData name="Michal Ďuračík" userId="cf2726a1-d5ba-4ec7-91ee-a3b1c496c4d0" providerId="ADAL" clId="{00F9A5C0-E7EB-44F9-B573-98D6DE958595}" dt="2025-09-30T14:34:47.646" v="125" actId="20577"/>
      <pc:docMkLst>
        <pc:docMk/>
      </pc:docMkLst>
      <pc:sldChg chg="modSp mod">
        <pc:chgData name="Michal Ďuračík" userId="cf2726a1-d5ba-4ec7-91ee-a3b1c496c4d0" providerId="ADAL" clId="{00F9A5C0-E7EB-44F9-B573-98D6DE958595}" dt="2025-09-29T09:01:27.824" v="4" actId="20577"/>
        <pc:sldMkLst>
          <pc:docMk/>
          <pc:sldMk cId="0" sldId="256"/>
        </pc:sldMkLst>
        <pc:spChg chg="mod">
          <ac:chgData name="Michal Ďuračík" userId="cf2726a1-d5ba-4ec7-91ee-a3b1c496c4d0" providerId="ADAL" clId="{00F9A5C0-E7EB-44F9-B573-98D6DE958595}" dt="2025-09-29T09:01:27.824" v="4" actId="20577"/>
          <ac:spMkLst>
            <pc:docMk/>
            <pc:sldMk cId="0" sldId="256"/>
            <ac:spMk id="5" creationId="{429983FE-0310-9E1D-B8A9-A39C6750180D}"/>
          </ac:spMkLst>
        </pc:spChg>
      </pc:sldChg>
      <pc:sldChg chg="modSp mod">
        <pc:chgData name="Michal Ďuračík" userId="cf2726a1-d5ba-4ec7-91ee-a3b1c496c4d0" providerId="ADAL" clId="{00F9A5C0-E7EB-44F9-B573-98D6DE958595}" dt="2025-09-30T14:27:25.221" v="108" actId="108"/>
        <pc:sldMkLst>
          <pc:docMk/>
          <pc:sldMk cId="0" sldId="280"/>
        </pc:sldMkLst>
        <pc:spChg chg="mod">
          <ac:chgData name="Michal Ďuračík" userId="cf2726a1-d5ba-4ec7-91ee-a3b1c496c4d0" providerId="ADAL" clId="{00F9A5C0-E7EB-44F9-B573-98D6DE958595}" dt="2025-09-30T14:27:25.221" v="108" actId="108"/>
          <ac:spMkLst>
            <pc:docMk/>
            <pc:sldMk cId="0" sldId="280"/>
            <ac:spMk id="279" creationId="{00000000-0000-0000-0000-000000000000}"/>
          </ac:spMkLst>
        </pc:spChg>
      </pc:sldChg>
      <pc:sldChg chg="modSp mod">
        <pc:chgData name="Michal Ďuračík" userId="cf2726a1-d5ba-4ec7-91ee-a3b1c496c4d0" providerId="ADAL" clId="{00F9A5C0-E7EB-44F9-B573-98D6DE958595}" dt="2025-09-30T13:47:18.352" v="78"/>
        <pc:sldMkLst>
          <pc:docMk/>
          <pc:sldMk cId="1938647773" sldId="298"/>
        </pc:sldMkLst>
        <pc:spChg chg="mod">
          <ac:chgData name="Michal Ďuračík" userId="cf2726a1-d5ba-4ec7-91ee-a3b1c496c4d0" providerId="ADAL" clId="{00F9A5C0-E7EB-44F9-B573-98D6DE958595}" dt="2025-09-30T13:47:18.352" v="78"/>
          <ac:spMkLst>
            <pc:docMk/>
            <pc:sldMk cId="1938647773" sldId="298"/>
            <ac:spMk id="419" creationId="{00000000-0000-0000-0000-000000000000}"/>
          </ac:spMkLst>
        </pc:spChg>
      </pc:sldChg>
      <pc:sldChg chg="addSp modSp mod">
        <pc:chgData name="Michal Ďuračík" userId="cf2726a1-d5ba-4ec7-91ee-a3b1c496c4d0" providerId="ADAL" clId="{00F9A5C0-E7EB-44F9-B573-98D6DE958595}" dt="2025-09-30T13:45:42.289" v="76" actId="1076"/>
        <pc:sldMkLst>
          <pc:docMk/>
          <pc:sldMk cId="2220530451" sldId="345"/>
        </pc:sldMkLst>
        <pc:spChg chg="add mod">
          <ac:chgData name="Michal Ďuračík" userId="cf2726a1-d5ba-4ec7-91ee-a3b1c496c4d0" providerId="ADAL" clId="{00F9A5C0-E7EB-44F9-B573-98D6DE958595}" dt="2025-09-30T13:43:54.740" v="66" actId="1076"/>
          <ac:spMkLst>
            <pc:docMk/>
            <pc:sldMk cId="2220530451" sldId="345"/>
            <ac:spMk id="3" creationId="{0D956EFF-CFA0-6D6A-24FD-176D1D8141F5}"/>
          </ac:spMkLst>
        </pc:spChg>
        <pc:spChg chg="add mod">
          <ac:chgData name="Michal Ďuračík" userId="cf2726a1-d5ba-4ec7-91ee-a3b1c496c4d0" providerId="ADAL" clId="{00F9A5C0-E7EB-44F9-B573-98D6DE958595}" dt="2025-09-30T13:45:42.289" v="76" actId="1076"/>
          <ac:spMkLst>
            <pc:docMk/>
            <pc:sldMk cId="2220530451" sldId="345"/>
            <ac:spMk id="5" creationId="{64D880F0-58BE-D033-A7DA-08C8EDF59052}"/>
          </ac:spMkLst>
        </pc:spChg>
        <pc:spChg chg="mod">
          <ac:chgData name="Michal Ďuračík" userId="cf2726a1-d5ba-4ec7-91ee-a3b1c496c4d0" providerId="ADAL" clId="{00F9A5C0-E7EB-44F9-B573-98D6DE958595}" dt="2025-09-30T13:43:28.856" v="56" actId="313"/>
          <ac:spMkLst>
            <pc:docMk/>
            <pc:sldMk cId="2220530451" sldId="345"/>
            <ac:spMk id="407" creationId="{00000000-0000-0000-0000-000000000000}"/>
          </ac:spMkLst>
        </pc:spChg>
      </pc:sldChg>
      <pc:sldChg chg="modSp new mod">
        <pc:chgData name="Michal Ďuračík" userId="cf2726a1-d5ba-4ec7-91ee-a3b1c496c4d0" providerId="ADAL" clId="{00F9A5C0-E7EB-44F9-B573-98D6DE958595}" dt="2025-09-30T13:54:49.217" v="93" actId="20577"/>
        <pc:sldMkLst>
          <pc:docMk/>
          <pc:sldMk cId="271338121" sldId="348"/>
        </pc:sldMkLst>
        <pc:spChg chg="mod">
          <ac:chgData name="Michal Ďuračík" userId="cf2726a1-d5ba-4ec7-91ee-a3b1c496c4d0" providerId="ADAL" clId="{00F9A5C0-E7EB-44F9-B573-98D6DE958595}" dt="2025-09-30T13:49:03.550" v="87" actId="20577"/>
          <ac:spMkLst>
            <pc:docMk/>
            <pc:sldMk cId="271338121" sldId="348"/>
            <ac:spMk id="2" creationId="{87510D54-AFFB-83D8-E431-E70088128E37}"/>
          </ac:spMkLst>
        </pc:spChg>
        <pc:spChg chg="mod">
          <ac:chgData name="Michal Ďuračík" userId="cf2726a1-d5ba-4ec7-91ee-a3b1c496c4d0" providerId="ADAL" clId="{00F9A5C0-E7EB-44F9-B573-98D6DE958595}" dt="2025-09-30T13:54:49.217" v="93" actId="20577"/>
          <ac:spMkLst>
            <pc:docMk/>
            <pc:sldMk cId="271338121" sldId="348"/>
            <ac:spMk id="3" creationId="{A5D085E0-9E6C-9F06-CBEF-4D5D586F3675}"/>
          </ac:spMkLst>
        </pc:spChg>
      </pc:sldChg>
      <pc:sldChg chg="modSp new mod">
        <pc:chgData name="Michal Ďuračík" userId="cf2726a1-d5ba-4ec7-91ee-a3b1c496c4d0" providerId="ADAL" clId="{00F9A5C0-E7EB-44F9-B573-98D6DE958595}" dt="2025-09-30T14:20:47.623" v="106" actId="20577"/>
        <pc:sldMkLst>
          <pc:docMk/>
          <pc:sldMk cId="1593824019" sldId="349"/>
        </pc:sldMkLst>
        <pc:spChg chg="mod">
          <ac:chgData name="Michal Ďuračík" userId="cf2726a1-d5ba-4ec7-91ee-a3b1c496c4d0" providerId="ADAL" clId="{00F9A5C0-E7EB-44F9-B573-98D6DE958595}" dt="2025-09-30T14:19:35.699" v="102" actId="20577"/>
          <ac:spMkLst>
            <pc:docMk/>
            <pc:sldMk cId="1593824019" sldId="349"/>
            <ac:spMk id="2" creationId="{08551633-D9B3-43AF-9972-0A600792B2FB}"/>
          </ac:spMkLst>
        </pc:spChg>
        <pc:spChg chg="mod">
          <ac:chgData name="Michal Ďuračík" userId="cf2726a1-d5ba-4ec7-91ee-a3b1c496c4d0" providerId="ADAL" clId="{00F9A5C0-E7EB-44F9-B573-98D6DE958595}" dt="2025-09-30T14:20:47.623" v="106" actId="20577"/>
          <ac:spMkLst>
            <pc:docMk/>
            <pc:sldMk cId="1593824019" sldId="349"/>
            <ac:spMk id="3" creationId="{DCDB0132-6DAB-81DC-2016-D8E3D096F5E3}"/>
          </ac:spMkLst>
        </pc:spChg>
      </pc:sldChg>
      <pc:sldChg chg="modSp new mod">
        <pc:chgData name="Michal Ďuračík" userId="cf2726a1-d5ba-4ec7-91ee-a3b1c496c4d0" providerId="ADAL" clId="{00F9A5C0-E7EB-44F9-B573-98D6DE958595}" dt="2025-09-30T14:34:47.646" v="125" actId="20577"/>
        <pc:sldMkLst>
          <pc:docMk/>
          <pc:sldMk cId="2385469026" sldId="350"/>
        </pc:sldMkLst>
        <pc:spChg chg="mod">
          <ac:chgData name="Michal Ďuračík" userId="cf2726a1-d5ba-4ec7-91ee-a3b1c496c4d0" providerId="ADAL" clId="{00F9A5C0-E7EB-44F9-B573-98D6DE958595}" dt="2025-09-30T14:30:28.371" v="121" actId="20577"/>
          <ac:spMkLst>
            <pc:docMk/>
            <pc:sldMk cId="2385469026" sldId="350"/>
            <ac:spMk id="2" creationId="{A7EEDAC9-00C5-D7B0-0157-041987128C09}"/>
          </ac:spMkLst>
        </pc:spChg>
        <pc:spChg chg="mod">
          <ac:chgData name="Michal Ďuračík" userId="cf2726a1-d5ba-4ec7-91ee-a3b1c496c4d0" providerId="ADAL" clId="{00F9A5C0-E7EB-44F9-B573-98D6DE958595}" dt="2025-09-30T14:34:47.646" v="125" actId="20577"/>
          <ac:spMkLst>
            <pc:docMk/>
            <pc:sldMk cId="2385469026" sldId="350"/>
            <ac:spMk id="3" creationId="{4CE87616-FD01-A302-7E70-EE8CB1DB857F}"/>
          </ac:spMkLst>
        </pc:spChg>
      </pc:sldChg>
    </pc:docChg>
  </pc:docChgLst>
  <pc:docChgLst>
    <pc:chgData name="Patrik Hrkút" userId="69b41f3f-cce6-4833-b1b6-94a378442888" providerId="ADAL" clId="{D884BC09-74E0-4F02-BD42-24DF5927405E}"/>
    <pc:docChg chg="undo redo custSel addSld delSld modSld sldOrd">
      <pc:chgData name="Patrik Hrkút" userId="69b41f3f-cce6-4833-b1b6-94a378442888" providerId="ADAL" clId="{D884BC09-74E0-4F02-BD42-24DF5927405E}" dt="2023-03-14T13:19:17.950" v="391"/>
      <pc:docMkLst>
        <pc:docMk/>
      </pc:docMkLst>
      <pc:sldChg chg="addSp delSp modSp mod">
        <pc:chgData name="Patrik Hrkút" userId="69b41f3f-cce6-4833-b1b6-94a378442888" providerId="ADAL" clId="{D884BC09-74E0-4F02-BD42-24DF5927405E}" dt="2023-03-07T12:31:08.022" v="48" actId="790"/>
        <pc:sldMkLst>
          <pc:docMk/>
          <pc:sldMk cId="0" sldId="256"/>
        </pc:sldMkLst>
      </pc:sldChg>
      <pc:sldChg chg="modSp del mod">
        <pc:chgData name="Patrik Hrkút" userId="69b41f3f-cce6-4833-b1b6-94a378442888" providerId="ADAL" clId="{D884BC09-74E0-4F02-BD42-24DF5927405E}" dt="2023-03-07T12:32:26.017" v="50" actId="47"/>
        <pc:sldMkLst>
          <pc:docMk/>
          <pc:sldMk cId="0" sldId="257"/>
        </pc:sldMkLst>
      </pc:sldChg>
      <pc:sldChg chg="del">
        <pc:chgData name="Patrik Hrkút" userId="69b41f3f-cce6-4833-b1b6-94a378442888" providerId="ADAL" clId="{D884BC09-74E0-4F02-BD42-24DF5927405E}" dt="2023-03-07T12:29:32.101" v="21" actId="47"/>
        <pc:sldMkLst>
          <pc:docMk/>
          <pc:sldMk cId="0" sldId="258"/>
        </pc:sldMkLst>
      </pc:sldChg>
      <pc:sldChg chg="mod modShow">
        <pc:chgData name="Patrik Hrkút" userId="69b41f3f-cce6-4833-b1b6-94a378442888" providerId="ADAL" clId="{D884BC09-74E0-4F02-BD42-24DF5927405E}" dt="2023-03-14T12:52:09.742" v="259" actId="729"/>
        <pc:sldMkLst>
          <pc:docMk/>
          <pc:sldMk cId="0" sldId="265"/>
        </pc:sldMkLst>
      </pc:sldChg>
      <pc:sldChg chg="mod modShow">
        <pc:chgData name="Patrik Hrkút" userId="69b41f3f-cce6-4833-b1b6-94a378442888" providerId="ADAL" clId="{D884BC09-74E0-4F02-BD42-24DF5927405E}" dt="2023-03-14T12:52:17.252" v="260" actId="729"/>
        <pc:sldMkLst>
          <pc:docMk/>
          <pc:sldMk cId="0" sldId="266"/>
        </pc:sldMkLst>
      </pc:sldChg>
      <pc:sldChg chg="mod modShow">
        <pc:chgData name="Patrik Hrkút" userId="69b41f3f-cce6-4833-b1b6-94a378442888" providerId="ADAL" clId="{D884BC09-74E0-4F02-BD42-24DF5927405E}" dt="2023-03-14T12:52:49.661" v="261" actId="729"/>
        <pc:sldMkLst>
          <pc:docMk/>
          <pc:sldMk cId="0" sldId="267"/>
        </pc:sldMkLst>
      </pc:sldChg>
      <pc:sldChg chg="modSp mod">
        <pc:chgData name="Patrik Hrkút" userId="69b41f3f-cce6-4833-b1b6-94a378442888" providerId="ADAL" clId="{D884BC09-74E0-4F02-BD42-24DF5927405E}" dt="2023-03-14T13:01:45.234" v="285" actId="20577"/>
        <pc:sldMkLst>
          <pc:docMk/>
          <pc:sldMk cId="0" sldId="275"/>
        </pc:sldMkLst>
      </pc:sldChg>
      <pc:sldChg chg="mod modShow">
        <pc:chgData name="Patrik Hrkút" userId="69b41f3f-cce6-4833-b1b6-94a378442888" providerId="ADAL" clId="{D884BC09-74E0-4F02-BD42-24DF5927405E}" dt="2023-03-14T13:07:04.669" v="325" actId="729"/>
        <pc:sldMkLst>
          <pc:docMk/>
          <pc:sldMk cId="0" sldId="276"/>
        </pc:sldMkLst>
      </pc:sldChg>
      <pc:sldChg chg="modSp mod modShow">
        <pc:chgData name="Patrik Hrkút" userId="69b41f3f-cce6-4833-b1b6-94a378442888" providerId="ADAL" clId="{D884BC09-74E0-4F02-BD42-24DF5927405E}" dt="2023-03-14T13:03:36.985" v="287" actId="729"/>
        <pc:sldMkLst>
          <pc:docMk/>
          <pc:sldMk cId="0" sldId="277"/>
        </pc:sldMkLst>
      </pc:sldChg>
      <pc:sldChg chg="mod modShow">
        <pc:chgData name="Patrik Hrkút" userId="69b41f3f-cce6-4833-b1b6-94a378442888" providerId="ADAL" clId="{D884BC09-74E0-4F02-BD42-24DF5927405E}" dt="2023-03-14T13:07:05.108" v="326" actId="729"/>
        <pc:sldMkLst>
          <pc:docMk/>
          <pc:sldMk cId="0" sldId="279"/>
        </pc:sldMkLst>
      </pc:sldChg>
      <pc:sldChg chg="modSp mod">
        <pc:chgData name="Patrik Hrkút" userId="69b41f3f-cce6-4833-b1b6-94a378442888" providerId="ADAL" clId="{D884BC09-74E0-4F02-BD42-24DF5927405E}" dt="2023-03-14T13:06:51.303" v="322" actId="20577"/>
        <pc:sldMkLst>
          <pc:docMk/>
          <pc:sldMk cId="0" sldId="280"/>
        </pc:sldMkLst>
      </pc:sldChg>
      <pc:sldChg chg="del">
        <pc:chgData name="Patrik Hrkút" userId="69b41f3f-cce6-4833-b1b6-94a378442888" providerId="ADAL" clId="{D884BC09-74E0-4F02-BD42-24DF5927405E}" dt="2023-03-07T12:43:10.439" v="78" actId="2696"/>
        <pc:sldMkLst>
          <pc:docMk/>
          <pc:sldMk cId="3894246854" sldId="281"/>
        </pc:sldMkLst>
      </pc:sldChg>
      <pc:sldChg chg="add">
        <pc:chgData name="Patrik Hrkút" userId="69b41f3f-cce6-4833-b1b6-94a378442888" providerId="ADAL" clId="{D884BC09-74E0-4F02-BD42-24DF5927405E}" dt="2023-03-07T12:43:18.541" v="79"/>
        <pc:sldMkLst>
          <pc:docMk/>
          <pc:sldMk cId="3852919277" sldId="282"/>
        </pc:sldMkLst>
      </pc:sldChg>
      <pc:sldChg chg="del">
        <pc:chgData name="Patrik Hrkút" userId="69b41f3f-cce6-4833-b1b6-94a378442888" providerId="ADAL" clId="{D884BC09-74E0-4F02-BD42-24DF5927405E}" dt="2023-03-07T12:43:10.439" v="78" actId="2696"/>
        <pc:sldMkLst>
          <pc:docMk/>
          <pc:sldMk cId="3977852849" sldId="282"/>
        </pc:sldMkLst>
      </pc:sldChg>
      <pc:sldChg chg="add">
        <pc:chgData name="Patrik Hrkút" userId="69b41f3f-cce6-4833-b1b6-94a378442888" providerId="ADAL" clId="{D884BC09-74E0-4F02-BD42-24DF5927405E}" dt="2023-03-14T13:19:17.950" v="391"/>
        <pc:sldMkLst>
          <pc:docMk/>
          <pc:sldMk cId="1124630151" sldId="286"/>
        </pc:sldMkLst>
      </pc:sldChg>
      <pc:sldChg chg="add">
        <pc:chgData name="Patrik Hrkút" userId="69b41f3f-cce6-4833-b1b6-94a378442888" providerId="ADAL" clId="{D884BC09-74E0-4F02-BD42-24DF5927405E}" dt="2023-03-07T12:43:18.541" v="79"/>
        <pc:sldMkLst>
          <pc:docMk/>
          <pc:sldMk cId="3120933641" sldId="287"/>
        </pc:sldMkLst>
      </pc:sldChg>
      <pc:sldChg chg="del">
        <pc:chgData name="Patrik Hrkút" userId="69b41f3f-cce6-4833-b1b6-94a378442888" providerId="ADAL" clId="{D884BC09-74E0-4F02-BD42-24DF5927405E}" dt="2023-03-07T12:43:10.439" v="78" actId="2696"/>
        <pc:sldMkLst>
          <pc:docMk/>
          <pc:sldMk cId="1181395280" sldId="288"/>
        </pc:sldMkLst>
      </pc:sldChg>
      <pc:sldChg chg="mod modShow">
        <pc:chgData name="Patrik Hrkút" userId="69b41f3f-cce6-4833-b1b6-94a378442888" providerId="ADAL" clId="{D884BC09-74E0-4F02-BD42-24DF5927405E}" dt="2023-03-14T13:16:29.405" v="357" actId="729"/>
        <pc:sldMkLst>
          <pc:docMk/>
          <pc:sldMk cId="0" sldId="295"/>
        </pc:sldMkLst>
      </pc:sldChg>
      <pc:sldChg chg="mod modShow">
        <pc:chgData name="Patrik Hrkút" userId="69b41f3f-cce6-4833-b1b6-94a378442888" providerId="ADAL" clId="{D884BC09-74E0-4F02-BD42-24DF5927405E}" dt="2023-03-14T13:16:33.535" v="358" actId="729"/>
        <pc:sldMkLst>
          <pc:docMk/>
          <pc:sldMk cId="0" sldId="296"/>
        </pc:sldMkLst>
      </pc:sldChg>
      <pc:sldChg chg="mod modShow">
        <pc:chgData name="Patrik Hrkút" userId="69b41f3f-cce6-4833-b1b6-94a378442888" providerId="ADAL" clId="{D884BC09-74E0-4F02-BD42-24DF5927405E}" dt="2023-03-14T13:18:10.084" v="389" actId="729"/>
        <pc:sldMkLst>
          <pc:docMk/>
          <pc:sldMk cId="0" sldId="297"/>
        </pc:sldMkLst>
      </pc:sldChg>
      <pc:sldChg chg="del">
        <pc:chgData name="Patrik Hrkút" userId="69b41f3f-cce6-4833-b1b6-94a378442888" providerId="ADAL" clId="{D884BC09-74E0-4F02-BD42-24DF5927405E}" dt="2023-03-14T13:18:59.661" v="390" actId="2696"/>
        <pc:sldMkLst>
          <pc:docMk/>
          <pc:sldMk cId="1938647773" sldId="298"/>
        </pc:sldMkLst>
      </pc:sldChg>
      <pc:sldChg chg="add">
        <pc:chgData name="Patrik Hrkút" userId="69b41f3f-cce6-4833-b1b6-94a378442888" providerId="ADAL" clId="{D884BC09-74E0-4F02-BD42-24DF5927405E}" dt="2023-03-07T12:27:58" v="20"/>
        <pc:sldMkLst>
          <pc:docMk/>
          <pc:sldMk cId="0" sldId="301"/>
        </pc:sldMkLst>
      </pc:sldChg>
      <pc:sldChg chg="add">
        <pc:chgData name="Patrik Hrkút" userId="69b41f3f-cce6-4833-b1b6-94a378442888" providerId="ADAL" clId="{D884BC09-74E0-4F02-BD42-24DF5927405E}" dt="2023-03-07T12:27:58" v="20"/>
        <pc:sldMkLst>
          <pc:docMk/>
          <pc:sldMk cId="0" sldId="302"/>
        </pc:sldMkLst>
      </pc:sldChg>
      <pc:sldChg chg="modSp add del mod">
        <pc:chgData name="Patrik Hrkút" userId="69b41f3f-cce6-4833-b1b6-94a378442888" providerId="ADAL" clId="{D884BC09-74E0-4F02-BD42-24DF5927405E}" dt="2023-03-07T12:35:51.284" v="51" actId="6549"/>
        <pc:sldMkLst>
          <pc:docMk/>
          <pc:sldMk cId="0" sldId="303"/>
        </pc:sldMkLst>
      </pc:sldChg>
      <pc:sldChg chg="add del mod modShow">
        <pc:chgData name="Patrik Hrkút" userId="69b41f3f-cce6-4833-b1b6-94a378442888" providerId="ADAL" clId="{D884BC09-74E0-4F02-BD42-24DF5927405E}" dt="2023-03-07T12:27:58" v="20"/>
        <pc:sldMkLst>
          <pc:docMk/>
          <pc:sldMk cId="0" sldId="304"/>
        </pc:sldMkLst>
      </pc:sldChg>
      <pc:sldChg chg="modSp add del mod">
        <pc:chgData name="Patrik Hrkút" userId="69b41f3f-cce6-4833-b1b6-94a378442888" providerId="ADAL" clId="{D884BC09-74E0-4F02-BD42-24DF5927405E}" dt="2023-03-07T12:40:35.161" v="72" actId="6549"/>
        <pc:sldMkLst>
          <pc:docMk/>
          <pc:sldMk cId="0" sldId="305"/>
        </pc:sldMkLst>
      </pc:sldChg>
      <pc:sldChg chg="add del">
        <pc:chgData name="Patrik Hrkút" userId="69b41f3f-cce6-4833-b1b6-94a378442888" providerId="ADAL" clId="{D884BC09-74E0-4F02-BD42-24DF5927405E}" dt="2023-03-07T12:27:58" v="20"/>
        <pc:sldMkLst>
          <pc:docMk/>
          <pc:sldMk cId="0" sldId="306"/>
        </pc:sldMkLst>
      </pc:sldChg>
      <pc:sldChg chg="addSp modSp add del mod ord modNotesTx">
        <pc:chgData name="Patrik Hrkút" userId="69b41f3f-cce6-4833-b1b6-94a378442888" providerId="ADAL" clId="{D884BC09-74E0-4F02-BD42-24DF5927405E}" dt="2023-03-07T12:40:50.711" v="73" actId="47"/>
        <pc:sldMkLst>
          <pc:docMk/>
          <pc:sldMk cId="0" sldId="307"/>
        </pc:sldMkLst>
      </pc:sldChg>
      <pc:sldChg chg="add del mod ord modShow">
        <pc:chgData name="Patrik Hrkút" userId="69b41f3f-cce6-4833-b1b6-94a378442888" providerId="ADAL" clId="{D884BC09-74E0-4F02-BD42-24DF5927405E}" dt="2023-03-07T12:41:11.641" v="77"/>
        <pc:sldMkLst>
          <pc:docMk/>
          <pc:sldMk cId="0" sldId="308"/>
        </pc:sldMkLst>
      </pc:sldChg>
      <pc:sldChg chg="add">
        <pc:chgData name="Patrik Hrkút" userId="69b41f3f-cce6-4833-b1b6-94a378442888" providerId="ADAL" clId="{D884BC09-74E0-4F02-BD42-24DF5927405E}" dt="2023-03-07T12:27:58" v="20"/>
        <pc:sldMkLst>
          <pc:docMk/>
          <pc:sldMk cId="0" sldId="309"/>
        </pc:sldMkLst>
      </pc:sldChg>
      <pc:sldChg chg="add del mod modShow">
        <pc:chgData name="Patrik Hrkút" userId="69b41f3f-cce6-4833-b1b6-94a378442888" providerId="ADAL" clId="{D884BC09-74E0-4F02-BD42-24DF5927405E}" dt="2023-03-07T12:27:58" v="20"/>
        <pc:sldMkLst>
          <pc:docMk/>
          <pc:sldMk cId="0" sldId="310"/>
        </pc:sldMkLst>
      </pc:sldChg>
      <pc:sldChg chg="addSp delSp modSp add del mod ord">
        <pc:chgData name="Patrik Hrkút" userId="69b41f3f-cce6-4833-b1b6-94a378442888" providerId="ADAL" clId="{D884BC09-74E0-4F02-BD42-24DF5927405E}" dt="2023-03-07T12:27:58" v="20"/>
        <pc:sldMkLst>
          <pc:docMk/>
          <pc:sldMk cId="0" sldId="311"/>
        </pc:sldMkLst>
      </pc:sldChg>
      <pc:sldChg chg="modSp add del mod">
        <pc:chgData name="Patrik Hrkút" userId="69b41f3f-cce6-4833-b1b6-94a378442888" providerId="ADAL" clId="{D884BC09-74E0-4F02-BD42-24DF5927405E}" dt="2023-03-07T12:55:10.831" v="177" actId="207"/>
        <pc:sldMkLst>
          <pc:docMk/>
          <pc:sldMk cId="0" sldId="312"/>
        </pc:sldMkLst>
      </pc:sldChg>
      <pc:sldChg chg="add">
        <pc:chgData name="Patrik Hrkút" userId="69b41f3f-cce6-4833-b1b6-94a378442888" providerId="ADAL" clId="{D884BC09-74E0-4F02-BD42-24DF5927405E}" dt="2023-03-14T13:19:17.950" v="391"/>
        <pc:sldMkLst>
          <pc:docMk/>
          <pc:sldMk cId="1911620762" sldId="313"/>
        </pc:sldMkLst>
      </pc:sldChg>
      <pc:sldChg chg="del">
        <pc:chgData name="Patrik Hrkút" userId="69b41f3f-cce6-4833-b1b6-94a378442888" providerId="ADAL" clId="{D884BC09-74E0-4F02-BD42-24DF5927405E}" dt="2023-03-14T13:18:59.661" v="390" actId="2696"/>
        <pc:sldMkLst>
          <pc:docMk/>
          <pc:sldMk cId="3651465564" sldId="313"/>
        </pc:sldMkLst>
      </pc:sldChg>
      <pc:sldChg chg="mod modShow">
        <pc:chgData name="Patrik Hrkút" userId="69b41f3f-cce6-4833-b1b6-94a378442888" providerId="ADAL" clId="{D884BC09-74E0-4F02-BD42-24DF5927405E}" dt="2023-03-14T13:07:48.478" v="327" actId="729"/>
        <pc:sldMkLst>
          <pc:docMk/>
          <pc:sldMk cId="2368735686" sldId="314"/>
        </pc:sldMkLst>
      </pc:sldChg>
      <pc:sldChg chg="mod modShow">
        <pc:chgData name="Patrik Hrkút" userId="69b41f3f-cce6-4833-b1b6-94a378442888" providerId="ADAL" clId="{D884BC09-74E0-4F02-BD42-24DF5927405E}" dt="2023-03-14T13:08:02.568" v="328" actId="729"/>
        <pc:sldMkLst>
          <pc:docMk/>
          <pc:sldMk cId="4025393924" sldId="315"/>
        </pc:sldMkLst>
      </pc:sldChg>
      <pc:sldChg chg="mod modShow">
        <pc:chgData name="Patrik Hrkút" userId="69b41f3f-cce6-4833-b1b6-94a378442888" providerId="ADAL" clId="{D884BC09-74E0-4F02-BD42-24DF5927405E}" dt="2023-03-14T12:48:36.555" v="258" actId="729"/>
        <pc:sldMkLst>
          <pc:docMk/>
          <pc:sldMk cId="2958028074" sldId="320"/>
        </pc:sldMkLst>
      </pc:sldChg>
      <pc:sldChg chg="modSp mod">
        <pc:chgData name="Patrik Hrkút" userId="69b41f3f-cce6-4833-b1b6-94a378442888" providerId="ADAL" clId="{D884BC09-74E0-4F02-BD42-24DF5927405E}" dt="2023-03-14T13:12:47.551" v="353" actId="20577"/>
        <pc:sldMkLst>
          <pc:docMk/>
          <pc:sldMk cId="3780994369" sldId="323"/>
        </pc:sldMkLst>
      </pc:sldChg>
      <pc:sldChg chg="modSp del mod">
        <pc:chgData name="Patrik Hrkút" userId="69b41f3f-cce6-4833-b1b6-94a378442888" providerId="ADAL" clId="{D884BC09-74E0-4F02-BD42-24DF5927405E}" dt="2023-03-14T13:12:51.824" v="354" actId="47"/>
        <pc:sldMkLst>
          <pc:docMk/>
          <pc:sldMk cId="1565048540" sldId="325"/>
        </pc:sldMkLst>
      </pc:sldChg>
      <pc:sldChg chg="mod modShow">
        <pc:chgData name="Patrik Hrkút" userId="69b41f3f-cce6-4833-b1b6-94a378442888" providerId="ADAL" clId="{D884BC09-74E0-4F02-BD42-24DF5927405E}" dt="2023-03-14T13:13:38.650" v="355" actId="729"/>
        <pc:sldMkLst>
          <pc:docMk/>
          <pc:sldMk cId="1452855543" sldId="327"/>
        </pc:sldMkLst>
      </pc:sldChg>
      <pc:sldChg chg="mod modShow">
        <pc:chgData name="Patrik Hrkút" userId="69b41f3f-cce6-4833-b1b6-94a378442888" providerId="ADAL" clId="{D884BC09-74E0-4F02-BD42-24DF5927405E}" dt="2023-03-14T13:13:41.131" v="356" actId="729"/>
        <pc:sldMkLst>
          <pc:docMk/>
          <pc:sldMk cId="3463535642" sldId="328"/>
        </pc:sldMkLst>
      </pc:sldChg>
      <pc:sldChg chg="add mod modShow">
        <pc:chgData name="Patrik Hrkút" userId="69b41f3f-cce6-4833-b1b6-94a378442888" providerId="ADAL" clId="{D884BC09-74E0-4F02-BD42-24DF5927405E}" dt="2023-03-07T12:54:55.211" v="166" actId="729"/>
        <pc:sldMkLst>
          <pc:docMk/>
          <pc:sldMk cId="0" sldId="329"/>
        </pc:sldMkLst>
      </pc:sldChg>
      <pc:sldChg chg="add">
        <pc:chgData name="Patrik Hrkút" userId="69b41f3f-cce6-4833-b1b6-94a378442888" providerId="ADAL" clId="{D884BC09-74E0-4F02-BD42-24DF5927405E}" dt="2023-03-07T12:27:58" v="20"/>
        <pc:sldMkLst>
          <pc:docMk/>
          <pc:sldMk cId="0" sldId="330"/>
        </pc:sldMkLst>
      </pc:sldChg>
      <pc:sldChg chg="add modNotesTx">
        <pc:chgData name="Patrik Hrkút" userId="69b41f3f-cce6-4833-b1b6-94a378442888" providerId="ADAL" clId="{D884BC09-74E0-4F02-BD42-24DF5927405E}" dt="2023-03-14T12:37:41.420" v="179" actId="6549"/>
        <pc:sldMkLst>
          <pc:docMk/>
          <pc:sldMk cId="0" sldId="331"/>
        </pc:sldMkLst>
      </pc:sldChg>
      <pc:sldChg chg="add mod modShow">
        <pc:chgData name="Patrik Hrkút" userId="69b41f3f-cce6-4833-b1b6-94a378442888" providerId="ADAL" clId="{D884BC09-74E0-4F02-BD42-24DF5927405E}" dt="2023-03-07T12:56:37.445" v="178" actId="729"/>
        <pc:sldMkLst>
          <pc:docMk/>
          <pc:sldMk cId="0" sldId="332"/>
        </pc:sldMkLst>
      </pc:sldChg>
      <pc:sldChg chg="add">
        <pc:chgData name="Patrik Hrkút" userId="69b41f3f-cce6-4833-b1b6-94a378442888" providerId="ADAL" clId="{D884BC09-74E0-4F02-BD42-24DF5927405E}" dt="2023-03-07T12:27:58" v="20"/>
        <pc:sldMkLst>
          <pc:docMk/>
          <pc:sldMk cId="0" sldId="333"/>
        </pc:sldMkLst>
      </pc:sldChg>
      <pc:sldChg chg="add">
        <pc:chgData name="Patrik Hrkút" userId="69b41f3f-cce6-4833-b1b6-94a378442888" providerId="ADAL" clId="{D884BC09-74E0-4F02-BD42-24DF5927405E}" dt="2023-03-07T12:27:58" v="20"/>
        <pc:sldMkLst>
          <pc:docMk/>
          <pc:sldMk cId="0" sldId="334"/>
        </pc:sldMkLst>
      </pc:sldChg>
      <pc:sldChg chg="add">
        <pc:chgData name="Patrik Hrkút" userId="69b41f3f-cce6-4833-b1b6-94a378442888" providerId="ADAL" clId="{D884BC09-74E0-4F02-BD42-24DF5927405E}" dt="2023-03-07T12:27:58" v="20"/>
        <pc:sldMkLst>
          <pc:docMk/>
          <pc:sldMk cId="0" sldId="335"/>
        </pc:sldMkLst>
      </pc:sldChg>
      <pc:sldChg chg="modSp add mod">
        <pc:chgData name="Patrik Hrkút" userId="69b41f3f-cce6-4833-b1b6-94a378442888" providerId="ADAL" clId="{D884BC09-74E0-4F02-BD42-24DF5927405E}" dt="2023-03-14T12:40:58.298" v="217" actId="20577"/>
        <pc:sldMkLst>
          <pc:docMk/>
          <pc:sldMk cId="0" sldId="336"/>
        </pc:sldMkLst>
      </pc:sldChg>
      <pc:sldChg chg="modSp add mod">
        <pc:chgData name="Patrik Hrkút" userId="69b41f3f-cce6-4833-b1b6-94a378442888" providerId="ADAL" clId="{D884BC09-74E0-4F02-BD42-24DF5927405E}" dt="2023-03-14T12:41:24.579" v="219" actId="108"/>
        <pc:sldMkLst>
          <pc:docMk/>
          <pc:sldMk cId="0" sldId="337"/>
        </pc:sldMkLst>
      </pc:sldChg>
      <pc:sldChg chg="delSp modSp add mod">
        <pc:chgData name="Patrik Hrkút" userId="69b41f3f-cce6-4833-b1b6-94a378442888" providerId="ADAL" clId="{D884BC09-74E0-4F02-BD42-24DF5927405E}" dt="2023-03-14T12:43:21.158" v="241" actId="20577"/>
        <pc:sldMkLst>
          <pc:docMk/>
          <pc:sldMk cId="0" sldId="338"/>
        </pc:sldMkLst>
      </pc:sldChg>
      <pc:sldChg chg="add">
        <pc:chgData name="Patrik Hrkút" userId="69b41f3f-cce6-4833-b1b6-94a378442888" providerId="ADAL" clId="{D884BC09-74E0-4F02-BD42-24DF5927405E}" dt="2023-03-07T12:27:58" v="20"/>
        <pc:sldMkLst>
          <pc:docMk/>
          <pc:sldMk cId="0" sldId="339"/>
        </pc:sldMkLst>
      </pc:sldChg>
      <pc:sldChg chg="modSp add mod">
        <pc:chgData name="Patrik Hrkút" userId="69b41f3f-cce6-4833-b1b6-94a378442888" providerId="ADAL" clId="{D884BC09-74E0-4F02-BD42-24DF5927405E}" dt="2023-03-14T12:45:03.356" v="252" actId="20577"/>
        <pc:sldMkLst>
          <pc:docMk/>
          <pc:sldMk cId="0" sldId="340"/>
        </pc:sldMkLst>
      </pc:sldChg>
      <pc:sldChg chg="addSp modSp add mod">
        <pc:chgData name="Patrik Hrkút" userId="69b41f3f-cce6-4833-b1b6-94a378442888" providerId="ADAL" clId="{D884BC09-74E0-4F02-BD42-24DF5927405E}" dt="2023-03-14T12:46:57.096" v="256" actId="1076"/>
        <pc:sldMkLst>
          <pc:docMk/>
          <pc:sldMk cId="3118528264" sldId="341"/>
        </pc:sldMkLst>
      </pc:sldChg>
      <pc:sldChg chg="delSp add del mod">
        <pc:chgData name="Patrik Hrkút" userId="69b41f3f-cce6-4833-b1b6-94a378442888" providerId="ADAL" clId="{D884BC09-74E0-4F02-BD42-24DF5927405E}" dt="2023-03-14T12:47:04.420" v="257" actId="47"/>
        <pc:sldMkLst>
          <pc:docMk/>
          <pc:sldMk cId="0" sldId="342"/>
        </pc:sldMkLst>
      </pc:sldChg>
      <pc:sldChg chg="add">
        <pc:chgData name="Patrik Hrkút" userId="69b41f3f-cce6-4833-b1b6-94a378442888" providerId="ADAL" clId="{D884BC09-74E0-4F02-BD42-24DF5927405E}" dt="2023-03-07T12:27:58" v="20"/>
        <pc:sldMkLst>
          <pc:docMk/>
          <pc:sldMk cId="0" sldId="343"/>
        </pc:sldMkLst>
      </pc:sldChg>
      <pc:sldChg chg="add">
        <pc:chgData name="Patrik Hrkút" userId="69b41f3f-cce6-4833-b1b6-94a378442888" providerId="ADAL" clId="{D884BC09-74E0-4F02-BD42-24DF5927405E}" dt="2023-03-07T12:27:58" v="20"/>
        <pc:sldMkLst>
          <pc:docMk/>
          <pc:sldMk cId="0" sldId="344"/>
        </pc:sldMkLst>
      </pc:sldChg>
      <pc:sldChg chg="modSp add mod">
        <pc:chgData name="Patrik Hrkút" userId="69b41f3f-cce6-4833-b1b6-94a378442888" providerId="ADAL" clId="{D884BC09-74E0-4F02-BD42-24DF5927405E}" dt="2023-03-14T13:17:48.068" v="388" actId="20577"/>
        <pc:sldMkLst>
          <pc:docMk/>
          <pc:sldMk cId="2220530451" sldId="345"/>
        </pc:sldMkLst>
      </pc:sldChg>
      <pc:sldMasterChg chg="delSldLayout">
        <pc:chgData name="Patrik Hrkút" userId="69b41f3f-cce6-4833-b1b6-94a378442888" providerId="ADAL" clId="{D884BC09-74E0-4F02-BD42-24DF5927405E}" dt="2023-03-07T12:32:26.017" v="50" actId="47"/>
        <pc:sldMasterMkLst>
          <pc:docMk/>
          <pc:sldMasterMk cId="0" sldId="2147483659"/>
        </pc:sldMasterMkLst>
        <pc:sldLayoutChg chg="del">
          <pc:chgData name="Patrik Hrkút" userId="69b41f3f-cce6-4833-b1b6-94a378442888" providerId="ADAL" clId="{D884BC09-74E0-4F02-BD42-24DF5927405E}" dt="2023-03-07T12:32:26.017" v="50" actId="47"/>
          <pc:sldLayoutMkLst>
            <pc:docMk/>
            <pc:sldMasterMk cId="0" sldId="2147483659"/>
            <pc:sldLayoutMk cId="0" sldId="2147483656"/>
          </pc:sldLayoutMkLst>
        </pc:sldLayoutChg>
      </pc:sldMasterChg>
    </pc:docChg>
  </pc:docChgLst>
  <pc:docChgLst>
    <pc:chgData name="Patrik Hrkút" userId="69b41f3f-cce6-4833-b1b6-94a378442888" providerId="ADAL" clId="{458FA970-6E09-4368-9068-F2B66E75B2BD}"/>
    <pc:docChg chg="undo custSel addSld delSld modSld sldOrd">
      <pc:chgData name="Patrik Hrkút" userId="69b41f3f-cce6-4833-b1b6-94a378442888" providerId="ADAL" clId="{458FA970-6E09-4368-9068-F2B66E75B2BD}" dt="2021-10-04T21:15:05.636" v="3818" actId="20577"/>
      <pc:docMkLst>
        <pc:docMk/>
      </pc:docMkLst>
      <pc:sldChg chg="modSp mod">
        <pc:chgData name="Patrik Hrkút" userId="69b41f3f-cce6-4833-b1b6-94a378442888" providerId="ADAL" clId="{458FA970-6E09-4368-9068-F2B66E75B2BD}" dt="2021-10-03T08:29:06.807" v="15" actId="790"/>
        <pc:sldMkLst>
          <pc:docMk/>
          <pc:sldMk cId="0" sldId="256"/>
        </pc:sldMkLst>
      </pc:sldChg>
      <pc:sldChg chg="modSp mod">
        <pc:chgData name="Patrik Hrkút" userId="69b41f3f-cce6-4833-b1b6-94a378442888" providerId="ADAL" clId="{458FA970-6E09-4368-9068-F2B66E75B2BD}" dt="2021-10-04T21:04:29.997" v="3727" actId="6549"/>
        <pc:sldMkLst>
          <pc:docMk/>
          <pc:sldMk cId="0" sldId="257"/>
        </pc:sldMkLst>
      </pc:sldChg>
      <pc:sldChg chg="modSp mod">
        <pc:chgData name="Patrik Hrkút" userId="69b41f3f-cce6-4833-b1b6-94a378442888" providerId="ADAL" clId="{458FA970-6E09-4368-9068-F2B66E75B2BD}" dt="2021-10-03T08:29:06.878" v="21" actId="790"/>
        <pc:sldMkLst>
          <pc:docMk/>
          <pc:sldMk cId="0" sldId="258"/>
        </pc:sldMkLst>
      </pc:sldChg>
      <pc:sldChg chg="modSp del mod">
        <pc:chgData name="Patrik Hrkút" userId="69b41f3f-cce6-4833-b1b6-94a378442888" providerId="ADAL" clId="{458FA970-6E09-4368-9068-F2B66E75B2BD}" dt="2021-10-03T08:31:50.226" v="238" actId="2696"/>
        <pc:sldMkLst>
          <pc:docMk/>
          <pc:sldMk cId="0" sldId="259"/>
        </pc:sldMkLst>
      </pc:sldChg>
      <pc:sldChg chg="modSp del mod">
        <pc:chgData name="Patrik Hrkút" userId="69b41f3f-cce6-4833-b1b6-94a378442888" providerId="ADAL" clId="{458FA970-6E09-4368-9068-F2B66E75B2BD}" dt="2021-10-03T08:31:50.226" v="238" actId="2696"/>
        <pc:sldMkLst>
          <pc:docMk/>
          <pc:sldMk cId="0" sldId="260"/>
        </pc:sldMkLst>
      </pc:sldChg>
      <pc:sldChg chg="modSp del mod">
        <pc:chgData name="Patrik Hrkút" userId="69b41f3f-cce6-4833-b1b6-94a378442888" providerId="ADAL" clId="{458FA970-6E09-4368-9068-F2B66E75B2BD}" dt="2021-10-03T08:31:50.226" v="238" actId="2696"/>
        <pc:sldMkLst>
          <pc:docMk/>
          <pc:sldMk cId="0" sldId="261"/>
        </pc:sldMkLst>
      </pc:sldChg>
      <pc:sldChg chg="modSp del mod">
        <pc:chgData name="Patrik Hrkút" userId="69b41f3f-cce6-4833-b1b6-94a378442888" providerId="ADAL" clId="{458FA970-6E09-4368-9068-F2B66E75B2BD}" dt="2021-10-03T08:31:50.226" v="238" actId="2696"/>
        <pc:sldMkLst>
          <pc:docMk/>
          <pc:sldMk cId="0" sldId="262"/>
        </pc:sldMkLst>
      </pc:sldChg>
      <pc:sldChg chg="modSp del mod">
        <pc:chgData name="Patrik Hrkút" userId="69b41f3f-cce6-4833-b1b6-94a378442888" providerId="ADAL" clId="{458FA970-6E09-4368-9068-F2B66E75B2BD}" dt="2021-10-03T08:31:50.226" v="238" actId="2696"/>
        <pc:sldMkLst>
          <pc:docMk/>
          <pc:sldMk cId="0" sldId="263"/>
        </pc:sldMkLst>
      </pc:sldChg>
      <pc:sldChg chg="modSp del mod">
        <pc:chgData name="Patrik Hrkút" userId="69b41f3f-cce6-4833-b1b6-94a378442888" providerId="ADAL" clId="{458FA970-6E09-4368-9068-F2B66E75B2BD}" dt="2021-10-03T08:31:50.226" v="238" actId="2696"/>
        <pc:sldMkLst>
          <pc:docMk/>
          <pc:sldMk cId="0" sldId="264"/>
        </pc:sldMkLst>
      </pc:sldChg>
      <pc:sldChg chg="modSp mod">
        <pc:chgData name="Patrik Hrkút" userId="69b41f3f-cce6-4833-b1b6-94a378442888" providerId="ADAL" clId="{458FA970-6E09-4368-9068-F2B66E75B2BD}" dt="2021-10-03T08:39:07.986" v="353" actId="114"/>
        <pc:sldMkLst>
          <pc:docMk/>
          <pc:sldMk cId="0" sldId="265"/>
        </pc:sldMkLst>
      </pc:sldChg>
      <pc:sldChg chg="addSp delSp modSp mod">
        <pc:chgData name="Patrik Hrkút" userId="69b41f3f-cce6-4833-b1b6-94a378442888" providerId="ADAL" clId="{458FA970-6E09-4368-9068-F2B66E75B2BD}" dt="2021-10-04T21:08:13.889" v="3752" actId="1076"/>
        <pc:sldMkLst>
          <pc:docMk/>
          <pc:sldMk cId="0" sldId="266"/>
        </pc:sldMkLst>
      </pc:sldChg>
      <pc:sldChg chg="addSp modSp mod">
        <pc:chgData name="Patrik Hrkút" userId="69b41f3f-cce6-4833-b1b6-94a378442888" providerId="ADAL" clId="{458FA970-6E09-4368-9068-F2B66E75B2BD}" dt="2021-10-04T21:08:43.128" v="3757" actId="1076"/>
        <pc:sldMkLst>
          <pc:docMk/>
          <pc:sldMk cId="0" sldId="267"/>
        </pc:sldMkLst>
      </pc:sldChg>
      <pc:sldChg chg="modSp mod">
        <pc:chgData name="Patrik Hrkút" userId="69b41f3f-cce6-4833-b1b6-94a378442888" providerId="ADAL" clId="{458FA970-6E09-4368-9068-F2B66E75B2BD}" dt="2021-10-04T21:09:18.249" v="3765" actId="20577"/>
        <pc:sldMkLst>
          <pc:docMk/>
          <pc:sldMk cId="0" sldId="268"/>
        </pc:sldMkLst>
      </pc:sldChg>
      <pc:sldChg chg="addSp modSp mod">
        <pc:chgData name="Patrik Hrkút" userId="69b41f3f-cce6-4833-b1b6-94a378442888" providerId="ADAL" clId="{458FA970-6E09-4368-9068-F2B66E75B2BD}" dt="2021-10-04T21:09:58.726" v="3772" actId="1076"/>
        <pc:sldMkLst>
          <pc:docMk/>
          <pc:sldMk cId="0" sldId="269"/>
        </pc:sldMkLst>
      </pc:sldChg>
      <pc:sldChg chg="modSp mod">
        <pc:chgData name="Patrik Hrkút" userId="69b41f3f-cce6-4833-b1b6-94a378442888" providerId="ADAL" clId="{458FA970-6E09-4368-9068-F2B66E75B2BD}" dt="2021-10-03T08:46:34.165" v="412" actId="20577"/>
        <pc:sldMkLst>
          <pc:docMk/>
          <pc:sldMk cId="0" sldId="270"/>
        </pc:sldMkLst>
      </pc:sldChg>
      <pc:sldChg chg="addSp modSp mod">
        <pc:chgData name="Patrik Hrkút" userId="69b41f3f-cce6-4833-b1b6-94a378442888" providerId="ADAL" clId="{458FA970-6E09-4368-9068-F2B66E75B2BD}" dt="2021-10-04T21:10:54.932" v="3783" actId="1076"/>
        <pc:sldMkLst>
          <pc:docMk/>
          <pc:sldMk cId="0" sldId="271"/>
        </pc:sldMkLst>
      </pc:sldChg>
      <pc:sldChg chg="modSp del mod">
        <pc:chgData name="Patrik Hrkút" userId="69b41f3f-cce6-4833-b1b6-94a378442888" providerId="ADAL" clId="{458FA970-6E09-4368-9068-F2B66E75B2BD}" dt="2021-10-03T08:49:46.687" v="413" actId="2696"/>
        <pc:sldMkLst>
          <pc:docMk/>
          <pc:sldMk cId="0" sldId="272"/>
        </pc:sldMkLst>
      </pc:sldChg>
      <pc:sldChg chg="modSp del mod">
        <pc:chgData name="Patrik Hrkút" userId="69b41f3f-cce6-4833-b1b6-94a378442888" providerId="ADAL" clId="{458FA970-6E09-4368-9068-F2B66E75B2BD}" dt="2021-10-03T08:49:46.687" v="413" actId="2696"/>
        <pc:sldMkLst>
          <pc:docMk/>
          <pc:sldMk cId="0" sldId="273"/>
        </pc:sldMkLst>
      </pc:sldChg>
      <pc:sldChg chg="modSp mod">
        <pc:chgData name="Patrik Hrkút" userId="69b41f3f-cce6-4833-b1b6-94a378442888" providerId="ADAL" clId="{458FA970-6E09-4368-9068-F2B66E75B2BD}" dt="2021-10-04T21:11:17.077" v="3787" actId="2711"/>
        <pc:sldMkLst>
          <pc:docMk/>
          <pc:sldMk cId="0" sldId="274"/>
        </pc:sldMkLst>
      </pc:sldChg>
      <pc:sldChg chg="addSp modSp mod">
        <pc:chgData name="Patrik Hrkút" userId="69b41f3f-cce6-4833-b1b6-94a378442888" providerId="ADAL" clId="{458FA970-6E09-4368-9068-F2B66E75B2BD}" dt="2021-10-04T21:12:30.818" v="3806" actId="20577"/>
        <pc:sldMkLst>
          <pc:docMk/>
          <pc:sldMk cId="0" sldId="275"/>
        </pc:sldMkLst>
      </pc:sldChg>
      <pc:sldChg chg="modSp mod">
        <pc:chgData name="Patrik Hrkút" userId="69b41f3f-cce6-4833-b1b6-94a378442888" providerId="ADAL" clId="{458FA970-6E09-4368-9068-F2B66E75B2BD}" dt="2021-10-03T08:58:10.084" v="563" actId="20577"/>
        <pc:sldMkLst>
          <pc:docMk/>
          <pc:sldMk cId="0" sldId="276"/>
        </pc:sldMkLst>
      </pc:sldChg>
      <pc:sldChg chg="modSp mod ord">
        <pc:chgData name="Patrik Hrkút" userId="69b41f3f-cce6-4833-b1b6-94a378442888" providerId="ADAL" clId="{458FA970-6E09-4368-9068-F2B66E75B2BD}" dt="2021-10-03T08:56:48.276" v="491" actId="6549"/>
        <pc:sldMkLst>
          <pc:docMk/>
          <pc:sldMk cId="0" sldId="277"/>
        </pc:sldMkLst>
      </pc:sldChg>
      <pc:sldChg chg="modSp mod">
        <pc:chgData name="Patrik Hrkút" userId="69b41f3f-cce6-4833-b1b6-94a378442888" providerId="ADAL" clId="{458FA970-6E09-4368-9068-F2B66E75B2BD}" dt="2021-10-03T08:29:07.618" v="85" actId="790"/>
        <pc:sldMkLst>
          <pc:docMk/>
          <pc:sldMk cId="0" sldId="278"/>
        </pc:sldMkLst>
      </pc:sldChg>
      <pc:sldChg chg="addSp modSp mod">
        <pc:chgData name="Patrik Hrkút" userId="69b41f3f-cce6-4833-b1b6-94a378442888" providerId="ADAL" clId="{458FA970-6E09-4368-9068-F2B66E75B2BD}" dt="2021-10-04T21:13:25.824" v="3812" actId="1076"/>
        <pc:sldMkLst>
          <pc:docMk/>
          <pc:sldMk cId="0" sldId="279"/>
        </pc:sldMkLst>
      </pc:sldChg>
      <pc:sldChg chg="modSp mod">
        <pc:chgData name="Patrik Hrkút" userId="69b41f3f-cce6-4833-b1b6-94a378442888" providerId="ADAL" clId="{458FA970-6E09-4368-9068-F2B66E75B2BD}" dt="2021-10-03T08:29:07.679" v="91" actId="790"/>
        <pc:sldMkLst>
          <pc:docMk/>
          <pc:sldMk cId="0" sldId="280"/>
        </pc:sldMkLst>
      </pc:sldChg>
      <pc:sldChg chg="modSp mod">
        <pc:chgData name="Patrik Hrkút" userId="69b41f3f-cce6-4833-b1b6-94a378442888" providerId="ADAL" clId="{458FA970-6E09-4368-9068-F2B66E75B2BD}" dt="2021-10-03T08:29:07.709" v="94" actId="790"/>
        <pc:sldMkLst>
          <pc:docMk/>
          <pc:sldMk cId="3894246854" sldId="281"/>
        </pc:sldMkLst>
      </pc:sldChg>
      <pc:sldChg chg="addSp delSp modSp mod ord addAnim delAnim modAnim">
        <pc:chgData name="Patrik Hrkút" userId="69b41f3f-cce6-4833-b1b6-94a378442888" providerId="ADAL" clId="{458FA970-6E09-4368-9068-F2B66E75B2BD}" dt="2021-10-03T10:06:24.497" v="1321"/>
        <pc:sldMkLst>
          <pc:docMk/>
          <pc:sldMk cId="3977852849" sldId="282"/>
        </pc:sldMkLst>
      </pc:sldChg>
      <pc:sldChg chg="addSp delSp modSp del mod">
        <pc:chgData name="Patrik Hrkút" userId="69b41f3f-cce6-4833-b1b6-94a378442888" providerId="ADAL" clId="{458FA970-6E09-4368-9068-F2B66E75B2BD}" dt="2021-10-03T09:32:49.135" v="938" actId="47"/>
        <pc:sldMkLst>
          <pc:docMk/>
          <pc:sldMk cId="0" sldId="283"/>
        </pc:sldMkLst>
      </pc:sldChg>
      <pc:sldChg chg="modSp del mod">
        <pc:chgData name="Patrik Hrkút" userId="69b41f3f-cce6-4833-b1b6-94a378442888" providerId="ADAL" clId="{458FA970-6E09-4368-9068-F2B66E75B2BD}" dt="2021-10-03T09:32:09.089" v="936" actId="47"/>
        <pc:sldMkLst>
          <pc:docMk/>
          <pc:sldMk cId="0" sldId="284"/>
        </pc:sldMkLst>
      </pc:sldChg>
      <pc:sldChg chg="modSp del mod">
        <pc:chgData name="Patrik Hrkút" userId="69b41f3f-cce6-4833-b1b6-94a378442888" providerId="ADAL" clId="{458FA970-6E09-4368-9068-F2B66E75B2BD}" dt="2021-10-03T09:32:46.548" v="937" actId="47"/>
        <pc:sldMkLst>
          <pc:docMk/>
          <pc:sldMk cId="0" sldId="285"/>
        </pc:sldMkLst>
      </pc:sldChg>
      <pc:sldChg chg="modSp mod ord">
        <pc:chgData name="Patrik Hrkút" userId="69b41f3f-cce6-4833-b1b6-94a378442888" providerId="ADAL" clId="{458FA970-6E09-4368-9068-F2B66E75B2BD}" dt="2021-10-03T10:08:01.055" v="1327"/>
        <pc:sldMkLst>
          <pc:docMk/>
          <pc:sldMk cId="1124630151" sldId="286"/>
        </pc:sldMkLst>
      </pc:sldChg>
      <pc:sldChg chg="modSp mod">
        <pc:chgData name="Patrik Hrkút" userId="69b41f3f-cce6-4833-b1b6-94a378442888" providerId="ADAL" clId="{458FA970-6E09-4368-9068-F2B66E75B2BD}" dt="2021-10-03T08:29:08.731" v="117" actId="790"/>
        <pc:sldMkLst>
          <pc:docMk/>
          <pc:sldMk cId="3120933641" sldId="287"/>
        </pc:sldMkLst>
      </pc:sldChg>
      <pc:sldChg chg="modSp mod">
        <pc:chgData name="Patrik Hrkút" userId="69b41f3f-cce6-4833-b1b6-94a378442888" providerId="ADAL" clId="{458FA970-6E09-4368-9068-F2B66E75B2BD}" dt="2021-10-03T08:29:08.768" v="120" actId="790"/>
        <pc:sldMkLst>
          <pc:docMk/>
          <pc:sldMk cId="1181395280" sldId="288"/>
        </pc:sldMkLst>
      </pc:sldChg>
      <pc:sldChg chg="modSp mod">
        <pc:chgData name="Patrik Hrkút" userId="69b41f3f-cce6-4833-b1b6-94a378442888" providerId="ADAL" clId="{458FA970-6E09-4368-9068-F2B66E75B2BD}" dt="2021-10-03T08:29:08.814" v="123" actId="790"/>
        <pc:sldMkLst>
          <pc:docMk/>
          <pc:sldMk cId="0" sldId="289"/>
        </pc:sldMkLst>
      </pc:sldChg>
      <pc:sldChg chg="modSp mod">
        <pc:chgData name="Patrik Hrkút" userId="69b41f3f-cce6-4833-b1b6-94a378442888" providerId="ADAL" clId="{458FA970-6E09-4368-9068-F2B66E75B2BD}" dt="2021-10-03T08:29:08.851" v="126" actId="790"/>
        <pc:sldMkLst>
          <pc:docMk/>
          <pc:sldMk cId="0" sldId="290"/>
        </pc:sldMkLst>
      </pc:sldChg>
      <pc:sldChg chg="modSp mod">
        <pc:chgData name="Patrik Hrkút" userId="69b41f3f-cce6-4833-b1b6-94a378442888" providerId="ADAL" clId="{458FA970-6E09-4368-9068-F2B66E75B2BD}" dt="2021-10-03T09:51:07.792" v="1199" actId="790"/>
        <pc:sldMkLst>
          <pc:docMk/>
          <pc:sldMk cId="0" sldId="291"/>
        </pc:sldMkLst>
      </pc:sldChg>
      <pc:sldChg chg="modSp mod">
        <pc:chgData name="Patrik Hrkút" userId="69b41f3f-cce6-4833-b1b6-94a378442888" providerId="ADAL" clId="{458FA970-6E09-4368-9068-F2B66E75B2BD}" dt="2021-10-03T08:29:08.926" v="132" actId="790"/>
        <pc:sldMkLst>
          <pc:docMk/>
          <pc:sldMk cId="0" sldId="292"/>
        </pc:sldMkLst>
      </pc:sldChg>
      <pc:sldChg chg="modSp mod">
        <pc:chgData name="Patrik Hrkút" userId="69b41f3f-cce6-4833-b1b6-94a378442888" providerId="ADAL" clId="{458FA970-6E09-4368-9068-F2B66E75B2BD}" dt="2021-10-03T08:29:08.959" v="135" actId="790"/>
        <pc:sldMkLst>
          <pc:docMk/>
          <pc:sldMk cId="0" sldId="293"/>
        </pc:sldMkLst>
      </pc:sldChg>
      <pc:sldChg chg="modSp mod">
        <pc:chgData name="Patrik Hrkút" userId="69b41f3f-cce6-4833-b1b6-94a378442888" providerId="ADAL" clId="{458FA970-6E09-4368-9068-F2B66E75B2BD}" dt="2021-10-03T08:29:08.997" v="138" actId="790"/>
        <pc:sldMkLst>
          <pc:docMk/>
          <pc:sldMk cId="0" sldId="294"/>
        </pc:sldMkLst>
      </pc:sldChg>
      <pc:sldChg chg="modSp mod">
        <pc:chgData name="Patrik Hrkút" userId="69b41f3f-cce6-4833-b1b6-94a378442888" providerId="ADAL" clId="{458FA970-6E09-4368-9068-F2B66E75B2BD}" dt="2021-10-03T08:29:09.023" v="141" actId="790"/>
        <pc:sldMkLst>
          <pc:docMk/>
          <pc:sldMk cId="0" sldId="295"/>
        </pc:sldMkLst>
      </pc:sldChg>
      <pc:sldChg chg="modSp mod">
        <pc:chgData name="Patrik Hrkút" userId="69b41f3f-cce6-4833-b1b6-94a378442888" providerId="ADAL" clId="{458FA970-6E09-4368-9068-F2B66E75B2BD}" dt="2021-10-04T19:35:10.546" v="2770" actId="20577"/>
        <pc:sldMkLst>
          <pc:docMk/>
          <pc:sldMk cId="0" sldId="296"/>
        </pc:sldMkLst>
      </pc:sldChg>
      <pc:sldChg chg="modSp mod">
        <pc:chgData name="Patrik Hrkút" userId="69b41f3f-cce6-4833-b1b6-94a378442888" providerId="ADAL" clId="{458FA970-6E09-4368-9068-F2B66E75B2BD}" dt="2021-10-03T08:29:09.087" v="147" actId="790"/>
        <pc:sldMkLst>
          <pc:docMk/>
          <pc:sldMk cId="0" sldId="297"/>
        </pc:sldMkLst>
      </pc:sldChg>
      <pc:sldChg chg="addSp delSp modSp mod modAnim">
        <pc:chgData name="Patrik Hrkút" userId="69b41f3f-cce6-4833-b1b6-94a378442888" providerId="ADAL" clId="{458FA970-6E09-4368-9068-F2B66E75B2BD}" dt="2021-10-03T10:24:06.095" v="1524" actId="6549"/>
        <pc:sldMkLst>
          <pc:docMk/>
          <pc:sldMk cId="1938647773" sldId="298"/>
        </pc:sldMkLst>
      </pc:sldChg>
      <pc:sldChg chg="modSp del mod">
        <pc:chgData name="Patrik Hrkút" userId="69b41f3f-cce6-4833-b1b6-94a378442888" providerId="ADAL" clId="{458FA970-6E09-4368-9068-F2B66E75B2BD}" dt="2021-10-03T10:02:46.401" v="1317" actId="47"/>
        <pc:sldMkLst>
          <pc:docMk/>
          <pc:sldMk cId="0" sldId="299"/>
        </pc:sldMkLst>
      </pc:sldChg>
      <pc:sldChg chg="modSp del mod">
        <pc:chgData name="Patrik Hrkút" userId="69b41f3f-cce6-4833-b1b6-94a378442888" providerId="ADAL" clId="{458FA970-6E09-4368-9068-F2B66E75B2BD}" dt="2021-10-03T10:02:52.071" v="1318" actId="47"/>
        <pc:sldMkLst>
          <pc:docMk/>
          <pc:sldMk cId="0" sldId="300"/>
        </pc:sldMkLst>
      </pc:sldChg>
      <pc:sldChg chg="modSp del mod">
        <pc:chgData name="Patrik Hrkút" userId="69b41f3f-cce6-4833-b1b6-94a378442888" providerId="ADAL" clId="{458FA970-6E09-4368-9068-F2B66E75B2BD}" dt="2021-10-03T10:24:50.593" v="1525" actId="47"/>
        <pc:sldMkLst>
          <pc:docMk/>
          <pc:sldMk cId="0" sldId="301"/>
        </pc:sldMkLst>
      </pc:sldChg>
      <pc:sldChg chg="modSp del mod">
        <pc:chgData name="Patrik Hrkút" userId="69b41f3f-cce6-4833-b1b6-94a378442888" providerId="ADAL" clId="{458FA970-6E09-4368-9068-F2B66E75B2BD}" dt="2021-10-03T10:24:54.418" v="1526" actId="47"/>
        <pc:sldMkLst>
          <pc:docMk/>
          <pc:sldMk cId="0" sldId="302"/>
        </pc:sldMkLst>
      </pc:sldChg>
      <pc:sldChg chg="modSp mod">
        <pc:chgData name="Patrik Hrkút" userId="69b41f3f-cce6-4833-b1b6-94a378442888" providerId="ADAL" clId="{458FA970-6E09-4368-9068-F2B66E75B2BD}" dt="2021-10-03T08:29:09.795" v="172" actId="790"/>
        <pc:sldMkLst>
          <pc:docMk/>
          <pc:sldMk cId="0" sldId="303"/>
        </pc:sldMkLst>
      </pc:sldChg>
      <pc:sldChg chg="addSp modSp mod">
        <pc:chgData name="Patrik Hrkút" userId="69b41f3f-cce6-4833-b1b6-94a378442888" providerId="ADAL" clId="{458FA970-6E09-4368-9068-F2B66E75B2BD}" dt="2021-10-04T20:46:28.081" v="3721" actId="20577"/>
        <pc:sldMkLst>
          <pc:docMk/>
          <pc:sldMk cId="0" sldId="304"/>
        </pc:sldMkLst>
      </pc:sldChg>
      <pc:sldChg chg="modSp mod">
        <pc:chgData name="Patrik Hrkút" userId="69b41f3f-cce6-4833-b1b6-94a378442888" providerId="ADAL" clId="{458FA970-6E09-4368-9068-F2B66E75B2BD}" dt="2021-10-04T20:16:03.881" v="3479" actId="6549"/>
        <pc:sldMkLst>
          <pc:docMk/>
          <pc:sldMk cId="0" sldId="305"/>
        </pc:sldMkLst>
      </pc:sldChg>
      <pc:sldChg chg="addSp delSp modSp mod">
        <pc:chgData name="Patrik Hrkút" userId="69b41f3f-cce6-4833-b1b6-94a378442888" providerId="ADAL" clId="{458FA970-6E09-4368-9068-F2B66E75B2BD}" dt="2021-10-04T21:15:05.636" v="3818" actId="20577"/>
        <pc:sldMkLst>
          <pc:docMk/>
          <pc:sldMk cId="0" sldId="306"/>
        </pc:sldMkLst>
      </pc:sldChg>
      <pc:sldChg chg="modSp mod">
        <pc:chgData name="Patrik Hrkút" userId="69b41f3f-cce6-4833-b1b6-94a378442888" providerId="ADAL" clId="{458FA970-6E09-4368-9068-F2B66E75B2BD}" dt="2021-10-04T20:33:48.805" v="3694" actId="20577"/>
        <pc:sldMkLst>
          <pc:docMk/>
          <pc:sldMk cId="0" sldId="307"/>
        </pc:sldMkLst>
      </pc:sldChg>
      <pc:sldChg chg="delSp modSp mod ord">
        <pc:chgData name="Patrik Hrkút" userId="69b41f3f-cce6-4833-b1b6-94a378442888" providerId="ADAL" clId="{458FA970-6E09-4368-9068-F2B66E75B2BD}" dt="2021-10-04T20:34:15.830" v="3697" actId="6549"/>
        <pc:sldMkLst>
          <pc:docMk/>
          <pc:sldMk cId="0" sldId="308"/>
        </pc:sldMkLst>
      </pc:sldChg>
      <pc:sldChg chg="modSp del mod ord">
        <pc:chgData name="Patrik Hrkút" userId="69b41f3f-cce6-4833-b1b6-94a378442888" providerId="ADAL" clId="{458FA970-6E09-4368-9068-F2B66E75B2BD}" dt="2021-10-03T11:09:16.078" v="1701" actId="47"/>
        <pc:sldMkLst>
          <pc:docMk/>
          <pc:sldMk cId="0" sldId="309"/>
        </pc:sldMkLst>
      </pc:sldChg>
      <pc:sldChg chg="addSp delSp modSp mod">
        <pc:chgData name="Patrik Hrkút" userId="69b41f3f-cce6-4833-b1b6-94a378442888" providerId="ADAL" clId="{458FA970-6E09-4368-9068-F2B66E75B2BD}" dt="2021-10-03T11:04:40.976" v="1610" actId="1076"/>
        <pc:sldMkLst>
          <pc:docMk/>
          <pc:sldMk cId="0" sldId="310"/>
        </pc:sldMkLst>
      </pc:sldChg>
      <pc:sldChg chg="modSp mod">
        <pc:chgData name="Patrik Hrkút" userId="69b41f3f-cce6-4833-b1b6-94a378442888" providerId="ADAL" clId="{458FA970-6E09-4368-9068-F2B66E75B2BD}" dt="2021-10-04T21:14:59.543" v="3817" actId="6549"/>
        <pc:sldMkLst>
          <pc:docMk/>
          <pc:sldMk cId="0" sldId="311"/>
        </pc:sldMkLst>
      </pc:sldChg>
      <pc:sldChg chg="modSp mod">
        <pc:chgData name="Patrik Hrkút" userId="69b41f3f-cce6-4833-b1b6-94a378442888" providerId="ADAL" clId="{458FA970-6E09-4368-9068-F2B66E75B2BD}" dt="2021-10-03T10:28:24.427" v="1566" actId="20577"/>
        <pc:sldMkLst>
          <pc:docMk/>
          <pc:sldMk cId="0" sldId="312"/>
        </pc:sldMkLst>
      </pc:sldChg>
      <pc:sldChg chg="addSp delSp modSp add mod">
        <pc:chgData name="Patrik Hrkút" userId="69b41f3f-cce6-4833-b1b6-94a378442888" providerId="ADAL" clId="{458FA970-6E09-4368-9068-F2B66E75B2BD}" dt="2021-10-03T10:26:51.458" v="1533" actId="108"/>
        <pc:sldMkLst>
          <pc:docMk/>
          <pc:sldMk cId="3651465564" sldId="313"/>
        </pc:sldMkLst>
      </pc:sldChg>
      <pc:sldChg chg="modSp mod">
        <pc:chgData name="Patrik Hrkút" userId="69b41f3f-cce6-4833-b1b6-94a378442888" providerId="ADAL" clId="{458FA970-6E09-4368-9068-F2B66E75B2BD}" dt="2021-10-04T19:23:10.047" v="2584" actId="20577"/>
        <pc:sldMkLst>
          <pc:docMk/>
          <pc:sldMk cId="3780994369" sldId="323"/>
        </pc:sldMkLst>
      </pc:sldChg>
      <pc:sldChg chg="addSp modSp new mod">
        <pc:chgData name="Patrik Hrkút" userId="69b41f3f-cce6-4833-b1b6-94a378442888" providerId="ADAL" clId="{458FA970-6E09-4368-9068-F2B66E75B2BD}" dt="2021-10-04T19:23:38.678" v="2602" actId="20577"/>
        <pc:sldMkLst>
          <pc:docMk/>
          <pc:sldMk cId="646979382" sldId="324"/>
        </pc:sldMkLst>
      </pc:sldChg>
      <pc:sldChg chg="modSp new mod">
        <pc:chgData name="Patrik Hrkút" userId="69b41f3f-cce6-4833-b1b6-94a378442888" providerId="ADAL" clId="{458FA970-6E09-4368-9068-F2B66E75B2BD}" dt="2021-10-04T19:23:28.240" v="2589" actId="20577"/>
        <pc:sldMkLst>
          <pc:docMk/>
          <pc:sldMk cId="1565048540" sldId="325"/>
        </pc:sldMkLst>
      </pc:sldChg>
      <pc:sldChg chg="addSp delSp modSp new mod">
        <pc:chgData name="Patrik Hrkút" userId="69b41f3f-cce6-4833-b1b6-94a378442888" providerId="ADAL" clId="{458FA970-6E09-4368-9068-F2B66E75B2BD}" dt="2021-10-04T19:33:45.702" v="2768" actId="790"/>
        <pc:sldMkLst>
          <pc:docMk/>
          <pc:sldMk cId="1951717836" sldId="326"/>
        </pc:sldMkLst>
      </pc:sldChg>
      <pc:sldChg chg="modSp new mod">
        <pc:chgData name="Patrik Hrkút" userId="69b41f3f-cce6-4833-b1b6-94a378442888" providerId="ADAL" clId="{458FA970-6E09-4368-9068-F2B66E75B2BD}" dt="2021-10-04T19:58:34.579" v="3343" actId="14100"/>
        <pc:sldMkLst>
          <pc:docMk/>
          <pc:sldMk cId="1452855543" sldId="327"/>
        </pc:sldMkLst>
      </pc:sldChg>
      <pc:sldChg chg="addSp delSp modSp new mod">
        <pc:chgData name="Patrik Hrkút" userId="69b41f3f-cce6-4833-b1b6-94a378442888" providerId="ADAL" clId="{458FA970-6E09-4368-9068-F2B66E75B2BD}" dt="2021-10-04T20:08:30.622" v="3436" actId="1076"/>
        <pc:sldMkLst>
          <pc:docMk/>
          <pc:sldMk cId="3463535642" sldId="328"/>
        </pc:sldMkLst>
      </pc:sldChg>
    </pc:docChg>
  </pc:docChgLst>
  <pc:docChgLst>
    <pc:chgData name="Patrik Hrkút" userId="69b41f3f-cce6-4833-b1b6-94a378442888" providerId="ADAL" clId="{858FBBFA-1008-45DA-B5CF-12F639EC7053}"/>
    <pc:docChg chg="undo redo custSel addSld delSld modSld sldOrd">
      <pc:chgData name="Patrik Hrkút" userId="69b41f3f-cce6-4833-b1b6-94a378442888" providerId="ADAL" clId="{858FBBFA-1008-45DA-B5CF-12F639EC7053}" dt="2023-10-06T13:15:24.009" v="1415" actId="47"/>
      <pc:docMkLst>
        <pc:docMk/>
      </pc:docMkLst>
      <pc:sldChg chg="addSp delSp modSp mod">
        <pc:chgData name="Patrik Hrkút" userId="69b41f3f-cce6-4833-b1b6-94a378442888" providerId="ADAL" clId="{858FBBFA-1008-45DA-B5CF-12F639EC7053}" dt="2023-09-19T07:06:34.428" v="12" actId="20577"/>
        <pc:sldMkLst>
          <pc:docMk/>
          <pc:sldMk cId="0" sldId="256"/>
        </pc:sldMkLst>
      </pc:sldChg>
      <pc:sldChg chg="del">
        <pc:chgData name="Patrik Hrkút" userId="69b41f3f-cce6-4833-b1b6-94a378442888" providerId="ADAL" clId="{858FBBFA-1008-45DA-B5CF-12F639EC7053}" dt="2023-10-06T13:15:23.011" v="1414" actId="47"/>
        <pc:sldMkLst>
          <pc:docMk/>
          <pc:sldMk cId="0" sldId="265"/>
        </pc:sldMkLst>
      </pc:sldChg>
      <pc:sldChg chg="del">
        <pc:chgData name="Patrik Hrkút" userId="69b41f3f-cce6-4833-b1b6-94a378442888" providerId="ADAL" clId="{858FBBFA-1008-45DA-B5CF-12F639EC7053}" dt="2023-10-06T13:15:24.009" v="1415" actId="47"/>
        <pc:sldMkLst>
          <pc:docMk/>
          <pc:sldMk cId="0" sldId="266"/>
        </pc:sldMkLst>
      </pc:sldChg>
      <pc:sldChg chg="del">
        <pc:chgData name="Patrik Hrkút" userId="69b41f3f-cce6-4833-b1b6-94a378442888" providerId="ADAL" clId="{858FBBFA-1008-45DA-B5CF-12F639EC7053}" dt="2023-10-04T07:14:13.554" v="1090" actId="47"/>
        <pc:sldMkLst>
          <pc:docMk/>
          <pc:sldMk cId="0" sldId="267"/>
        </pc:sldMkLst>
      </pc:sldChg>
      <pc:sldChg chg="modSp mod">
        <pc:chgData name="Patrik Hrkút" userId="69b41f3f-cce6-4833-b1b6-94a378442888" providerId="ADAL" clId="{858FBBFA-1008-45DA-B5CF-12F639EC7053}" dt="2023-10-04T07:15:21.340" v="1116" actId="20577"/>
        <pc:sldMkLst>
          <pc:docMk/>
          <pc:sldMk cId="0" sldId="269"/>
        </pc:sldMkLst>
      </pc:sldChg>
      <pc:sldChg chg="modSp mod">
        <pc:chgData name="Patrik Hrkút" userId="69b41f3f-cce6-4833-b1b6-94a378442888" providerId="ADAL" clId="{858FBBFA-1008-45DA-B5CF-12F639EC7053}" dt="2023-10-04T07:16:38.439" v="1138" actId="20577"/>
        <pc:sldMkLst>
          <pc:docMk/>
          <pc:sldMk cId="0" sldId="274"/>
        </pc:sldMkLst>
      </pc:sldChg>
      <pc:sldChg chg="modSp mod">
        <pc:chgData name="Patrik Hrkút" userId="69b41f3f-cce6-4833-b1b6-94a378442888" providerId="ADAL" clId="{858FBBFA-1008-45DA-B5CF-12F639EC7053}" dt="2023-10-04T07:18:34.813" v="1239" actId="20577"/>
        <pc:sldMkLst>
          <pc:docMk/>
          <pc:sldMk cId="0" sldId="275"/>
        </pc:sldMkLst>
      </pc:sldChg>
      <pc:sldChg chg="del">
        <pc:chgData name="Patrik Hrkút" userId="69b41f3f-cce6-4833-b1b6-94a378442888" providerId="ADAL" clId="{858FBBFA-1008-45DA-B5CF-12F639EC7053}" dt="2023-10-04T07:18:50.826" v="1241" actId="47"/>
        <pc:sldMkLst>
          <pc:docMk/>
          <pc:sldMk cId="0" sldId="276"/>
        </pc:sldMkLst>
      </pc:sldChg>
      <pc:sldChg chg="del">
        <pc:chgData name="Patrik Hrkút" userId="69b41f3f-cce6-4833-b1b6-94a378442888" providerId="ADAL" clId="{858FBBFA-1008-45DA-B5CF-12F639EC7053}" dt="2023-10-04T07:18:49.399" v="1240" actId="47"/>
        <pc:sldMkLst>
          <pc:docMk/>
          <pc:sldMk cId="0" sldId="277"/>
        </pc:sldMkLst>
      </pc:sldChg>
      <pc:sldChg chg="del">
        <pc:chgData name="Patrik Hrkút" userId="69b41f3f-cce6-4833-b1b6-94a378442888" providerId="ADAL" clId="{858FBBFA-1008-45DA-B5CF-12F639EC7053}" dt="2023-10-04T07:18:59.180" v="1242" actId="47"/>
        <pc:sldMkLst>
          <pc:docMk/>
          <pc:sldMk cId="0" sldId="279"/>
        </pc:sldMkLst>
      </pc:sldChg>
      <pc:sldChg chg="modSp mod">
        <pc:chgData name="Patrik Hrkút" userId="69b41f3f-cce6-4833-b1b6-94a378442888" providerId="ADAL" clId="{858FBBFA-1008-45DA-B5CF-12F639EC7053}" dt="2023-10-04T07:19:56.135" v="1325" actId="790"/>
        <pc:sldMkLst>
          <pc:docMk/>
          <pc:sldMk cId="0" sldId="280"/>
        </pc:sldMkLst>
      </pc:sldChg>
      <pc:sldChg chg="modSp add mod">
        <pc:chgData name="Patrik Hrkút" userId="69b41f3f-cce6-4833-b1b6-94a378442888" providerId="ADAL" clId="{858FBBFA-1008-45DA-B5CF-12F639EC7053}" dt="2023-10-04T06:39:41.796" v="628" actId="6549"/>
        <pc:sldMkLst>
          <pc:docMk/>
          <pc:sldMk cId="0" sldId="281"/>
        </pc:sldMkLst>
      </pc:sldChg>
      <pc:sldChg chg="addSp delSp modSp del mod">
        <pc:chgData name="Patrik Hrkút" userId="69b41f3f-cce6-4833-b1b6-94a378442888" providerId="ADAL" clId="{858FBBFA-1008-45DA-B5CF-12F639EC7053}" dt="2023-10-04T06:35:33.322" v="486" actId="47"/>
        <pc:sldMkLst>
          <pc:docMk/>
          <pc:sldMk cId="3894246854" sldId="281"/>
        </pc:sldMkLst>
      </pc:sldChg>
      <pc:sldChg chg="ord">
        <pc:chgData name="Patrik Hrkút" userId="69b41f3f-cce6-4833-b1b6-94a378442888" providerId="ADAL" clId="{858FBBFA-1008-45DA-B5CF-12F639EC7053}" dt="2023-10-04T06:39:17.869" v="601"/>
        <pc:sldMkLst>
          <pc:docMk/>
          <pc:sldMk cId="3852919277" sldId="282"/>
        </pc:sldMkLst>
      </pc:sldChg>
      <pc:sldChg chg="modSp mod ord">
        <pc:chgData name="Patrik Hrkút" userId="69b41f3f-cce6-4833-b1b6-94a378442888" providerId="ADAL" clId="{858FBBFA-1008-45DA-B5CF-12F639EC7053}" dt="2023-10-04T06:42:54.932" v="745" actId="20577"/>
        <pc:sldMkLst>
          <pc:docMk/>
          <pc:sldMk cId="3120933641" sldId="287"/>
        </pc:sldMkLst>
      </pc:sldChg>
      <pc:sldChg chg="del">
        <pc:chgData name="Patrik Hrkút" userId="69b41f3f-cce6-4833-b1b6-94a378442888" providerId="ADAL" clId="{858FBBFA-1008-45DA-B5CF-12F639EC7053}" dt="2023-10-04T06:42:57.619" v="746" actId="47"/>
        <pc:sldMkLst>
          <pc:docMk/>
          <pc:sldMk cId="1181395280" sldId="288"/>
        </pc:sldMkLst>
      </pc:sldChg>
      <pc:sldChg chg="del">
        <pc:chgData name="Patrik Hrkút" userId="69b41f3f-cce6-4833-b1b6-94a378442888" providerId="ADAL" clId="{858FBBFA-1008-45DA-B5CF-12F639EC7053}" dt="2023-10-04T07:21:23.242" v="1330" actId="47"/>
        <pc:sldMkLst>
          <pc:docMk/>
          <pc:sldMk cId="0" sldId="295"/>
        </pc:sldMkLst>
      </pc:sldChg>
      <pc:sldChg chg="del">
        <pc:chgData name="Patrik Hrkút" userId="69b41f3f-cce6-4833-b1b6-94a378442888" providerId="ADAL" clId="{858FBBFA-1008-45DA-B5CF-12F639EC7053}" dt="2023-10-04T07:21:25.718" v="1331" actId="47"/>
        <pc:sldMkLst>
          <pc:docMk/>
          <pc:sldMk cId="0" sldId="296"/>
        </pc:sldMkLst>
      </pc:sldChg>
      <pc:sldChg chg="del">
        <pc:chgData name="Patrik Hrkút" userId="69b41f3f-cce6-4833-b1b6-94a378442888" providerId="ADAL" clId="{858FBBFA-1008-45DA-B5CF-12F639EC7053}" dt="2023-10-04T07:21:29.268" v="1332" actId="47"/>
        <pc:sldMkLst>
          <pc:docMk/>
          <pc:sldMk cId="0" sldId="297"/>
        </pc:sldMkLst>
      </pc:sldChg>
      <pc:sldChg chg="modAnim">
        <pc:chgData name="Patrik Hrkút" userId="69b41f3f-cce6-4833-b1b6-94a378442888" providerId="ADAL" clId="{858FBBFA-1008-45DA-B5CF-12F639EC7053}" dt="2023-10-04T06:44:05.755" v="747"/>
        <pc:sldMkLst>
          <pc:docMk/>
          <pc:sldMk cId="1938647773" sldId="298"/>
        </pc:sldMkLst>
      </pc:sldChg>
      <pc:sldChg chg="modSp mod">
        <pc:chgData name="Patrik Hrkút" userId="69b41f3f-cce6-4833-b1b6-94a378442888" providerId="ADAL" clId="{858FBBFA-1008-45DA-B5CF-12F639EC7053}" dt="2023-10-04T06:17:07.402" v="82" actId="20577"/>
        <pc:sldMkLst>
          <pc:docMk/>
          <pc:sldMk cId="0" sldId="303"/>
        </pc:sldMkLst>
      </pc:sldChg>
      <pc:sldChg chg="modSp mod">
        <pc:chgData name="Patrik Hrkút" userId="69b41f3f-cce6-4833-b1b6-94a378442888" providerId="ADAL" clId="{858FBBFA-1008-45DA-B5CF-12F639EC7053}" dt="2023-10-04T06:18:20.049" v="86" actId="207"/>
        <pc:sldMkLst>
          <pc:docMk/>
          <pc:sldMk cId="0" sldId="304"/>
        </pc:sldMkLst>
      </pc:sldChg>
      <pc:sldChg chg="addSp delSp modSp mod">
        <pc:chgData name="Patrik Hrkút" userId="69b41f3f-cce6-4833-b1b6-94a378442888" providerId="ADAL" clId="{858FBBFA-1008-45DA-B5CF-12F639EC7053}" dt="2023-10-04T06:31:50.328" v="457" actId="14100"/>
        <pc:sldMkLst>
          <pc:docMk/>
          <pc:sldMk cId="0" sldId="305"/>
        </pc:sldMkLst>
      </pc:sldChg>
      <pc:sldChg chg="modSp mod">
        <pc:chgData name="Patrik Hrkút" userId="69b41f3f-cce6-4833-b1b6-94a378442888" providerId="ADAL" clId="{858FBBFA-1008-45DA-B5CF-12F639EC7053}" dt="2023-10-04T06:39:49.113" v="639" actId="20577"/>
        <pc:sldMkLst>
          <pc:docMk/>
          <pc:sldMk cId="0" sldId="309"/>
        </pc:sldMkLst>
      </pc:sldChg>
      <pc:sldChg chg="modSp mod">
        <pc:chgData name="Patrik Hrkút" userId="69b41f3f-cce6-4833-b1b6-94a378442888" providerId="ADAL" clId="{858FBBFA-1008-45DA-B5CF-12F639EC7053}" dt="2023-10-04T06:39:58.662" v="653" actId="20577"/>
        <pc:sldMkLst>
          <pc:docMk/>
          <pc:sldMk cId="0" sldId="310"/>
        </pc:sldMkLst>
      </pc:sldChg>
      <pc:sldChg chg="addSp modSp mod">
        <pc:chgData name="Patrik Hrkút" userId="69b41f3f-cce6-4833-b1b6-94a378442888" providerId="ADAL" clId="{858FBBFA-1008-45DA-B5CF-12F639EC7053}" dt="2023-10-04T06:57:59.104" v="987" actId="1076"/>
        <pc:sldMkLst>
          <pc:docMk/>
          <pc:sldMk cId="0" sldId="312"/>
        </pc:sldMkLst>
      </pc:sldChg>
      <pc:sldChg chg="del">
        <pc:chgData name="Patrik Hrkút" userId="69b41f3f-cce6-4833-b1b6-94a378442888" providerId="ADAL" clId="{858FBBFA-1008-45DA-B5CF-12F639EC7053}" dt="2023-10-04T07:20:11.246" v="1326" actId="47"/>
        <pc:sldMkLst>
          <pc:docMk/>
          <pc:sldMk cId="2368735686" sldId="314"/>
        </pc:sldMkLst>
      </pc:sldChg>
      <pc:sldChg chg="del">
        <pc:chgData name="Patrik Hrkút" userId="69b41f3f-cce6-4833-b1b6-94a378442888" providerId="ADAL" clId="{858FBBFA-1008-45DA-B5CF-12F639EC7053}" dt="2023-10-04T07:20:12.834" v="1327" actId="47"/>
        <pc:sldMkLst>
          <pc:docMk/>
          <pc:sldMk cId="4025393924" sldId="315"/>
        </pc:sldMkLst>
      </pc:sldChg>
      <pc:sldChg chg="del">
        <pc:chgData name="Patrik Hrkút" userId="69b41f3f-cce6-4833-b1b6-94a378442888" providerId="ADAL" clId="{858FBBFA-1008-45DA-B5CF-12F639EC7053}" dt="2023-10-04T07:14:01.254" v="1089" actId="47"/>
        <pc:sldMkLst>
          <pc:docMk/>
          <pc:sldMk cId="2958028074" sldId="320"/>
        </pc:sldMkLst>
      </pc:sldChg>
      <pc:sldChg chg="modSp mod">
        <pc:chgData name="Patrik Hrkút" userId="69b41f3f-cce6-4833-b1b6-94a378442888" providerId="ADAL" clId="{858FBBFA-1008-45DA-B5CF-12F639EC7053}" dt="2023-10-04T07:31:38.314" v="1404" actId="20577"/>
        <pc:sldMkLst>
          <pc:docMk/>
          <pc:sldMk cId="3780994369" sldId="323"/>
        </pc:sldMkLst>
      </pc:sldChg>
      <pc:sldChg chg="del">
        <pc:chgData name="Patrik Hrkút" userId="69b41f3f-cce6-4833-b1b6-94a378442888" providerId="ADAL" clId="{858FBBFA-1008-45DA-B5CF-12F639EC7053}" dt="2023-10-04T07:20:58.721" v="1328" actId="47"/>
        <pc:sldMkLst>
          <pc:docMk/>
          <pc:sldMk cId="1452855543" sldId="327"/>
        </pc:sldMkLst>
      </pc:sldChg>
      <pc:sldChg chg="del">
        <pc:chgData name="Patrik Hrkút" userId="69b41f3f-cce6-4833-b1b6-94a378442888" providerId="ADAL" clId="{858FBBFA-1008-45DA-B5CF-12F639EC7053}" dt="2023-10-04T07:21:00.195" v="1329" actId="47"/>
        <pc:sldMkLst>
          <pc:docMk/>
          <pc:sldMk cId="3463535642" sldId="328"/>
        </pc:sldMkLst>
      </pc:sldChg>
      <pc:sldChg chg="del">
        <pc:chgData name="Patrik Hrkút" userId="69b41f3f-cce6-4833-b1b6-94a378442888" providerId="ADAL" clId="{858FBBFA-1008-45DA-B5CF-12F639EC7053}" dt="2023-10-04T06:47:56.838" v="755" actId="47"/>
        <pc:sldMkLst>
          <pc:docMk/>
          <pc:sldMk cId="0" sldId="329"/>
        </pc:sldMkLst>
      </pc:sldChg>
      <pc:sldChg chg="addSp modSp mod">
        <pc:chgData name="Patrik Hrkút" userId="69b41f3f-cce6-4833-b1b6-94a378442888" providerId="ADAL" clId="{858FBBFA-1008-45DA-B5CF-12F639EC7053}" dt="2023-10-04T06:56:50.879" v="954" actId="20577"/>
        <pc:sldMkLst>
          <pc:docMk/>
          <pc:sldMk cId="0" sldId="330"/>
        </pc:sldMkLst>
      </pc:sldChg>
      <pc:sldChg chg="modSp mod">
        <pc:chgData name="Patrik Hrkút" userId="69b41f3f-cce6-4833-b1b6-94a378442888" providerId="ADAL" clId="{858FBBFA-1008-45DA-B5CF-12F639EC7053}" dt="2023-10-04T06:59:28.351" v="994" actId="2711"/>
        <pc:sldMkLst>
          <pc:docMk/>
          <pc:sldMk cId="0" sldId="331"/>
        </pc:sldMkLst>
      </pc:sldChg>
      <pc:sldChg chg="add del">
        <pc:chgData name="Patrik Hrkút" userId="69b41f3f-cce6-4833-b1b6-94a378442888" providerId="ADAL" clId="{858FBBFA-1008-45DA-B5CF-12F639EC7053}" dt="2023-10-06T13:15:09.959" v="1413" actId="47"/>
        <pc:sldMkLst>
          <pc:docMk/>
          <pc:sldMk cId="0" sldId="332"/>
        </pc:sldMkLst>
      </pc:sldChg>
      <pc:sldChg chg="modSp mod">
        <pc:chgData name="Patrik Hrkút" userId="69b41f3f-cce6-4833-b1b6-94a378442888" providerId="ADAL" clId="{858FBBFA-1008-45DA-B5CF-12F639EC7053}" dt="2023-10-04T06:59:59.239" v="995" actId="108"/>
        <pc:sldMkLst>
          <pc:docMk/>
          <pc:sldMk cId="0" sldId="333"/>
        </pc:sldMkLst>
      </pc:sldChg>
      <pc:sldChg chg="modSp mod">
        <pc:chgData name="Patrik Hrkút" userId="69b41f3f-cce6-4833-b1b6-94a378442888" providerId="ADAL" clId="{858FBBFA-1008-45DA-B5CF-12F639EC7053}" dt="2023-10-04T07:00:07.690" v="996" actId="20577"/>
        <pc:sldMkLst>
          <pc:docMk/>
          <pc:sldMk cId="0" sldId="334"/>
        </pc:sldMkLst>
      </pc:sldChg>
      <pc:sldChg chg="modSp mod ord">
        <pc:chgData name="Patrik Hrkút" userId="69b41f3f-cce6-4833-b1b6-94a378442888" providerId="ADAL" clId="{858FBBFA-1008-45DA-B5CF-12F639EC7053}" dt="2023-10-06T13:14:51.573" v="1409" actId="20578"/>
        <pc:sldMkLst>
          <pc:docMk/>
          <pc:sldMk cId="0" sldId="335"/>
        </pc:sldMkLst>
      </pc:sldChg>
      <pc:sldChg chg="modSp mod">
        <pc:chgData name="Patrik Hrkút" userId="69b41f3f-cce6-4833-b1b6-94a378442888" providerId="ADAL" clId="{858FBBFA-1008-45DA-B5CF-12F639EC7053}" dt="2023-10-04T07:04:53.024" v="1010" actId="2711"/>
        <pc:sldMkLst>
          <pc:docMk/>
          <pc:sldMk cId="0" sldId="336"/>
        </pc:sldMkLst>
      </pc:sldChg>
      <pc:sldChg chg="addSp delSp modSp mod">
        <pc:chgData name="Patrik Hrkút" userId="69b41f3f-cce6-4833-b1b6-94a378442888" providerId="ADAL" clId="{858FBBFA-1008-45DA-B5CF-12F639EC7053}" dt="2023-10-04T07:09:27.185" v="1052" actId="1076"/>
        <pc:sldMkLst>
          <pc:docMk/>
          <pc:sldMk cId="0" sldId="337"/>
        </pc:sldMkLst>
      </pc:sldChg>
      <pc:sldChg chg="modSp mod">
        <pc:chgData name="Patrik Hrkút" userId="69b41f3f-cce6-4833-b1b6-94a378442888" providerId="ADAL" clId="{858FBBFA-1008-45DA-B5CF-12F639EC7053}" dt="2023-10-04T07:09:36.355" v="1053" actId="790"/>
        <pc:sldMkLst>
          <pc:docMk/>
          <pc:sldMk cId="0" sldId="338"/>
        </pc:sldMkLst>
      </pc:sldChg>
      <pc:sldChg chg="modSp mod">
        <pc:chgData name="Patrik Hrkút" userId="69b41f3f-cce6-4833-b1b6-94a378442888" providerId="ADAL" clId="{858FBBFA-1008-45DA-B5CF-12F639EC7053}" dt="2023-10-04T07:10:08.472" v="1056" actId="14100"/>
        <pc:sldMkLst>
          <pc:docMk/>
          <pc:sldMk cId="0" sldId="339"/>
        </pc:sldMkLst>
      </pc:sldChg>
      <pc:sldChg chg="modSp mod">
        <pc:chgData name="Patrik Hrkút" userId="69b41f3f-cce6-4833-b1b6-94a378442888" providerId="ADAL" clId="{858FBBFA-1008-45DA-B5CF-12F639EC7053}" dt="2023-10-04T07:10:26.252" v="1057" actId="6549"/>
        <pc:sldMkLst>
          <pc:docMk/>
          <pc:sldMk cId="0" sldId="340"/>
        </pc:sldMkLst>
      </pc:sldChg>
      <pc:sldChg chg="delSp modSp mod">
        <pc:chgData name="Patrik Hrkút" userId="69b41f3f-cce6-4833-b1b6-94a378442888" providerId="ADAL" clId="{858FBBFA-1008-45DA-B5CF-12F639EC7053}" dt="2023-10-04T07:13:16.870" v="1087" actId="20577"/>
        <pc:sldMkLst>
          <pc:docMk/>
          <pc:sldMk cId="3118528264" sldId="341"/>
        </pc:sldMkLst>
      </pc:sldChg>
      <pc:sldChg chg="modSp mod">
        <pc:chgData name="Patrik Hrkút" userId="69b41f3f-cce6-4833-b1b6-94a378442888" providerId="ADAL" clId="{858FBBFA-1008-45DA-B5CF-12F639EC7053}" dt="2023-10-04T07:13:27.849" v="1088" actId="790"/>
        <pc:sldMkLst>
          <pc:docMk/>
          <pc:sldMk cId="0" sldId="343"/>
        </pc:sldMkLst>
      </pc:sldChg>
      <pc:sldChg chg="add del">
        <pc:chgData name="Patrik Hrkút" userId="69b41f3f-cce6-4833-b1b6-94a378442888" providerId="ADAL" clId="{858FBBFA-1008-45DA-B5CF-12F639EC7053}" dt="2023-10-06T13:15:04.984" v="1412"/>
        <pc:sldMkLst>
          <pc:docMk/>
          <pc:sldMk cId="0" sldId="346"/>
        </pc:sldMkLst>
      </pc:sldChg>
      <pc:sldChg chg="add del">
        <pc:chgData name="Patrik Hrkút" userId="69b41f3f-cce6-4833-b1b6-94a378442888" providerId="ADAL" clId="{858FBBFA-1008-45DA-B5CF-12F639EC7053}" dt="2023-10-06T13:15:04.984" v="1412"/>
        <pc:sldMkLst>
          <pc:docMk/>
          <pc:sldMk cId="0" sldId="347"/>
        </pc:sldMkLst>
      </pc:sldChg>
    </pc:docChg>
  </pc:docChgLst>
  <pc:docChgLst>
    <pc:chgData name="Patrik Hrkút" userId="69b41f3f-cce6-4833-b1b6-94a378442888" providerId="ADAL" clId="{0C4FF32E-39D7-401C-AF72-8945445D8670}"/>
    <pc:docChg chg="custSel addSld delSld modSld">
      <pc:chgData name="Patrik Hrkút" userId="69b41f3f-cce6-4833-b1b6-94a378442888" providerId="ADAL" clId="{0C4FF32E-39D7-401C-AF72-8945445D8670}" dt="2022-09-28T11:11:38.744" v="349" actId="790"/>
      <pc:docMkLst>
        <pc:docMk/>
      </pc:docMkLst>
      <pc:sldChg chg="modSp mod">
        <pc:chgData name="Patrik Hrkút" userId="69b41f3f-cce6-4833-b1b6-94a378442888" providerId="ADAL" clId="{0C4FF32E-39D7-401C-AF72-8945445D8670}" dt="2022-09-27T07:48:08.277" v="22" actId="6549"/>
        <pc:sldMkLst>
          <pc:docMk/>
          <pc:sldMk cId="0" sldId="265"/>
        </pc:sldMkLst>
      </pc:sldChg>
      <pc:sldChg chg="modSp mod">
        <pc:chgData name="Patrik Hrkút" userId="69b41f3f-cce6-4833-b1b6-94a378442888" providerId="ADAL" clId="{0C4FF32E-39D7-401C-AF72-8945445D8670}" dt="2022-09-27T07:48:43.262" v="24" actId="5793"/>
        <pc:sldMkLst>
          <pc:docMk/>
          <pc:sldMk cId="0" sldId="266"/>
        </pc:sldMkLst>
      </pc:sldChg>
      <pc:sldChg chg="modSp mod">
        <pc:chgData name="Patrik Hrkút" userId="69b41f3f-cce6-4833-b1b6-94a378442888" providerId="ADAL" clId="{0C4FF32E-39D7-401C-AF72-8945445D8670}" dt="2022-09-27T07:50:14.001" v="25" actId="108"/>
        <pc:sldMkLst>
          <pc:docMk/>
          <pc:sldMk cId="0" sldId="268"/>
        </pc:sldMkLst>
      </pc:sldChg>
      <pc:sldChg chg="modSp mod">
        <pc:chgData name="Patrik Hrkút" userId="69b41f3f-cce6-4833-b1b6-94a378442888" providerId="ADAL" clId="{0C4FF32E-39D7-401C-AF72-8945445D8670}" dt="2022-09-27T07:52:54.400" v="42" actId="6549"/>
        <pc:sldMkLst>
          <pc:docMk/>
          <pc:sldMk cId="0" sldId="274"/>
        </pc:sldMkLst>
      </pc:sldChg>
      <pc:sldChg chg="modSp mod">
        <pc:chgData name="Patrik Hrkút" userId="69b41f3f-cce6-4833-b1b6-94a378442888" providerId="ADAL" clId="{0C4FF32E-39D7-401C-AF72-8945445D8670}" dt="2022-09-27T08:31:13.205" v="43" actId="948"/>
        <pc:sldMkLst>
          <pc:docMk/>
          <pc:sldMk cId="0" sldId="275"/>
        </pc:sldMkLst>
      </pc:sldChg>
      <pc:sldChg chg="add">
        <pc:chgData name="Patrik Hrkút" userId="69b41f3f-cce6-4833-b1b6-94a378442888" providerId="ADAL" clId="{0C4FF32E-39D7-401C-AF72-8945445D8670}" dt="2022-09-28T10:49:50.496" v="261"/>
        <pc:sldMkLst>
          <pc:docMk/>
          <pc:sldMk cId="3977852849" sldId="282"/>
        </pc:sldMkLst>
      </pc:sldChg>
      <pc:sldChg chg="modSp mod">
        <pc:chgData name="Patrik Hrkút" userId="69b41f3f-cce6-4833-b1b6-94a378442888" providerId="ADAL" clId="{0C4FF32E-39D7-401C-AF72-8945445D8670}" dt="2022-09-27T08:43:06.987" v="218" actId="6549"/>
        <pc:sldMkLst>
          <pc:docMk/>
          <pc:sldMk cId="1124630151" sldId="286"/>
        </pc:sldMkLst>
      </pc:sldChg>
      <pc:sldChg chg="modSp mod">
        <pc:chgData name="Patrik Hrkút" userId="69b41f3f-cce6-4833-b1b6-94a378442888" providerId="ADAL" clId="{0C4FF32E-39D7-401C-AF72-8945445D8670}" dt="2022-09-27T08:39:36.977" v="48" actId="948"/>
        <pc:sldMkLst>
          <pc:docMk/>
          <pc:sldMk cId="0" sldId="289"/>
        </pc:sldMkLst>
      </pc:sldChg>
      <pc:sldChg chg="modSp mod">
        <pc:chgData name="Patrik Hrkút" userId="69b41f3f-cce6-4833-b1b6-94a378442888" providerId="ADAL" clId="{0C4FF32E-39D7-401C-AF72-8945445D8670}" dt="2022-09-27T08:40:13.593" v="50" actId="5793"/>
        <pc:sldMkLst>
          <pc:docMk/>
          <pc:sldMk cId="0" sldId="291"/>
        </pc:sldMkLst>
      </pc:sldChg>
      <pc:sldChg chg="modSp mod">
        <pc:chgData name="Patrik Hrkút" userId="69b41f3f-cce6-4833-b1b6-94a378442888" providerId="ADAL" clId="{0C4FF32E-39D7-401C-AF72-8945445D8670}" dt="2022-09-28T10:56:15.030" v="348" actId="20577"/>
        <pc:sldMkLst>
          <pc:docMk/>
          <pc:sldMk cId="0" sldId="295"/>
        </pc:sldMkLst>
      </pc:sldChg>
      <pc:sldChg chg="modSp mod">
        <pc:chgData name="Patrik Hrkút" userId="69b41f3f-cce6-4833-b1b6-94a378442888" providerId="ADAL" clId="{0C4FF32E-39D7-401C-AF72-8945445D8670}" dt="2022-09-27T08:43:36.545" v="221" actId="1076"/>
        <pc:sldMkLst>
          <pc:docMk/>
          <pc:sldMk cId="1938647773" sldId="298"/>
        </pc:sldMkLst>
      </pc:sldChg>
      <pc:sldChg chg="modSp mod">
        <pc:chgData name="Patrik Hrkút" userId="69b41f3f-cce6-4833-b1b6-94a378442888" providerId="ADAL" clId="{0C4FF32E-39D7-401C-AF72-8945445D8670}" dt="2022-09-28T11:11:38.744" v="349" actId="790"/>
        <pc:sldMkLst>
          <pc:docMk/>
          <pc:sldMk cId="0" sldId="307"/>
        </pc:sldMkLst>
      </pc:sldChg>
      <pc:sldChg chg="modSp mod">
        <pc:chgData name="Patrik Hrkút" userId="69b41f3f-cce6-4833-b1b6-94a378442888" providerId="ADAL" clId="{0C4FF32E-39D7-401C-AF72-8945445D8670}" dt="2022-09-27T08:45:34.223" v="259" actId="20577"/>
        <pc:sldMkLst>
          <pc:docMk/>
          <pc:sldMk cId="0" sldId="308"/>
        </pc:sldMkLst>
      </pc:sldChg>
      <pc:sldChg chg="modSp mod">
        <pc:chgData name="Patrik Hrkút" userId="69b41f3f-cce6-4833-b1b6-94a378442888" providerId="ADAL" clId="{0C4FF32E-39D7-401C-AF72-8945445D8670}" dt="2022-09-27T07:47:31.289" v="1" actId="1076"/>
        <pc:sldMkLst>
          <pc:docMk/>
          <pc:sldMk cId="2958028074" sldId="320"/>
        </pc:sldMkLst>
      </pc:sldChg>
      <pc:sldChg chg="modSp mod">
        <pc:chgData name="Patrik Hrkút" userId="69b41f3f-cce6-4833-b1b6-94a378442888" providerId="ADAL" clId="{0C4FF32E-39D7-401C-AF72-8945445D8670}" dt="2022-09-27T08:38:20.161" v="46" actId="1076"/>
        <pc:sldMkLst>
          <pc:docMk/>
          <pc:sldMk cId="646979382" sldId="324"/>
        </pc:sldMkLst>
      </pc:sldChg>
    </pc:docChg>
  </pc:docChgLst>
  <pc:docChgLst>
    <pc:chgData name="Patrik Hrkút" userId="69b41f3f-cce6-4833-b1b6-94a378442888" providerId="ADAL" clId="{2FB2E722-F9EE-4305-A08E-A9C9E50252DB}"/>
    <pc:docChg chg="custSel modSld">
      <pc:chgData name="Patrik Hrkút" userId="69b41f3f-cce6-4833-b1b6-94a378442888" providerId="ADAL" clId="{2FB2E722-F9EE-4305-A08E-A9C9E50252DB}" dt="2021-10-11T12:26:01.507" v="252" actId="6549"/>
      <pc:docMkLst>
        <pc:docMk/>
      </pc:docMkLst>
      <pc:sldChg chg="modSp mod">
        <pc:chgData name="Patrik Hrkút" userId="69b41f3f-cce6-4833-b1b6-94a378442888" providerId="ADAL" clId="{2FB2E722-F9EE-4305-A08E-A9C9E50252DB}" dt="2021-10-11T12:10:36.156" v="13" actId="255"/>
        <pc:sldMkLst>
          <pc:docMk/>
          <pc:sldMk cId="0" sldId="270"/>
        </pc:sldMkLst>
      </pc:sldChg>
      <pc:sldChg chg="modSp mod">
        <pc:chgData name="Patrik Hrkút" userId="69b41f3f-cce6-4833-b1b6-94a378442888" providerId="ADAL" clId="{2FB2E722-F9EE-4305-A08E-A9C9E50252DB}" dt="2021-10-11T12:13:23.755" v="136" actId="6549"/>
        <pc:sldMkLst>
          <pc:docMk/>
          <pc:sldMk cId="0" sldId="274"/>
        </pc:sldMkLst>
      </pc:sldChg>
      <pc:sldChg chg="modSp mod">
        <pc:chgData name="Patrik Hrkút" userId="69b41f3f-cce6-4833-b1b6-94a378442888" providerId="ADAL" clId="{2FB2E722-F9EE-4305-A08E-A9C9E50252DB}" dt="2021-10-11T12:15:30.895" v="165" actId="20577"/>
        <pc:sldMkLst>
          <pc:docMk/>
          <pc:sldMk cId="0" sldId="278"/>
        </pc:sldMkLst>
      </pc:sldChg>
      <pc:sldChg chg="modSp mod">
        <pc:chgData name="Patrik Hrkút" userId="69b41f3f-cce6-4833-b1b6-94a378442888" providerId="ADAL" clId="{2FB2E722-F9EE-4305-A08E-A9C9E50252DB}" dt="2021-10-11T12:16:26.872" v="190" actId="20577"/>
        <pc:sldMkLst>
          <pc:docMk/>
          <pc:sldMk cId="0" sldId="280"/>
        </pc:sldMkLst>
      </pc:sldChg>
      <pc:sldChg chg="modSp mod">
        <pc:chgData name="Patrik Hrkút" userId="69b41f3f-cce6-4833-b1b6-94a378442888" providerId="ADAL" clId="{2FB2E722-F9EE-4305-A08E-A9C9E50252DB}" dt="2021-10-11T12:23:24.173" v="212" actId="20577"/>
        <pc:sldMkLst>
          <pc:docMk/>
          <pc:sldMk cId="0" sldId="290"/>
        </pc:sldMkLst>
      </pc:sldChg>
      <pc:sldChg chg="modSp mod">
        <pc:chgData name="Patrik Hrkút" userId="69b41f3f-cce6-4833-b1b6-94a378442888" providerId="ADAL" clId="{2FB2E722-F9EE-4305-A08E-A9C9E50252DB}" dt="2021-10-11T12:24:07.819" v="236" actId="20577"/>
        <pc:sldMkLst>
          <pc:docMk/>
          <pc:sldMk cId="0" sldId="295"/>
        </pc:sldMkLst>
      </pc:sldChg>
      <pc:sldChg chg="modSp mod">
        <pc:chgData name="Patrik Hrkút" userId="69b41f3f-cce6-4833-b1b6-94a378442888" providerId="ADAL" clId="{2FB2E722-F9EE-4305-A08E-A9C9E50252DB}" dt="2021-10-11T12:25:13.688" v="238" actId="14100"/>
        <pc:sldMkLst>
          <pc:docMk/>
          <pc:sldMk cId="0" sldId="297"/>
        </pc:sldMkLst>
      </pc:sldChg>
      <pc:sldChg chg="modSp mod">
        <pc:chgData name="Patrik Hrkút" userId="69b41f3f-cce6-4833-b1b6-94a378442888" providerId="ADAL" clId="{2FB2E722-F9EE-4305-A08E-A9C9E50252DB}" dt="2021-10-11T12:25:35.538" v="242" actId="20577"/>
        <pc:sldMkLst>
          <pc:docMk/>
          <pc:sldMk cId="0" sldId="305"/>
        </pc:sldMkLst>
      </pc:sldChg>
      <pc:sldChg chg="modSp mod">
        <pc:chgData name="Patrik Hrkút" userId="69b41f3f-cce6-4833-b1b6-94a378442888" providerId="ADAL" clId="{2FB2E722-F9EE-4305-A08E-A9C9E50252DB}" dt="2021-10-11T12:26:01.507" v="252" actId="6549"/>
        <pc:sldMkLst>
          <pc:docMk/>
          <pc:sldMk cId="0" sldId="307"/>
        </pc:sldMkLst>
      </pc:sldChg>
      <pc:sldChg chg="modSp mod">
        <pc:chgData name="Patrik Hrkút" userId="69b41f3f-cce6-4833-b1b6-94a378442888" providerId="ADAL" clId="{2FB2E722-F9EE-4305-A08E-A9C9E50252DB}" dt="2021-10-11T12:16:54.724" v="192" actId="20577"/>
        <pc:sldMkLst>
          <pc:docMk/>
          <pc:sldMk cId="2368735686" sldId="314"/>
        </pc:sldMkLst>
      </pc:sldChg>
      <pc:sldChg chg="modSp mod">
        <pc:chgData name="Patrik Hrkút" userId="69b41f3f-cce6-4833-b1b6-94a378442888" providerId="ADAL" clId="{2FB2E722-F9EE-4305-A08E-A9C9E50252DB}" dt="2021-10-11T12:18:23.636" v="194" actId="20577"/>
        <pc:sldMkLst>
          <pc:docMk/>
          <pc:sldMk cId="1117403760" sldId="316"/>
        </pc:sldMkLst>
      </pc:sldChg>
      <pc:sldChg chg="modSp mod">
        <pc:chgData name="Patrik Hrkút" userId="69b41f3f-cce6-4833-b1b6-94a378442888" providerId="ADAL" clId="{2FB2E722-F9EE-4305-A08E-A9C9E50252DB}" dt="2021-10-11T12:09:19.447" v="0" actId="313"/>
        <pc:sldMkLst>
          <pc:docMk/>
          <pc:sldMk cId="2958028074" sldId="320"/>
        </pc:sldMkLst>
      </pc:sldChg>
      <pc:sldChg chg="modSp mod">
        <pc:chgData name="Patrik Hrkút" userId="69b41f3f-cce6-4833-b1b6-94a378442888" providerId="ADAL" clId="{2FB2E722-F9EE-4305-A08E-A9C9E50252DB}" dt="2021-10-11T12:19:30.642" v="198" actId="20577"/>
        <pc:sldMkLst>
          <pc:docMk/>
          <pc:sldMk cId="3728676678" sldId="321"/>
        </pc:sldMkLst>
      </pc:sldChg>
      <pc:sldChg chg="modSp mod">
        <pc:chgData name="Patrik Hrkút" userId="69b41f3f-cce6-4833-b1b6-94a378442888" providerId="ADAL" clId="{2FB2E722-F9EE-4305-A08E-A9C9E50252DB}" dt="2021-10-11T12:20:09.788" v="206" actId="20577"/>
        <pc:sldMkLst>
          <pc:docMk/>
          <pc:sldMk cId="3780994369" sldId="323"/>
        </pc:sldMkLst>
      </pc:sldChg>
    </pc:docChg>
  </pc:docChgLst>
  <pc:docChgLst>
    <pc:chgData name="Matej Meško" userId="S::mesko12@uniza.sk::062c2383-de57-4e48-ad9d-f32974fd8a05" providerId="AD" clId="Web-{61529DB7-0864-4464-A3F9-80DA34492ECC}"/>
    <pc:docChg chg="modSld">
      <pc:chgData name="Matej Meško" userId="S::mesko12@uniza.sk::062c2383-de57-4e48-ad9d-f32974fd8a05" providerId="AD" clId="Web-{61529DB7-0864-4464-A3F9-80DA34492ECC}" dt="2021-10-05T06:29:37.086" v="6" actId="20577"/>
      <pc:docMkLst>
        <pc:docMk/>
      </pc:docMkLst>
      <pc:sldChg chg="modSp">
        <pc:chgData name="Matej Meško" userId="S::mesko12@uniza.sk::062c2383-de57-4e48-ad9d-f32974fd8a05" providerId="AD" clId="Web-{61529DB7-0864-4464-A3F9-80DA34492ECC}" dt="2021-10-05T06:29:37.086" v="6" actId="20577"/>
        <pc:sldMkLst>
          <pc:docMk/>
          <pc:sldMk cId="0" sldId="270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3" Type="http://schemas.openxmlformats.org/officeDocument/2006/relationships/hyperlink" Target="http://www.w3schools.com/cssref/css_units.asp" TargetMode="External"/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Relationship Id="rId4" Type="http://schemas.openxmlformats.org/officeDocument/2006/relationships/hyperlink" Target="https://www.w3.org/Style/Examples/007/units.en.html" TargetMode="Externa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" name="Google Shape;93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Google Shape;435;g1767aaaf68_0_35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6" name="Google Shape;436;g1767aaaf68_0_35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3" name="Google Shape;443;g1767aaaf68_0_3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4" name="Google Shape;444;g1767aaaf68_0_3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1" name="Google Shape;451;g1767aaaf68_0_38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2" name="Google Shape;452;g1767aaaf68_0_38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" name="Google Shape;458;g1767aaaf68_0_40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9" name="Google Shape;459;g1767aaaf68_0_40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5" name="Google Shape;465;g1767aaaf68_0_38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6" name="Google Shape;466;g1767aaaf68_0_38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" name="Google Shape;491;g1767aaaf68_0_45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2" name="Google Shape;492;g1767aaaf68_0_45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7" name="Google Shape;477;g1767aaaf68_0_4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8" name="Google Shape;478;g1767aaaf68_0_4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" name="Google Shape;501;g1767aaaf68_0_47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2" name="Google Shape;502;g1767aaaf68_0_47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8" name="Google Shape;508;g1767aaaf68_0_47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9" name="Google Shape;509;g1767aaaf68_0_47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g1376250bba_0_1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3" name="Google Shape;283;g1376250bba_0_1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g9b8ffea4fe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0" name="Google Shape;290;g9b8ffea4fe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90395872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g1376250bba_0_15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4" name="Google Shape;334;g1376250bba_0_15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85283583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" name="Google Shape;403;g61c555ad20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4" name="Google Shape;404;g61c555ad20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0891141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g9b8ffea4fe_0_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6" name="Google Shape;326;g9b8ffea4fe_0_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84228814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Google Shape;410;g61f95fd769_1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1" name="Google Shape;411;g61f95fd769_1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6111525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Google Shape;410;g61f95fd769_1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1" name="Google Shape;411;g61f95fd769_1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9584282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5" name="Google Shape;515;g1767aaaf68_0_49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6" name="Google Shape;516;g1767aaaf68_0_49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" name="Google Shape;522;g1767aaaf68_0_50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3" name="Google Shape;523;g1767aaaf68_0_50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Otázka: Je farba #FFFFFF biela, alebo čierna?</a:t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6" name="Google Shape;536;g176c3994f9_0_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7" name="Google Shape;537;g176c3994f9_0_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u="sng" dirty="0">
                <a:solidFill>
                  <a:schemeClr val="hlink"/>
                </a:solidFill>
                <a:hlinkClick r:id="rId3"/>
              </a:rPr>
              <a:t>http://www.w3schools.com/cssref/css_units.asp</a:t>
            </a:r>
            <a:r>
              <a:rPr lang="en-GB" dirty="0"/>
              <a:t> </a:t>
            </a:r>
            <a:endParaRPr dirty="0"/>
          </a:p>
          <a:p>
            <a:pPr marL="0" lvl="0" indent="0" algn="l" rtl="0">
              <a:lnSpc>
                <a:spcPct val="115000"/>
              </a:lnSpc>
              <a:spcBef>
                <a:spcPts val="300"/>
              </a:spcBef>
              <a:spcAft>
                <a:spcPts val="500"/>
              </a:spcAft>
              <a:buNone/>
            </a:pPr>
            <a:r>
              <a:rPr lang="en-GB" sz="1400" u="sng" dirty="0">
                <a:solidFill>
                  <a:srgbClr val="828282"/>
                </a:solidFill>
                <a:latin typeface="Cabin"/>
                <a:ea typeface="Cabin"/>
                <a:cs typeface="Cabin"/>
                <a:sym typeface="Cabin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https://www.w3.org/Style/Examples/007/units.en.html</a:t>
            </a:r>
            <a:r>
              <a:rPr lang="en-GB" sz="1400" dirty="0">
                <a:solidFill>
                  <a:srgbClr val="3D3D3D"/>
                </a:solidFill>
                <a:latin typeface="Cabin"/>
                <a:ea typeface="Cabin"/>
                <a:cs typeface="Cabin"/>
                <a:sym typeface="Cabin"/>
              </a:rPr>
              <a:t>   </a:t>
            </a:r>
            <a:endParaRPr dirty="0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3" name="Google Shape;543;g1767aaaf68_0_5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4" name="Google Shape;544;g1767aaaf68_0_5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5" name="Google Shape;565;g176c3994f9_0_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6" name="Google Shape;566;g176c3994f9_0_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" name="Google Shape;573;g176c399b0c_0_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4" name="Google Shape;574;g176c399b0c_0_2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0" name="Google Shape;580;g176c399b0c_0_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1" name="Google Shape;581;g176c399b0c_0_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g1376250bba_0_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5" name="Google Shape;165;g1376250bba_0_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1376250bba_0_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2" name="Google Shape;172;g1376250bba_0_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7" name="Google Shape;587;g176c399b0c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8" name="Google Shape;588;g176c399b0c_0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4" name="Google Shape;594;g176c399b0c_0_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5" name="Google Shape;595;g176c399b0c_0_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1" name="Google Shape;601;g176c399b0c_0_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2" name="Google Shape;602;g176c399b0c_0_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61f95fd769_1_6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" name="Google Shape;124;g61f95fd769_1_6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61f95fd769_1_6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g61f95fd769_1_6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1376250bba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1" name="Google Shape;151;g1376250bba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1376250bba_0_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8" name="Google Shape;158;g1376250bba_0_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g1376250bba_0_4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8" name="Google Shape;188;g1376250bba_0_4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g1376250bba_0_5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5" name="Google Shape;195;g1376250bba_0_5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1376250bba_0_6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2" name="Google Shape;202;g1376250bba_0_6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g1376250bba_0_7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9" name="Google Shape;209;g1376250bba_0_7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g1376250bba_0_8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2" name="Google Shape;232;g1376250bba_0_8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g1376250bba_0_8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9" name="Google Shape;239;g1376250bba_0_8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g1376250bba_0_9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0" name="Google Shape;260;g1376250bba_0_9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g1376250bba_0_1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6" name="Google Shape;276;g1376250bba_0_1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g1376250bba_0_14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8" name="Google Shape;348;g1376250bba_0_14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g1376250bba_0_15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5" name="Google Shape;355;g1376250bba_0_15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g1376250bba_0_17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2" name="Google Shape;362;g1376250bba_0_17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Úvodná snímka" type="title">
  <p:cSld name="TITLE">
    <p:spTree>
      <p:nvGrpSpPr>
        <p:cNvPr id="1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2"/>
          <p:cNvSpPr/>
          <p:nvPr/>
        </p:nvSpPr>
        <p:spPr>
          <a:xfrm>
            <a:off x="334900" y="2314324"/>
            <a:ext cx="8447100" cy="2478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" name="Google Shape;16;p2"/>
          <p:cNvSpPr txBox="1">
            <a:spLocks noGrp="1"/>
          </p:cNvSpPr>
          <p:nvPr>
            <p:ph type="ctrTitle"/>
          </p:nvPr>
        </p:nvSpPr>
        <p:spPr>
          <a:xfrm>
            <a:off x="435893" y="765323"/>
            <a:ext cx="8245200" cy="110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b" anchorCtr="0">
            <a:noAutofit/>
          </a:bodyPr>
          <a:lstStyle>
            <a:lvl1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Cabin"/>
              <a:buNone/>
              <a:defRPr sz="2700" b="0" i="0" u="none" strike="noStrike" cap="none">
                <a:solidFill>
                  <a:schemeClr val="accent1"/>
                </a:solidFill>
                <a:latin typeface="Cabin"/>
                <a:ea typeface="Cabin"/>
                <a:cs typeface="Cabin"/>
                <a:sym typeface="Cabin"/>
              </a:defRPr>
            </a:lvl1pPr>
            <a:lvl2pPr marL="0" marR="0" lvl="1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2"/>
                </a:solidFill>
              </a:defRPr>
            </a:lvl2pPr>
            <a:lvl3pPr marL="0" marR="0" lvl="2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2"/>
                </a:solidFill>
              </a:defRPr>
            </a:lvl3pPr>
            <a:lvl4pPr marL="0" marR="0" lvl="3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2"/>
                </a:solidFill>
              </a:defRPr>
            </a:lvl4pPr>
            <a:lvl5pPr marL="0" marR="0" lvl="4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2"/>
                </a:solidFill>
              </a:defRPr>
            </a:lvl5pPr>
            <a:lvl6pPr marL="0" marR="0" lvl="5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2"/>
                </a:solidFill>
              </a:defRPr>
            </a:lvl6pPr>
            <a:lvl7pPr marL="0" marR="0" lvl="6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2"/>
                </a:solidFill>
              </a:defRPr>
            </a:lvl7pPr>
            <a:lvl8pPr marL="0" marR="0" lvl="7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2"/>
                </a:solidFill>
              </a:defRPr>
            </a:lvl8pPr>
            <a:lvl9pPr marL="0" marR="0" lvl="8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17" name="Google Shape;17;p2"/>
          <p:cNvSpPr txBox="1">
            <a:spLocks noGrp="1"/>
          </p:cNvSpPr>
          <p:nvPr>
            <p:ph type="subTitle" idx="1"/>
          </p:nvPr>
        </p:nvSpPr>
        <p:spPr>
          <a:xfrm>
            <a:off x="435895" y="1871584"/>
            <a:ext cx="8245200" cy="44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t" anchorCtr="0">
            <a:noAutofit/>
          </a:bodyPr>
          <a:lstStyle>
            <a:lvl1pPr marL="0" marR="0" lvl="0" indent="0" algn="l" rtl="0">
              <a:spcBef>
                <a:spcPts val="20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Noto Sans Symbols"/>
              <a:buNone/>
              <a:defRPr sz="1200" b="0" i="0" u="none" strike="noStrike" cap="none">
                <a:solidFill>
                  <a:schemeClr val="accent2"/>
                </a:solidFill>
                <a:latin typeface="Cabin"/>
                <a:ea typeface="Cabin"/>
                <a:cs typeface="Cabin"/>
                <a:sym typeface="Cabin"/>
              </a:defRPr>
            </a:lvl1pPr>
            <a:lvl2pPr marL="342900" marR="0" lvl="1" indent="0" algn="ctr" rtl="0"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Noto Sans Symbols"/>
              <a:buNone/>
              <a:defRPr sz="1200" b="0" i="0" u="none" strike="noStrike" cap="none">
                <a:solidFill>
                  <a:srgbClr val="888888"/>
                </a:solidFill>
                <a:latin typeface="Cabin"/>
                <a:ea typeface="Cabin"/>
                <a:cs typeface="Cabin"/>
                <a:sym typeface="Cabin"/>
              </a:defRPr>
            </a:lvl2pPr>
            <a:lvl3pPr marL="685800" marR="0" lvl="2" indent="0" algn="ctr" rtl="0"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Noto Sans Symbols"/>
              <a:buNone/>
              <a:defRPr sz="1100" b="0" i="0" u="none" strike="noStrike" cap="none">
                <a:solidFill>
                  <a:srgbClr val="888888"/>
                </a:solidFill>
                <a:latin typeface="Cabin"/>
                <a:ea typeface="Cabin"/>
                <a:cs typeface="Cabin"/>
                <a:sym typeface="Cabin"/>
              </a:defRPr>
            </a:lvl3pPr>
            <a:lvl4pPr marL="1028700" marR="0" lvl="3" indent="0" algn="ctr" rtl="0"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800"/>
              <a:buFont typeface="Noto Sans Symbols"/>
              <a:buNone/>
              <a:defRPr sz="900" b="0" i="0" u="none" strike="noStrike" cap="none">
                <a:solidFill>
                  <a:srgbClr val="888888"/>
                </a:solidFill>
                <a:latin typeface="Cabin"/>
                <a:ea typeface="Cabin"/>
                <a:cs typeface="Cabin"/>
                <a:sym typeface="Cabin"/>
              </a:defRPr>
            </a:lvl4pPr>
            <a:lvl5pPr marL="1371600" marR="0" lvl="4" indent="0" algn="ctr" rtl="0"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800"/>
              <a:buFont typeface="Noto Sans Symbols"/>
              <a:buNone/>
              <a:defRPr sz="900" b="0" i="0" u="none" strike="noStrike" cap="none">
                <a:solidFill>
                  <a:srgbClr val="888888"/>
                </a:solidFill>
                <a:latin typeface="Cabin"/>
                <a:ea typeface="Cabin"/>
                <a:cs typeface="Cabin"/>
                <a:sym typeface="Cabin"/>
              </a:defRPr>
            </a:lvl5pPr>
            <a:lvl6pPr marL="1714500" marR="0" lvl="5" indent="0" algn="ctr" rtl="0"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800"/>
              <a:buFont typeface="Noto Sans Symbols"/>
              <a:buNone/>
              <a:defRPr sz="900" b="0" i="0" u="none" strike="noStrike" cap="none">
                <a:solidFill>
                  <a:srgbClr val="888888"/>
                </a:solidFill>
                <a:latin typeface="Cabin"/>
                <a:ea typeface="Cabin"/>
                <a:cs typeface="Cabin"/>
                <a:sym typeface="Cabin"/>
              </a:defRPr>
            </a:lvl6pPr>
            <a:lvl7pPr marL="2057400" marR="0" lvl="6" indent="0" algn="ctr" rtl="0"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800"/>
              <a:buFont typeface="Noto Sans Symbols"/>
              <a:buNone/>
              <a:defRPr sz="900" b="0" i="0" u="none" strike="noStrike" cap="none">
                <a:solidFill>
                  <a:srgbClr val="888888"/>
                </a:solidFill>
                <a:latin typeface="Cabin"/>
                <a:ea typeface="Cabin"/>
                <a:cs typeface="Cabin"/>
                <a:sym typeface="Cabin"/>
              </a:defRPr>
            </a:lvl7pPr>
            <a:lvl8pPr marL="2400300" marR="0" lvl="7" indent="0" algn="ctr" rtl="0"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800"/>
              <a:buFont typeface="Noto Sans Symbols"/>
              <a:buNone/>
              <a:defRPr sz="900" b="0" i="0" u="none" strike="noStrike" cap="none">
                <a:solidFill>
                  <a:srgbClr val="888888"/>
                </a:solidFill>
                <a:latin typeface="Cabin"/>
                <a:ea typeface="Cabin"/>
                <a:cs typeface="Cabin"/>
                <a:sym typeface="Cabin"/>
              </a:defRPr>
            </a:lvl8pPr>
            <a:lvl9pPr marL="2743200" marR="0" lvl="8" indent="0" algn="ctr" rtl="0">
              <a:spcBef>
                <a:spcPts val="500"/>
              </a:spcBef>
              <a:spcAft>
                <a:spcPts val="500"/>
              </a:spcAft>
              <a:buClr>
                <a:schemeClr val="accent2"/>
              </a:buClr>
              <a:buSzPts val="800"/>
              <a:buFont typeface="Noto Sans Symbols"/>
              <a:buNone/>
              <a:defRPr sz="900" b="0" i="0" u="none" strike="noStrike" cap="none">
                <a:solidFill>
                  <a:srgbClr val="888888"/>
                </a:solidFill>
                <a:latin typeface="Cabin"/>
                <a:ea typeface="Cabin"/>
                <a:cs typeface="Cabin"/>
                <a:sym typeface="Cabin"/>
              </a:defRPr>
            </a:lvl9pPr>
          </a:lstStyle>
          <a:p>
            <a:endParaRPr/>
          </a:p>
        </p:txBody>
      </p:sp>
      <p:sp>
        <p:nvSpPr>
          <p:cNvPr id="18" name="Google Shape;18;p2"/>
          <p:cNvSpPr txBox="1">
            <a:spLocks noGrp="1"/>
          </p:cNvSpPr>
          <p:nvPr>
            <p:ph type="dt" idx="10"/>
          </p:nvPr>
        </p:nvSpPr>
        <p:spPr>
          <a:xfrm>
            <a:off x="5704463" y="446710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spcAft>
                <a:spcPts val="0"/>
              </a:spcAft>
              <a:buSzPts val="1100"/>
              <a:buNone/>
              <a:defRPr sz="700" b="0" i="0" u="none" strike="noStrike" cap="none">
                <a:solidFill>
                  <a:srgbClr val="2D58AC"/>
                </a:solidFill>
                <a:latin typeface="Cabin"/>
                <a:ea typeface="Cabin"/>
                <a:cs typeface="Cabin"/>
                <a:sym typeface="Cabin"/>
              </a:defRPr>
            </a:lvl1pPr>
            <a:lvl2pPr marL="342900" marR="0" lvl="1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2pPr>
            <a:lvl3pPr marL="685800" marR="0" lvl="2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3pPr>
            <a:lvl4pPr marL="1028700" marR="0" lvl="3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4pPr>
            <a:lvl5pPr marL="1371600" marR="0" lvl="4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5pPr>
            <a:lvl6pPr marL="1714500" marR="0" lvl="5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6pPr>
            <a:lvl7pPr marL="2057400" marR="0" lvl="6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7pPr>
            <a:lvl8pPr marL="2400300" marR="0" lvl="7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8pPr>
            <a:lvl9pPr marL="2743200" marR="0" lvl="8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9pPr>
          </a:lstStyle>
          <a:p>
            <a:endParaRPr/>
          </a:p>
        </p:txBody>
      </p:sp>
      <p:sp>
        <p:nvSpPr>
          <p:cNvPr id="19" name="Google Shape;19;p2"/>
          <p:cNvSpPr txBox="1">
            <a:spLocks noGrp="1"/>
          </p:cNvSpPr>
          <p:nvPr>
            <p:ph type="ftr" idx="11"/>
          </p:nvPr>
        </p:nvSpPr>
        <p:spPr>
          <a:xfrm>
            <a:off x="435894" y="4463858"/>
            <a:ext cx="51879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>
            <a:lvl1pPr marL="0" marR="0" lvl="0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700" b="0" i="0" u="none" strike="noStrike" cap="none">
                <a:solidFill>
                  <a:srgbClr val="2D58AC"/>
                </a:solidFill>
                <a:latin typeface="Cabin"/>
                <a:ea typeface="Cabin"/>
                <a:cs typeface="Cabin"/>
                <a:sym typeface="Cabin"/>
              </a:defRPr>
            </a:lvl1pPr>
            <a:lvl2pPr marL="342900" marR="0" lvl="1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2pPr>
            <a:lvl3pPr marL="685800" marR="0" lvl="2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3pPr>
            <a:lvl4pPr marL="1028700" marR="0" lvl="3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4pPr>
            <a:lvl5pPr marL="1371600" marR="0" lvl="4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5pPr>
            <a:lvl6pPr marL="1714500" marR="0" lvl="5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6pPr>
            <a:lvl7pPr marL="2057400" marR="0" lvl="6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7pPr>
            <a:lvl8pPr marL="2400300" marR="0" lvl="7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8pPr>
            <a:lvl9pPr marL="2743200" marR="0" lvl="8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9pPr>
          </a:lstStyle>
          <a:p>
            <a:endParaRPr/>
          </a:p>
        </p:txBody>
      </p:sp>
      <p:sp>
        <p:nvSpPr>
          <p:cNvPr id="20" name="Google Shape;20;p2"/>
          <p:cNvSpPr txBox="1">
            <a:spLocks noGrp="1"/>
          </p:cNvSpPr>
          <p:nvPr>
            <p:ph type="sldNum" idx="12"/>
          </p:nvPr>
        </p:nvSpPr>
        <p:spPr>
          <a:xfrm>
            <a:off x="7918725" y="4467103"/>
            <a:ext cx="7623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700" b="0" i="0" u="none" strike="noStrike" cap="none">
                <a:solidFill>
                  <a:srgbClr val="2D58AC"/>
                </a:solidFill>
                <a:latin typeface="Cabin"/>
                <a:ea typeface="Cabin"/>
                <a:cs typeface="Cabin"/>
                <a:sym typeface="Cabin"/>
              </a:defRPr>
            </a:lvl1pPr>
            <a:lvl2pPr marL="0" marR="0" lvl="1" indent="0" algn="r" rtl="0">
              <a:spcBef>
                <a:spcPts val="0"/>
              </a:spcBef>
              <a:buNone/>
              <a:defRPr sz="700" b="0" i="0" u="none" strike="noStrike" cap="none">
                <a:solidFill>
                  <a:srgbClr val="2D58AC"/>
                </a:solidFill>
                <a:latin typeface="Cabin"/>
                <a:ea typeface="Cabin"/>
                <a:cs typeface="Cabin"/>
                <a:sym typeface="Cabin"/>
              </a:defRPr>
            </a:lvl2pPr>
            <a:lvl3pPr marL="0" marR="0" lvl="2" indent="0" algn="r" rtl="0">
              <a:spcBef>
                <a:spcPts val="0"/>
              </a:spcBef>
              <a:buNone/>
              <a:defRPr sz="700" b="0" i="0" u="none" strike="noStrike" cap="none">
                <a:solidFill>
                  <a:srgbClr val="2D58AC"/>
                </a:solidFill>
                <a:latin typeface="Cabin"/>
                <a:ea typeface="Cabin"/>
                <a:cs typeface="Cabin"/>
                <a:sym typeface="Cabin"/>
              </a:defRPr>
            </a:lvl3pPr>
            <a:lvl4pPr marL="0" marR="0" lvl="3" indent="0" algn="r" rtl="0">
              <a:spcBef>
                <a:spcPts val="0"/>
              </a:spcBef>
              <a:buNone/>
              <a:defRPr sz="700" b="0" i="0" u="none" strike="noStrike" cap="none">
                <a:solidFill>
                  <a:srgbClr val="2D58AC"/>
                </a:solidFill>
                <a:latin typeface="Cabin"/>
                <a:ea typeface="Cabin"/>
                <a:cs typeface="Cabin"/>
                <a:sym typeface="Cabin"/>
              </a:defRPr>
            </a:lvl4pPr>
            <a:lvl5pPr marL="0" marR="0" lvl="4" indent="0" algn="r" rtl="0">
              <a:spcBef>
                <a:spcPts val="0"/>
              </a:spcBef>
              <a:buNone/>
              <a:defRPr sz="700" b="0" i="0" u="none" strike="noStrike" cap="none">
                <a:solidFill>
                  <a:srgbClr val="2D58AC"/>
                </a:solidFill>
                <a:latin typeface="Cabin"/>
                <a:ea typeface="Cabin"/>
                <a:cs typeface="Cabin"/>
                <a:sym typeface="Cabin"/>
              </a:defRPr>
            </a:lvl5pPr>
            <a:lvl6pPr marL="0" marR="0" lvl="5" indent="0" algn="r" rtl="0">
              <a:spcBef>
                <a:spcPts val="0"/>
              </a:spcBef>
              <a:buNone/>
              <a:defRPr sz="700" b="0" i="0" u="none" strike="noStrike" cap="none">
                <a:solidFill>
                  <a:srgbClr val="2D58AC"/>
                </a:solidFill>
                <a:latin typeface="Cabin"/>
                <a:ea typeface="Cabin"/>
                <a:cs typeface="Cabin"/>
                <a:sym typeface="Cabin"/>
              </a:defRPr>
            </a:lvl6pPr>
            <a:lvl7pPr marL="0" marR="0" lvl="6" indent="0" algn="r" rtl="0">
              <a:spcBef>
                <a:spcPts val="0"/>
              </a:spcBef>
              <a:buNone/>
              <a:defRPr sz="700" b="0" i="0" u="none" strike="noStrike" cap="none">
                <a:solidFill>
                  <a:srgbClr val="2D58AC"/>
                </a:solidFill>
                <a:latin typeface="Cabin"/>
                <a:ea typeface="Cabin"/>
                <a:cs typeface="Cabin"/>
                <a:sym typeface="Cabin"/>
              </a:defRPr>
            </a:lvl7pPr>
            <a:lvl8pPr marL="0" marR="0" lvl="7" indent="0" algn="r" rtl="0">
              <a:spcBef>
                <a:spcPts val="0"/>
              </a:spcBef>
              <a:buNone/>
              <a:defRPr sz="700" b="0" i="0" u="none" strike="noStrike" cap="none">
                <a:solidFill>
                  <a:srgbClr val="2D58AC"/>
                </a:solidFill>
                <a:latin typeface="Cabin"/>
                <a:ea typeface="Cabin"/>
                <a:cs typeface="Cabin"/>
                <a:sym typeface="Cabin"/>
              </a:defRPr>
            </a:lvl8pPr>
            <a:lvl9pPr marL="0" marR="0" lvl="8" indent="0" algn="r" rtl="0">
              <a:spcBef>
                <a:spcPts val="0"/>
              </a:spcBef>
              <a:buNone/>
              <a:defRPr sz="700" b="0" i="0" u="none" strike="noStrike" cap="none">
                <a:solidFill>
                  <a:srgbClr val="2D58AC"/>
                </a:solidFill>
                <a:latin typeface="Cabin"/>
                <a:ea typeface="Cabin"/>
                <a:cs typeface="Cabin"/>
                <a:sym typeface="Cabin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3"/>
          <p:cNvSpPr/>
          <p:nvPr/>
        </p:nvSpPr>
        <p:spPr>
          <a:xfrm>
            <a:off x="330214" y="460805"/>
            <a:ext cx="8481900" cy="8919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" name="Google Shape;23;p3"/>
          <p:cNvSpPr txBox="1">
            <a:spLocks noGrp="1"/>
          </p:cNvSpPr>
          <p:nvPr>
            <p:ph type="title"/>
          </p:nvPr>
        </p:nvSpPr>
        <p:spPr>
          <a:xfrm>
            <a:off x="435894" y="526617"/>
            <a:ext cx="8272200" cy="76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b" anchorCtr="0">
            <a:noAutofit/>
          </a:bodyPr>
          <a:lstStyle>
            <a:lvl1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 b="0" i="0" u="none" strike="noStrike" cap="none">
                <a:solidFill>
                  <a:schemeClr val="lt1"/>
                </a:solidFill>
              </a:defRPr>
            </a:lvl1pPr>
            <a:lvl2pPr marL="0" marR="0" lvl="1" indent="0" algn="l" rtl="0">
              <a:spcBef>
                <a:spcPts val="0"/>
              </a:spcBef>
              <a:spcAft>
                <a:spcPts val="0"/>
              </a:spcAft>
              <a:buSzPts val="3000"/>
              <a:buFont typeface="Cabin"/>
              <a:buNone/>
              <a:defRPr sz="3000" b="0" i="0" u="none" strike="noStrike" cap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defRPr>
            </a:lvl2pPr>
            <a:lvl3pPr marL="0" marR="0" lvl="2" indent="0" algn="l" rtl="0">
              <a:spcBef>
                <a:spcPts val="0"/>
              </a:spcBef>
              <a:spcAft>
                <a:spcPts val="0"/>
              </a:spcAft>
              <a:buSzPts val="3000"/>
              <a:buFont typeface="Cabin"/>
              <a:buNone/>
              <a:defRPr sz="3000" b="0" i="0" u="none" strike="noStrike" cap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defRPr>
            </a:lvl3pPr>
            <a:lvl4pPr marL="0" marR="0" lvl="3" indent="0" algn="l" rtl="0">
              <a:spcBef>
                <a:spcPts val="0"/>
              </a:spcBef>
              <a:spcAft>
                <a:spcPts val="0"/>
              </a:spcAft>
              <a:buSzPts val="3000"/>
              <a:buFont typeface="Cabin"/>
              <a:buNone/>
              <a:defRPr sz="3000" b="0" i="0" u="none" strike="noStrike" cap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defRPr>
            </a:lvl4pPr>
            <a:lvl5pPr marL="0" marR="0" lvl="4" indent="0" algn="l" rtl="0">
              <a:spcBef>
                <a:spcPts val="0"/>
              </a:spcBef>
              <a:spcAft>
                <a:spcPts val="0"/>
              </a:spcAft>
              <a:buSzPts val="3000"/>
              <a:buFont typeface="Cabin"/>
              <a:buNone/>
              <a:defRPr sz="3000" b="0" i="0" u="none" strike="noStrike" cap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defRPr>
            </a:lvl5pPr>
            <a:lvl6pPr marL="0" marR="0" lvl="5" indent="0" algn="l" rtl="0">
              <a:spcBef>
                <a:spcPts val="0"/>
              </a:spcBef>
              <a:spcAft>
                <a:spcPts val="0"/>
              </a:spcAft>
              <a:buSzPts val="3000"/>
              <a:buFont typeface="Cabin"/>
              <a:buNone/>
              <a:defRPr sz="3000" b="0" i="0" u="none" strike="noStrike" cap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defRPr>
            </a:lvl6pPr>
            <a:lvl7pPr marL="0" marR="0" lvl="6" indent="0" algn="l" rtl="0">
              <a:spcBef>
                <a:spcPts val="0"/>
              </a:spcBef>
              <a:spcAft>
                <a:spcPts val="0"/>
              </a:spcAft>
              <a:buSzPts val="3000"/>
              <a:buFont typeface="Cabin"/>
              <a:buNone/>
              <a:defRPr sz="3000" b="0" i="0" u="none" strike="noStrike" cap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defRPr>
            </a:lvl7pPr>
            <a:lvl8pPr marL="0" marR="0" lvl="7" indent="0" algn="l" rtl="0">
              <a:spcBef>
                <a:spcPts val="0"/>
              </a:spcBef>
              <a:spcAft>
                <a:spcPts val="0"/>
              </a:spcAft>
              <a:buSzPts val="3000"/>
              <a:buFont typeface="Cabin"/>
              <a:buNone/>
              <a:defRPr sz="3000" b="0" i="0" u="none" strike="noStrike" cap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defRPr>
            </a:lvl8pPr>
            <a:lvl9pPr marL="0" marR="0" lvl="8" indent="0" algn="l" rtl="0">
              <a:spcBef>
                <a:spcPts val="0"/>
              </a:spcBef>
              <a:spcAft>
                <a:spcPts val="0"/>
              </a:spcAft>
              <a:buSzPts val="3000"/>
              <a:buFont typeface="Cabin"/>
              <a:buNone/>
              <a:defRPr sz="3000" b="0" i="0" u="none" strike="noStrike" cap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defRPr>
            </a:lvl9pPr>
          </a:lstStyle>
          <a:p>
            <a:endParaRPr/>
          </a:p>
        </p:txBody>
      </p:sp>
      <p:sp>
        <p:nvSpPr>
          <p:cNvPr id="24" name="Google Shape;24;p3"/>
          <p:cNvSpPr txBox="1">
            <a:spLocks noGrp="1"/>
          </p:cNvSpPr>
          <p:nvPr>
            <p:ph type="body" idx="1"/>
          </p:nvPr>
        </p:nvSpPr>
        <p:spPr>
          <a:xfrm>
            <a:off x="435894" y="1635372"/>
            <a:ext cx="8272200" cy="275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t" anchorCtr="0">
            <a:noAutofit/>
          </a:bodyPr>
          <a:lstStyle>
            <a:lvl1pPr marL="457200" marR="0" lvl="0" indent="-330200" algn="l" rtl="0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Noto Sans Symbols"/>
              <a:buChar char="●"/>
              <a:defRPr sz="1600" b="0" i="0" u="none" strike="noStrike" cap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defRPr>
            </a:lvl1pPr>
            <a:lvl2pPr marL="914400" marR="0" lvl="1" indent="-298450" algn="l" rtl="0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Noto Sans Symbols"/>
              <a:buChar char="○"/>
              <a:defRPr sz="1400" b="0" i="0" u="none" strike="noStrike" cap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defRPr>
            </a:lvl2pPr>
            <a:lvl3pPr marL="1371600" marR="0" lvl="2" indent="-292100" algn="l" rtl="0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Noto Sans Symbols"/>
              <a:buChar char="■"/>
              <a:defRPr sz="1100" b="0" i="0" u="none" strike="noStrike" cap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defRPr>
            </a:lvl3pPr>
            <a:lvl4pPr marL="1828800" marR="0" lvl="3" indent="-279400" algn="l" rtl="0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800"/>
              <a:buFont typeface="Noto Sans Symbols"/>
              <a:buChar char="●"/>
              <a:defRPr sz="900" b="0" i="0" u="none" strike="noStrike" cap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defRPr>
            </a:lvl4pPr>
            <a:lvl5pPr marL="2286000" marR="0" lvl="4" indent="-279400" algn="l" rtl="0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800"/>
              <a:buFont typeface="Noto Sans Symbols"/>
              <a:buChar char="○"/>
              <a:defRPr sz="900" b="0" i="0" u="none" strike="noStrike" cap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defRPr>
            </a:lvl5pPr>
            <a:lvl6pPr marL="2743200" marR="0" lvl="5" indent="-279400" algn="l" rtl="0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800"/>
              <a:buFont typeface="Noto Sans Symbols"/>
              <a:buChar char="■"/>
              <a:defRPr sz="900" b="0" i="0" u="none" strike="noStrike" cap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defRPr>
            </a:lvl6pPr>
            <a:lvl7pPr marL="3200400" marR="0" lvl="6" indent="-279400" algn="l" rtl="0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800"/>
              <a:buFont typeface="Noto Sans Symbols"/>
              <a:buChar char="●"/>
              <a:defRPr sz="900" b="0" i="0" u="none" strike="noStrike" cap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defRPr>
            </a:lvl7pPr>
            <a:lvl8pPr marL="3657600" marR="0" lvl="7" indent="-279400" algn="l" rtl="0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800"/>
              <a:buFont typeface="Noto Sans Symbols"/>
              <a:buChar char="○"/>
              <a:defRPr sz="900" b="0" i="0" u="none" strike="noStrike" cap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defRPr>
            </a:lvl8pPr>
            <a:lvl9pPr marL="4114800" marR="0" lvl="8" indent="-279400" algn="l" rtl="0">
              <a:lnSpc>
                <a:spcPct val="115000"/>
              </a:lnSpc>
              <a:spcBef>
                <a:spcPts val="500"/>
              </a:spcBef>
              <a:spcAft>
                <a:spcPts val="500"/>
              </a:spcAft>
              <a:buClr>
                <a:schemeClr val="accent2"/>
              </a:buClr>
              <a:buSzPts val="800"/>
              <a:buFont typeface="Noto Sans Symbols"/>
              <a:buChar char="■"/>
              <a:defRPr sz="900" b="0" i="0" u="none" strike="noStrike" cap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defRPr>
            </a:lvl9pPr>
          </a:lstStyle>
          <a:p>
            <a:endParaRPr/>
          </a:p>
        </p:txBody>
      </p:sp>
      <p:sp>
        <p:nvSpPr>
          <p:cNvPr id="25" name="Google Shape;25;p3"/>
          <p:cNvSpPr txBox="1">
            <a:spLocks noGrp="1"/>
          </p:cNvSpPr>
          <p:nvPr>
            <p:ph type="sldNum" idx="12"/>
          </p:nvPr>
        </p:nvSpPr>
        <p:spPr>
          <a:xfrm>
            <a:off x="8499550" y="4742725"/>
            <a:ext cx="3126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000" b="0" i="0" u="none" strike="noStrike" cap="none">
                <a:solidFill>
                  <a:schemeClr val="accent2"/>
                </a:solidFill>
                <a:latin typeface="Cabin"/>
                <a:ea typeface="Cabin"/>
                <a:cs typeface="Cabin"/>
                <a:sym typeface="Cabin"/>
              </a:defRPr>
            </a:lvl1pPr>
            <a:lvl2pPr marL="0" marR="0" lvl="1" indent="0" algn="r" rtl="0">
              <a:spcBef>
                <a:spcPts val="0"/>
              </a:spcBef>
              <a:buNone/>
              <a:defRPr sz="1000" b="0" i="0" u="none" strike="noStrike" cap="none">
                <a:solidFill>
                  <a:schemeClr val="accent2"/>
                </a:solidFill>
                <a:latin typeface="Cabin"/>
                <a:ea typeface="Cabin"/>
                <a:cs typeface="Cabin"/>
                <a:sym typeface="Cabin"/>
              </a:defRPr>
            </a:lvl2pPr>
            <a:lvl3pPr marL="0" marR="0" lvl="2" indent="0" algn="r" rtl="0">
              <a:spcBef>
                <a:spcPts val="0"/>
              </a:spcBef>
              <a:buNone/>
              <a:defRPr sz="1000" b="0" i="0" u="none" strike="noStrike" cap="none">
                <a:solidFill>
                  <a:schemeClr val="accent2"/>
                </a:solidFill>
                <a:latin typeface="Cabin"/>
                <a:ea typeface="Cabin"/>
                <a:cs typeface="Cabin"/>
                <a:sym typeface="Cabin"/>
              </a:defRPr>
            </a:lvl3pPr>
            <a:lvl4pPr marL="0" marR="0" lvl="3" indent="0" algn="r" rtl="0">
              <a:spcBef>
                <a:spcPts val="0"/>
              </a:spcBef>
              <a:buNone/>
              <a:defRPr sz="1000" b="0" i="0" u="none" strike="noStrike" cap="none">
                <a:solidFill>
                  <a:schemeClr val="accent2"/>
                </a:solidFill>
                <a:latin typeface="Cabin"/>
                <a:ea typeface="Cabin"/>
                <a:cs typeface="Cabin"/>
                <a:sym typeface="Cabin"/>
              </a:defRPr>
            </a:lvl4pPr>
            <a:lvl5pPr marL="0" marR="0" lvl="4" indent="0" algn="r" rtl="0">
              <a:spcBef>
                <a:spcPts val="0"/>
              </a:spcBef>
              <a:buNone/>
              <a:defRPr sz="1000" b="0" i="0" u="none" strike="noStrike" cap="none">
                <a:solidFill>
                  <a:schemeClr val="accent2"/>
                </a:solidFill>
                <a:latin typeface="Cabin"/>
                <a:ea typeface="Cabin"/>
                <a:cs typeface="Cabin"/>
                <a:sym typeface="Cabin"/>
              </a:defRPr>
            </a:lvl5pPr>
            <a:lvl6pPr marL="0" marR="0" lvl="5" indent="0" algn="r" rtl="0">
              <a:spcBef>
                <a:spcPts val="0"/>
              </a:spcBef>
              <a:buNone/>
              <a:defRPr sz="1000" b="0" i="0" u="none" strike="noStrike" cap="none">
                <a:solidFill>
                  <a:schemeClr val="accent2"/>
                </a:solidFill>
                <a:latin typeface="Cabin"/>
                <a:ea typeface="Cabin"/>
                <a:cs typeface="Cabin"/>
                <a:sym typeface="Cabin"/>
              </a:defRPr>
            </a:lvl6pPr>
            <a:lvl7pPr marL="0" marR="0" lvl="6" indent="0" algn="r" rtl="0">
              <a:spcBef>
                <a:spcPts val="0"/>
              </a:spcBef>
              <a:buNone/>
              <a:defRPr sz="1000" b="0" i="0" u="none" strike="noStrike" cap="none">
                <a:solidFill>
                  <a:schemeClr val="accent2"/>
                </a:solidFill>
                <a:latin typeface="Cabin"/>
                <a:ea typeface="Cabin"/>
                <a:cs typeface="Cabin"/>
                <a:sym typeface="Cabin"/>
              </a:defRPr>
            </a:lvl7pPr>
            <a:lvl8pPr marL="0" marR="0" lvl="7" indent="0" algn="r" rtl="0">
              <a:spcBef>
                <a:spcPts val="0"/>
              </a:spcBef>
              <a:buNone/>
              <a:defRPr sz="1000" b="0" i="0" u="none" strike="noStrike" cap="none">
                <a:solidFill>
                  <a:schemeClr val="accent2"/>
                </a:solidFill>
                <a:latin typeface="Cabin"/>
                <a:ea typeface="Cabin"/>
                <a:cs typeface="Cabin"/>
                <a:sym typeface="Cabin"/>
              </a:defRPr>
            </a:lvl8pPr>
            <a:lvl9pPr marL="0" marR="0" lvl="8" indent="0" algn="r" rtl="0">
              <a:spcBef>
                <a:spcPts val="0"/>
              </a:spcBef>
              <a:buNone/>
              <a:defRPr sz="1000" b="0" i="0" u="none" strike="noStrike" cap="none">
                <a:solidFill>
                  <a:schemeClr val="accent2"/>
                </a:solidFill>
                <a:latin typeface="Cabin"/>
                <a:ea typeface="Cabin"/>
                <a:cs typeface="Cabin"/>
                <a:sym typeface="Cabin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26" name="Google Shape;26;p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30225" y="4726000"/>
            <a:ext cx="1563300" cy="307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Hlavička sekcie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4"/>
          <p:cNvSpPr/>
          <p:nvPr/>
        </p:nvSpPr>
        <p:spPr>
          <a:xfrm>
            <a:off x="335863" y="3856480"/>
            <a:ext cx="8468100" cy="944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" name="Google Shape;29;p4"/>
          <p:cNvSpPr txBox="1">
            <a:spLocks noGrp="1"/>
          </p:cNvSpPr>
          <p:nvPr>
            <p:ph type="title"/>
          </p:nvPr>
        </p:nvSpPr>
        <p:spPr>
          <a:xfrm>
            <a:off x="435895" y="2282932"/>
            <a:ext cx="8272200" cy="11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b" anchorCtr="0">
            <a:noAutofit/>
          </a:bodyPr>
          <a:lstStyle>
            <a:lvl1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Cabin"/>
              <a:buNone/>
              <a:defRPr sz="2700" b="0" i="0" u="none" strike="noStrike" cap="none">
                <a:solidFill>
                  <a:schemeClr val="accent1"/>
                </a:solidFill>
                <a:latin typeface="Cabin"/>
                <a:ea typeface="Cabin"/>
                <a:cs typeface="Cabin"/>
                <a:sym typeface="Cabin"/>
              </a:defRPr>
            </a:lvl1pPr>
            <a:lvl2pPr marL="0" marR="0" lvl="1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2"/>
                </a:solidFill>
              </a:defRPr>
            </a:lvl2pPr>
            <a:lvl3pPr marL="0" marR="0" lvl="2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2"/>
                </a:solidFill>
              </a:defRPr>
            </a:lvl3pPr>
            <a:lvl4pPr marL="0" marR="0" lvl="3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2"/>
                </a:solidFill>
              </a:defRPr>
            </a:lvl4pPr>
            <a:lvl5pPr marL="0" marR="0" lvl="4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2"/>
                </a:solidFill>
              </a:defRPr>
            </a:lvl5pPr>
            <a:lvl6pPr marL="0" marR="0" lvl="5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2"/>
                </a:solidFill>
              </a:defRPr>
            </a:lvl6pPr>
            <a:lvl7pPr marL="0" marR="0" lvl="6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2"/>
                </a:solidFill>
              </a:defRPr>
            </a:lvl7pPr>
            <a:lvl8pPr marL="0" marR="0" lvl="7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2"/>
                </a:solidFill>
              </a:defRPr>
            </a:lvl8pPr>
            <a:lvl9pPr marL="0" marR="0" lvl="8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4"/>
          <p:cNvSpPr txBox="1">
            <a:spLocks noGrp="1"/>
          </p:cNvSpPr>
          <p:nvPr>
            <p:ph type="body" idx="1"/>
          </p:nvPr>
        </p:nvSpPr>
        <p:spPr>
          <a:xfrm>
            <a:off x="435894" y="3406063"/>
            <a:ext cx="8272200" cy="45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t" anchorCtr="0">
            <a:noAutofit/>
          </a:bodyPr>
          <a:lstStyle>
            <a:lvl1pPr marL="457200" marR="0" lvl="0" indent="-228600" algn="l" rtl="0">
              <a:spcBef>
                <a:spcPts val="30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Noto Sans Symbols"/>
              <a:buNone/>
              <a:defRPr sz="1400" b="0" i="0" u="none" strike="noStrike" cap="none">
                <a:solidFill>
                  <a:schemeClr val="accent2"/>
                </a:solidFill>
                <a:latin typeface="Cabin"/>
                <a:ea typeface="Cabin"/>
                <a:cs typeface="Cabin"/>
                <a:sym typeface="Cabin"/>
              </a:defRPr>
            </a:lvl1pPr>
            <a:lvl2pPr marL="914400" marR="0" lvl="1" indent="-228600" algn="l" rtl="0"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Noto Sans Symbols"/>
              <a:buNone/>
              <a:defRPr sz="1400" b="0" i="0" u="none" strike="noStrike" cap="none">
                <a:solidFill>
                  <a:srgbClr val="888888"/>
                </a:solidFill>
                <a:latin typeface="Cabin"/>
                <a:ea typeface="Cabin"/>
                <a:cs typeface="Cabin"/>
                <a:sym typeface="Cabin"/>
              </a:defRPr>
            </a:lvl2pPr>
            <a:lvl3pPr marL="1371600" marR="0" lvl="2" indent="-228600" algn="l" rtl="0"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Noto Sans Symbols"/>
              <a:buNone/>
              <a:defRPr sz="1200" b="0" i="0" u="none" strike="noStrike" cap="none">
                <a:solidFill>
                  <a:srgbClr val="888888"/>
                </a:solidFill>
                <a:latin typeface="Cabin"/>
                <a:ea typeface="Cabin"/>
                <a:cs typeface="Cabin"/>
                <a:sym typeface="Cabin"/>
              </a:defRPr>
            </a:lvl3pPr>
            <a:lvl4pPr marL="1828800" marR="0" lvl="3" indent="-228600" algn="l" rtl="0"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800"/>
              <a:buFont typeface="Noto Sans Symbols"/>
              <a:buNone/>
              <a:defRPr sz="1100" b="0" i="0" u="none" strike="noStrike" cap="none">
                <a:solidFill>
                  <a:srgbClr val="888888"/>
                </a:solidFill>
                <a:latin typeface="Cabin"/>
                <a:ea typeface="Cabin"/>
                <a:cs typeface="Cabin"/>
                <a:sym typeface="Cabin"/>
              </a:defRPr>
            </a:lvl4pPr>
            <a:lvl5pPr marL="2286000" marR="0" lvl="4" indent="-228600" algn="l" rtl="0"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800"/>
              <a:buFont typeface="Noto Sans Symbols"/>
              <a:buNone/>
              <a:defRPr sz="1100" b="0" i="0" u="none" strike="noStrike" cap="none">
                <a:solidFill>
                  <a:srgbClr val="888888"/>
                </a:solidFill>
                <a:latin typeface="Cabin"/>
                <a:ea typeface="Cabin"/>
                <a:cs typeface="Cabin"/>
                <a:sym typeface="Cabin"/>
              </a:defRPr>
            </a:lvl5pPr>
            <a:lvl6pPr marL="2743200" marR="0" lvl="5" indent="-228600" algn="l" rtl="0"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800"/>
              <a:buFont typeface="Noto Sans Symbols"/>
              <a:buNone/>
              <a:defRPr sz="1100" b="0" i="0" u="none" strike="noStrike" cap="none">
                <a:solidFill>
                  <a:srgbClr val="888888"/>
                </a:solidFill>
                <a:latin typeface="Cabin"/>
                <a:ea typeface="Cabin"/>
                <a:cs typeface="Cabin"/>
                <a:sym typeface="Cabin"/>
              </a:defRPr>
            </a:lvl6pPr>
            <a:lvl7pPr marL="3200400" marR="0" lvl="6" indent="-228600" algn="l" rtl="0"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800"/>
              <a:buFont typeface="Noto Sans Symbols"/>
              <a:buNone/>
              <a:defRPr sz="1100" b="0" i="0" u="none" strike="noStrike" cap="none">
                <a:solidFill>
                  <a:srgbClr val="888888"/>
                </a:solidFill>
                <a:latin typeface="Cabin"/>
                <a:ea typeface="Cabin"/>
                <a:cs typeface="Cabin"/>
                <a:sym typeface="Cabin"/>
              </a:defRPr>
            </a:lvl7pPr>
            <a:lvl8pPr marL="3657600" marR="0" lvl="7" indent="-228600" algn="l" rtl="0"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800"/>
              <a:buFont typeface="Noto Sans Symbols"/>
              <a:buNone/>
              <a:defRPr sz="1100" b="0" i="0" u="none" strike="noStrike" cap="none">
                <a:solidFill>
                  <a:srgbClr val="888888"/>
                </a:solidFill>
                <a:latin typeface="Cabin"/>
                <a:ea typeface="Cabin"/>
                <a:cs typeface="Cabin"/>
                <a:sym typeface="Cabin"/>
              </a:defRPr>
            </a:lvl8pPr>
            <a:lvl9pPr marL="4114800" marR="0" lvl="8" indent="-228600" algn="l" rtl="0">
              <a:spcBef>
                <a:spcPts val="500"/>
              </a:spcBef>
              <a:spcAft>
                <a:spcPts val="500"/>
              </a:spcAft>
              <a:buClr>
                <a:schemeClr val="accent2"/>
              </a:buClr>
              <a:buSzPts val="800"/>
              <a:buFont typeface="Noto Sans Symbols"/>
              <a:buNone/>
              <a:defRPr sz="1100" b="0" i="0" u="none" strike="noStrike" cap="none">
                <a:solidFill>
                  <a:srgbClr val="888888"/>
                </a:solidFill>
                <a:latin typeface="Cabin"/>
                <a:ea typeface="Cabin"/>
                <a:cs typeface="Cabin"/>
                <a:sym typeface="Cabin"/>
              </a:defRPr>
            </a:lvl9pPr>
          </a:lstStyle>
          <a:p>
            <a:endParaRPr/>
          </a:p>
        </p:txBody>
      </p:sp>
      <p:sp>
        <p:nvSpPr>
          <p:cNvPr id="31" name="Google Shape;31;p4"/>
          <p:cNvSpPr txBox="1">
            <a:spLocks noGrp="1"/>
          </p:cNvSpPr>
          <p:nvPr>
            <p:ph type="dt" idx="10"/>
          </p:nvPr>
        </p:nvSpPr>
        <p:spPr>
          <a:xfrm>
            <a:off x="5704463" y="446710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spcAft>
                <a:spcPts val="0"/>
              </a:spcAft>
              <a:buSzPts val="1100"/>
              <a:buNone/>
              <a:defRPr sz="700" b="0" i="0" u="none" strike="noStrike" cap="none">
                <a:solidFill>
                  <a:srgbClr val="2D58AC"/>
                </a:solidFill>
                <a:latin typeface="Cabin"/>
                <a:ea typeface="Cabin"/>
                <a:cs typeface="Cabin"/>
                <a:sym typeface="Cabin"/>
              </a:defRPr>
            </a:lvl1pPr>
            <a:lvl2pPr marL="342900" marR="0" lvl="1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2pPr>
            <a:lvl3pPr marL="685800" marR="0" lvl="2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3pPr>
            <a:lvl4pPr marL="1028700" marR="0" lvl="3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4pPr>
            <a:lvl5pPr marL="1371600" marR="0" lvl="4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5pPr>
            <a:lvl6pPr marL="1714500" marR="0" lvl="5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6pPr>
            <a:lvl7pPr marL="2057400" marR="0" lvl="6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7pPr>
            <a:lvl8pPr marL="2400300" marR="0" lvl="7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8pPr>
            <a:lvl9pPr marL="2743200" marR="0" lvl="8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9pPr>
          </a:lstStyle>
          <a:p>
            <a:endParaRPr/>
          </a:p>
        </p:txBody>
      </p:sp>
      <p:sp>
        <p:nvSpPr>
          <p:cNvPr id="32" name="Google Shape;32;p4"/>
          <p:cNvSpPr txBox="1">
            <a:spLocks noGrp="1"/>
          </p:cNvSpPr>
          <p:nvPr>
            <p:ph type="ftr" idx="11"/>
          </p:nvPr>
        </p:nvSpPr>
        <p:spPr>
          <a:xfrm>
            <a:off x="435894" y="4463858"/>
            <a:ext cx="51879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>
            <a:lvl1pPr marL="0" marR="0" lvl="0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700" b="0" i="0" u="none" strike="noStrike" cap="none">
                <a:solidFill>
                  <a:srgbClr val="2D58AC"/>
                </a:solidFill>
                <a:latin typeface="Cabin"/>
                <a:ea typeface="Cabin"/>
                <a:cs typeface="Cabin"/>
                <a:sym typeface="Cabin"/>
              </a:defRPr>
            </a:lvl1pPr>
            <a:lvl2pPr marL="342900" marR="0" lvl="1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2pPr>
            <a:lvl3pPr marL="685800" marR="0" lvl="2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3pPr>
            <a:lvl4pPr marL="1028700" marR="0" lvl="3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4pPr>
            <a:lvl5pPr marL="1371600" marR="0" lvl="4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5pPr>
            <a:lvl6pPr marL="1714500" marR="0" lvl="5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6pPr>
            <a:lvl7pPr marL="2057400" marR="0" lvl="6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7pPr>
            <a:lvl8pPr marL="2400300" marR="0" lvl="7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8pPr>
            <a:lvl9pPr marL="2743200" marR="0" lvl="8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9pPr>
          </a:lstStyle>
          <a:p>
            <a:endParaRPr/>
          </a:p>
        </p:txBody>
      </p:sp>
      <p:sp>
        <p:nvSpPr>
          <p:cNvPr id="33" name="Google Shape;33;p4"/>
          <p:cNvSpPr txBox="1">
            <a:spLocks noGrp="1"/>
          </p:cNvSpPr>
          <p:nvPr>
            <p:ph type="sldNum" idx="12"/>
          </p:nvPr>
        </p:nvSpPr>
        <p:spPr>
          <a:xfrm>
            <a:off x="7918725" y="4467103"/>
            <a:ext cx="7893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700" b="0" i="0" u="none" strike="noStrike" cap="none">
                <a:solidFill>
                  <a:srgbClr val="2D58AC"/>
                </a:solidFill>
                <a:latin typeface="Cabin"/>
                <a:ea typeface="Cabin"/>
                <a:cs typeface="Cabin"/>
                <a:sym typeface="Cabin"/>
              </a:defRPr>
            </a:lvl1pPr>
            <a:lvl2pPr marL="0" marR="0" lvl="1" indent="0" algn="r" rtl="0">
              <a:spcBef>
                <a:spcPts val="0"/>
              </a:spcBef>
              <a:buNone/>
              <a:defRPr sz="700" b="0" i="0" u="none" strike="noStrike" cap="none">
                <a:solidFill>
                  <a:srgbClr val="2D58AC"/>
                </a:solidFill>
                <a:latin typeface="Cabin"/>
                <a:ea typeface="Cabin"/>
                <a:cs typeface="Cabin"/>
                <a:sym typeface="Cabin"/>
              </a:defRPr>
            </a:lvl2pPr>
            <a:lvl3pPr marL="0" marR="0" lvl="2" indent="0" algn="r" rtl="0">
              <a:spcBef>
                <a:spcPts val="0"/>
              </a:spcBef>
              <a:buNone/>
              <a:defRPr sz="700" b="0" i="0" u="none" strike="noStrike" cap="none">
                <a:solidFill>
                  <a:srgbClr val="2D58AC"/>
                </a:solidFill>
                <a:latin typeface="Cabin"/>
                <a:ea typeface="Cabin"/>
                <a:cs typeface="Cabin"/>
                <a:sym typeface="Cabin"/>
              </a:defRPr>
            </a:lvl3pPr>
            <a:lvl4pPr marL="0" marR="0" lvl="3" indent="0" algn="r" rtl="0">
              <a:spcBef>
                <a:spcPts val="0"/>
              </a:spcBef>
              <a:buNone/>
              <a:defRPr sz="700" b="0" i="0" u="none" strike="noStrike" cap="none">
                <a:solidFill>
                  <a:srgbClr val="2D58AC"/>
                </a:solidFill>
                <a:latin typeface="Cabin"/>
                <a:ea typeface="Cabin"/>
                <a:cs typeface="Cabin"/>
                <a:sym typeface="Cabin"/>
              </a:defRPr>
            </a:lvl4pPr>
            <a:lvl5pPr marL="0" marR="0" lvl="4" indent="0" algn="r" rtl="0">
              <a:spcBef>
                <a:spcPts val="0"/>
              </a:spcBef>
              <a:buNone/>
              <a:defRPr sz="700" b="0" i="0" u="none" strike="noStrike" cap="none">
                <a:solidFill>
                  <a:srgbClr val="2D58AC"/>
                </a:solidFill>
                <a:latin typeface="Cabin"/>
                <a:ea typeface="Cabin"/>
                <a:cs typeface="Cabin"/>
                <a:sym typeface="Cabin"/>
              </a:defRPr>
            </a:lvl5pPr>
            <a:lvl6pPr marL="0" marR="0" lvl="5" indent="0" algn="r" rtl="0">
              <a:spcBef>
                <a:spcPts val="0"/>
              </a:spcBef>
              <a:buNone/>
              <a:defRPr sz="700" b="0" i="0" u="none" strike="noStrike" cap="none">
                <a:solidFill>
                  <a:srgbClr val="2D58AC"/>
                </a:solidFill>
                <a:latin typeface="Cabin"/>
                <a:ea typeface="Cabin"/>
                <a:cs typeface="Cabin"/>
                <a:sym typeface="Cabin"/>
              </a:defRPr>
            </a:lvl6pPr>
            <a:lvl7pPr marL="0" marR="0" lvl="6" indent="0" algn="r" rtl="0">
              <a:spcBef>
                <a:spcPts val="0"/>
              </a:spcBef>
              <a:buNone/>
              <a:defRPr sz="700" b="0" i="0" u="none" strike="noStrike" cap="none">
                <a:solidFill>
                  <a:srgbClr val="2D58AC"/>
                </a:solidFill>
                <a:latin typeface="Cabin"/>
                <a:ea typeface="Cabin"/>
                <a:cs typeface="Cabin"/>
                <a:sym typeface="Cabin"/>
              </a:defRPr>
            </a:lvl7pPr>
            <a:lvl8pPr marL="0" marR="0" lvl="7" indent="0" algn="r" rtl="0">
              <a:spcBef>
                <a:spcPts val="0"/>
              </a:spcBef>
              <a:buNone/>
              <a:defRPr sz="700" b="0" i="0" u="none" strike="noStrike" cap="none">
                <a:solidFill>
                  <a:srgbClr val="2D58AC"/>
                </a:solidFill>
                <a:latin typeface="Cabin"/>
                <a:ea typeface="Cabin"/>
                <a:cs typeface="Cabin"/>
                <a:sym typeface="Cabin"/>
              </a:defRPr>
            </a:lvl8pPr>
            <a:lvl9pPr marL="0" marR="0" lvl="8" indent="0" algn="r" rtl="0">
              <a:spcBef>
                <a:spcPts val="0"/>
              </a:spcBef>
              <a:buNone/>
              <a:defRPr sz="700" b="0" i="0" u="none" strike="noStrike" cap="none">
                <a:solidFill>
                  <a:srgbClr val="2D58AC"/>
                </a:solidFill>
                <a:latin typeface="Cabin"/>
                <a:ea typeface="Cabin"/>
                <a:cs typeface="Cabin"/>
                <a:sym typeface="Cabin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va obsahy" type="twoObj">
  <p:cSld name="TWO_OBJECTS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5"/>
          <p:cNvSpPr/>
          <p:nvPr/>
        </p:nvSpPr>
        <p:spPr>
          <a:xfrm>
            <a:off x="334486" y="454916"/>
            <a:ext cx="8475000" cy="944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" name="Google Shape;36;p5"/>
          <p:cNvSpPr txBox="1">
            <a:spLocks noGrp="1"/>
          </p:cNvSpPr>
          <p:nvPr>
            <p:ph type="title"/>
          </p:nvPr>
        </p:nvSpPr>
        <p:spPr>
          <a:xfrm>
            <a:off x="435895" y="547244"/>
            <a:ext cx="8272200" cy="74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b" anchorCtr="0">
            <a:noAutofit/>
          </a:bodyPr>
          <a:lstStyle>
            <a:lvl1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Cabin"/>
              <a:buNone/>
              <a:defRPr sz="2100" b="0" i="0" u="none" strike="noStrike" cap="none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defRPr>
            </a:lvl1pPr>
            <a:lvl2pPr marL="0" marR="0" lvl="1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2"/>
                </a:solidFill>
              </a:defRPr>
            </a:lvl2pPr>
            <a:lvl3pPr marL="0" marR="0" lvl="2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2"/>
                </a:solidFill>
              </a:defRPr>
            </a:lvl3pPr>
            <a:lvl4pPr marL="0" marR="0" lvl="3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2"/>
                </a:solidFill>
              </a:defRPr>
            </a:lvl4pPr>
            <a:lvl5pPr marL="0" marR="0" lvl="4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2"/>
                </a:solidFill>
              </a:defRPr>
            </a:lvl5pPr>
            <a:lvl6pPr marL="0" marR="0" lvl="5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2"/>
                </a:solidFill>
              </a:defRPr>
            </a:lvl6pPr>
            <a:lvl7pPr marL="0" marR="0" lvl="6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2"/>
                </a:solidFill>
              </a:defRPr>
            </a:lvl7pPr>
            <a:lvl8pPr marL="0" marR="0" lvl="7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2"/>
                </a:solidFill>
              </a:defRPr>
            </a:lvl8pPr>
            <a:lvl9pPr marL="0" marR="0" lvl="8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37" name="Google Shape;37;p5"/>
          <p:cNvSpPr txBox="1">
            <a:spLocks noGrp="1"/>
          </p:cNvSpPr>
          <p:nvPr>
            <p:ph type="body" idx="1"/>
          </p:nvPr>
        </p:nvSpPr>
        <p:spPr>
          <a:xfrm>
            <a:off x="435895" y="1671002"/>
            <a:ext cx="4066800" cy="272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>
            <a:lvl1pPr marL="457200" marR="0" lvl="0" indent="-304800" algn="l" rtl="0">
              <a:spcBef>
                <a:spcPts val="30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Noto Sans Symbols"/>
              <a:buChar char="◼"/>
              <a:defRPr sz="1400" b="0" i="0" u="none" strike="noStrike" cap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defRPr>
            </a:lvl1pPr>
            <a:lvl2pPr marL="914400" marR="0" lvl="1" indent="-298450" algn="l" rtl="0"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Noto Sans Symbols"/>
              <a:buChar char="◼"/>
              <a:defRPr sz="1200" b="0" i="0" u="none" strike="noStrike" cap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defRPr>
            </a:lvl2pPr>
            <a:lvl3pPr marL="1371600" marR="0" lvl="2" indent="-292100" algn="l" rtl="0"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Noto Sans Symbols"/>
              <a:buChar char="◼"/>
              <a:defRPr sz="1100" b="0" i="0" u="none" strike="noStrike" cap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defRPr>
            </a:lvl3pPr>
            <a:lvl4pPr marL="1828800" marR="0" lvl="3" indent="-279400" algn="l" rtl="0"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800"/>
              <a:buFont typeface="Noto Sans Symbols"/>
              <a:buChar char="◼"/>
              <a:defRPr sz="900" b="0" i="0" u="none" strike="noStrike" cap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defRPr>
            </a:lvl4pPr>
            <a:lvl5pPr marL="2286000" marR="0" lvl="4" indent="-279400" algn="l" rtl="0"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800"/>
              <a:buFont typeface="Noto Sans Symbols"/>
              <a:buChar char="◼"/>
              <a:defRPr sz="900" b="0" i="0" u="none" strike="noStrike" cap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defRPr>
            </a:lvl5pPr>
            <a:lvl6pPr marL="2743200" marR="0" lvl="5" indent="-279400" algn="l" rtl="0"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800"/>
              <a:buFont typeface="Noto Sans Symbols"/>
              <a:buChar char="◼"/>
              <a:defRPr sz="900" b="0" i="0" u="none" strike="noStrike" cap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defRPr>
            </a:lvl6pPr>
            <a:lvl7pPr marL="3200400" marR="0" lvl="6" indent="-279400" algn="l" rtl="0"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800"/>
              <a:buFont typeface="Noto Sans Symbols"/>
              <a:buChar char="◼"/>
              <a:defRPr sz="900" b="0" i="0" u="none" strike="noStrike" cap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defRPr>
            </a:lvl7pPr>
            <a:lvl8pPr marL="3657600" marR="0" lvl="7" indent="-279400" algn="l" rtl="0"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800"/>
              <a:buFont typeface="Noto Sans Symbols"/>
              <a:buChar char="◼"/>
              <a:defRPr sz="900" b="0" i="0" u="none" strike="noStrike" cap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defRPr>
            </a:lvl8pPr>
            <a:lvl9pPr marL="4114800" marR="0" lvl="8" indent="-279400" algn="l" rtl="0">
              <a:spcBef>
                <a:spcPts val="500"/>
              </a:spcBef>
              <a:spcAft>
                <a:spcPts val="500"/>
              </a:spcAft>
              <a:buClr>
                <a:schemeClr val="accent2"/>
              </a:buClr>
              <a:buSzPts val="800"/>
              <a:buFont typeface="Noto Sans Symbols"/>
              <a:buChar char="◼"/>
              <a:defRPr sz="900" b="0" i="0" u="none" strike="noStrike" cap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defRPr>
            </a:lvl9pPr>
          </a:lstStyle>
          <a:p>
            <a:endParaRPr/>
          </a:p>
        </p:txBody>
      </p:sp>
      <p:sp>
        <p:nvSpPr>
          <p:cNvPr id="38" name="Google Shape;38;p5"/>
          <p:cNvSpPr txBox="1">
            <a:spLocks noGrp="1"/>
          </p:cNvSpPr>
          <p:nvPr>
            <p:ph type="body" idx="2"/>
          </p:nvPr>
        </p:nvSpPr>
        <p:spPr>
          <a:xfrm>
            <a:off x="4641313" y="1671002"/>
            <a:ext cx="4066800" cy="272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>
            <a:lvl1pPr marL="457200" marR="0" lvl="0" indent="-304800" algn="l" rtl="0">
              <a:spcBef>
                <a:spcPts val="30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Noto Sans Symbols"/>
              <a:buChar char="◼"/>
              <a:defRPr sz="1400" b="0" i="0" u="none" strike="noStrike" cap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defRPr>
            </a:lvl1pPr>
            <a:lvl2pPr marL="914400" marR="0" lvl="1" indent="-298450" algn="l" rtl="0"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Noto Sans Symbols"/>
              <a:buChar char="◼"/>
              <a:defRPr sz="1200" b="0" i="0" u="none" strike="noStrike" cap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defRPr>
            </a:lvl2pPr>
            <a:lvl3pPr marL="1371600" marR="0" lvl="2" indent="-292100" algn="l" rtl="0"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Noto Sans Symbols"/>
              <a:buChar char="◼"/>
              <a:defRPr sz="1100" b="0" i="0" u="none" strike="noStrike" cap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defRPr>
            </a:lvl3pPr>
            <a:lvl4pPr marL="1828800" marR="0" lvl="3" indent="-279400" algn="l" rtl="0"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800"/>
              <a:buFont typeface="Noto Sans Symbols"/>
              <a:buChar char="◼"/>
              <a:defRPr sz="900" b="0" i="0" u="none" strike="noStrike" cap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defRPr>
            </a:lvl4pPr>
            <a:lvl5pPr marL="2286000" marR="0" lvl="4" indent="-279400" algn="l" rtl="0"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800"/>
              <a:buFont typeface="Noto Sans Symbols"/>
              <a:buChar char="◼"/>
              <a:defRPr sz="900" b="0" i="0" u="none" strike="noStrike" cap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defRPr>
            </a:lvl5pPr>
            <a:lvl6pPr marL="2743200" marR="0" lvl="5" indent="-279400" algn="l" rtl="0"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800"/>
              <a:buFont typeface="Noto Sans Symbols"/>
              <a:buChar char="◼"/>
              <a:defRPr sz="900" b="0" i="0" u="none" strike="noStrike" cap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defRPr>
            </a:lvl6pPr>
            <a:lvl7pPr marL="3200400" marR="0" lvl="6" indent="-279400" algn="l" rtl="0"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800"/>
              <a:buFont typeface="Noto Sans Symbols"/>
              <a:buChar char="◼"/>
              <a:defRPr sz="900" b="0" i="0" u="none" strike="noStrike" cap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defRPr>
            </a:lvl7pPr>
            <a:lvl8pPr marL="3657600" marR="0" lvl="7" indent="-279400" algn="l" rtl="0"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800"/>
              <a:buFont typeface="Noto Sans Symbols"/>
              <a:buChar char="◼"/>
              <a:defRPr sz="900" b="0" i="0" u="none" strike="noStrike" cap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defRPr>
            </a:lvl8pPr>
            <a:lvl9pPr marL="4114800" marR="0" lvl="8" indent="-279400" algn="l" rtl="0">
              <a:spcBef>
                <a:spcPts val="500"/>
              </a:spcBef>
              <a:spcAft>
                <a:spcPts val="500"/>
              </a:spcAft>
              <a:buClr>
                <a:schemeClr val="accent2"/>
              </a:buClr>
              <a:buSzPts val="800"/>
              <a:buFont typeface="Noto Sans Symbols"/>
              <a:buChar char="◼"/>
              <a:defRPr sz="900" b="0" i="0" u="none" strike="noStrike" cap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defRPr>
            </a:lvl9pPr>
          </a:lstStyle>
          <a:p>
            <a:endParaRPr/>
          </a:p>
        </p:txBody>
      </p:sp>
      <p:sp>
        <p:nvSpPr>
          <p:cNvPr id="39" name="Google Shape;39;p5"/>
          <p:cNvSpPr txBox="1">
            <a:spLocks noGrp="1"/>
          </p:cNvSpPr>
          <p:nvPr>
            <p:ph type="dt" idx="10"/>
          </p:nvPr>
        </p:nvSpPr>
        <p:spPr>
          <a:xfrm>
            <a:off x="5704463" y="446710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spcAft>
                <a:spcPts val="0"/>
              </a:spcAft>
              <a:buSzPts val="1100"/>
              <a:buNone/>
              <a:defRPr sz="700" b="0" i="0" u="none" strike="noStrike" cap="none">
                <a:solidFill>
                  <a:schemeClr val="accent2"/>
                </a:solidFill>
                <a:latin typeface="Cabin"/>
                <a:ea typeface="Cabin"/>
                <a:cs typeface="Cabin"/>
                <a:sym typeface="Cabin"/>
              </a:defRPr>
            </a:lvl1pPr>
            <a:lvl2pPr marL="342900" marR="0" lvl="1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2pPr>
            <a:lvl3pPr marL="685800" marR="0" lvl="2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3pPr>
            <a:lvl4pPr marL="1028700" marR="0" lvl="3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4pPr>
            <a:lvl5pPr marL="1371600" marR="0" lvl="4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5pPr>
            <a:lvl6pPr marL="1714500" marR="0" lvl="5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6pPr>
            <a:lvl7pPr marL="2057400" marR="0" lvl="6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7pPr>
            <a:lvl8pPr marL="2400300" marR="0" lvl="7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8pPr>
            <a:lvl9pPr marL="2743200" marR="0" lvl="8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9pPr>
          </a:lstStyle>
          <a:p>
            <a:endParaRPr/>
          </a:p>
        </p:txBody>
      </p:sp>
      <p:sp>
        <p:nvSpPr>
          <p:cNvPr id="40" name="Google Shape;40;p5"/>
          <p:cNvSpPr txBox="1">
            <a:spLocks noGrp="1"/>
          </p:cNvSpPr>
          <p:nvPr>
            <p:ph type="ftr" idx="11"/>
          </p:nvPr>
        </p:nvSpPr>
        <p:spPr>
          <a:xfrm>
            <a:off x="435894" y="4463858"/>
            <a:ext cx="51879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>
            <a:lvl1pPr marL="0" marR="0" lvl="0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700" b="0" i="0" u="none" strike="noStrike" cap="none">
                <a:solidFill>
                  <a:schemeClr val="accent2"/>
                </a:solidFill>
                <a:latin typeface="Cabin"/>
                <a:ea typeface="Cabin"/>
                <a:cs typeface="Cabin"/>
                <a:sym typeface="Cabin"/>
              </a:defRPr>
            </a:lvl1pPr>
            <a:lvl2pPr marL="342900" marR="0" lvl="1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2pPr>
            <a:lvl3pPr marL="685800" marR="0" lvl="2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3pPr>
            <a:lvl4pPr marL="1028700" marR="0" lvl="3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4pPr>
            <a:lvl5pPr marL="1371600" marR="0" lvl="4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5pPr>
            <a:lvl6pPr marL="1714500" marR="0" lvl="5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6pPr>
            <a:lvl7pPr marL="2057400" marR="0" lvl="6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7pPr>
            <a:lvl8pPr marL="2400300" marR="0" lvl="7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8pPr>
            <a:lvl9pPr marL="2743200" marR="0" lvl="8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9pPr>
          </a:lstStyle>
          <a:p>
            <a:endParaRPr/>
          </a:p>
        </p:txBody>
      </p:sp>
      <p:sp>
        <p:nvSpPr>
          <p:cNvPr id="41" name="Google Shape;41;p5"/>
          <p:cNvSpPr txBox="1">
            <a:spLocks noGrp="1"/>
          </p:cNvSpPr>
          <p:nvPr>
            <p:ph type="sldNum" idx="12"/>
          </p:nvPr>
        </p:nvSpPr>
        <p:spPr>
          <a:xfrm>
            <a:off x="7918725" y="4467103"/>
            <a:ext cx="7893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700" b="0" i="0" u="none" strike="noStrike" cap="none">
                <a:solidFill>
                  <a:schemeClr val="accent2"/>
                </a:solidFill>
                <a:latin typeface="Cabin"/>
                <a:ea typeface="Cabin"/>
                <a:cs typeface="Cabin"/>
                <a:sym typeface="Cabin"/>
              </a:defRPr>
            </a:lvl1pPr>
            <a:lvl2pPr marL="0" marR="0" lvl="1" indent="0" algn="r" rtl="0">
              <a:spcBef>
                <a:spcPts val="0"/>
              </a:spcBef>
              <a:buNone/>
              <a:defRPr sz="700" b="0" i="0" u="none" strike="noStrike" cap="none">
                <a:solidFill>
                  <a:schemeClr val="accent2"/>
                </a:solidFill>
                <a:latin typeface="Cabin"/>
                <a:ea typeface="Cabin"/>
                <a:cs typeface="Cabin"/>
                <a:sym typeface="Cabin"/>
              </a:defRPr>
            </a:lvl2pPr>
            <a:lvl3pPr marL="0" marR="0" lvl="2" indent="0" algn="r" rtl="0">
              <a:spcBef>
                <a:spcPts val="0"/>
              </a:spcBef>
              <a:buNone/>
              <a:defRPr sz="700" b="0" i="0" u="none" strike="noStrike" cap="none">
                <a:solidFill>
                  <a:schemeClr val="accent2"/>
                </a:solidFill>
                <a:latin typeface="Cabin"/>
                <a:ea typeface="Cabin"/>
                <a:cs typeface="Cabin"/>
                <a:sym typeface="Cabin"/>
              </a:defRPr>
            </a:lvl3pPr>
            <a:lvl4pPr marL="0" marR="0" lvl="3" indent="0" algn="r" rtl="0">
              <a:spcBef>
                <a:spcPts val="0"/>
              </a:spcBef>
              <a:buNone/>
              <a:defRPr sz="700" b="0" i="0" u="none" strike="noStrike" cap="none">
                <a:solidFill>
                  <a:schemeClr val="accent2"/>
                </a:solidFill>
                <a:latin typeface="Cabin"/>
                <a:ea typeface="Cabin"/>
                <a:cs typeface="Cabin"/>
                <a:sym typeface="Cabin"/>
              </a:defRPr>
            </a:lvl4pPr>
            <a:lvl5pPr marL="0" marR="0" lvl="4" indent="0" algn="r" rtl="0">
              <a:spcBef>
                <a:spcPts val="0"/>
              </a:spcBef>
              <a:buNone/>
              <a:defRPr sz="700" b="0" i="0" u="none" strike="noStrike" cap="none">
                <a:solidFill>
                  <a:schemeClr val="accent2"/>
                </a:solidFill>
                <a:latin typeface="Cabin"/>
                <a:ea typeface="Cabin"/>
                <a:cs typeface="Cabin"/>
                <a:sym typeface="Cabin"/>
              </a:defRPr>
            </a:lvl5pPr>
            <a:lvl6pPr marL="0" marR="0" lvl="5" indent="0" algn="r" rtl="0">
              <a:spcBef>
                <a:spcPts val="0"/>
              </a:spcBef>
              <a:buNone/>
              <a:defRPr sz="700" b="0" i="0" u="none" strike="noStrike" cap="none">
                <a:solidFill>
                  <a:schemeClr val="accent2"/>
                </a:solidFill>
                <a:latin typeface="Cabin"/>
                <a:ea typeface="Cabin"/>
                <a:cs typeface="Cabin"/>
                <a:sym typeface="Cabin"/>
              </a:defRPr>
            </a:lvl6pPr>
            <a:lvl7pPr marL="0" marR="0" lvl="6" indent="0" algn="r" rtl="0">
              <a:spcBef>
                <a:spcPts val="0"/>
              </a:spcBef>
              <a:buNone/>
              <a:defRPr sz="700" b="0" i="0" u="none" strike="noStrike" cap="none">
                <a:solidFill>
                  <a:schemeClr val="accent2"/>
                </a:solidFill>
                <a:latin typeface="Cabin"/>
                <a:ea typeface="Cabin"/>
                <a:cs typeface="Cabin"/>
                <a:sym typeface="Cabin"/>
              </a:defRPr>
            </a:lvl7pPr>
            <a:lvl8pPr marL="0" marR="0" lvl="7" indent="0" algn="r" rtl="0">
              <a:spcBef>
                <a:spcPts val="0"/>
              </a:spcBef>
              <a:buNone/>
              <a:defRPr sz="700" b="0" i="0" u="none" strike="noStrike" cap="none">
                <a:solidFill>
                  <a:schemeClr val="accent2"/>
                </a:solidFill>
                <a:latin typeface="Cabin"/>
                <a:ea typeface="Cabin"/>
                <a:cs typeface="Cabin"/>
                <a:sym typeface="Cabin"/>
              </a:defRPr>
            </a:lvl8pPr>
            <a:lvl9pPr marL="0" marR="0" lvl="8" indent="0" algn="r" rtl="0">
              <a:spcBef>
                <a:spcPts val="0"/>
              </a:spcBef>
              <a:buNone/>
              <a:defRPr sz="700" b="0" i="0" u="none" strike="noStrike" cap="none">
                <a:solidFill>
                  <a:schemeClr val="accent2"/>
                </a:solidFill>
                <a:latin typeface="Cabin"/>
                <a:ea typeface="Cabin"/>
                <a:cs typeface="Cabin"/>
                <a:sym typeface="Cabin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orovnanie" type="twoTxTwoObj">
  <p:cSld name="TWO_OBJECTS_WITH_TEXT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6"/>
          <p:cNvSpPr/>
          <p:nvPr/>
        </p:nvSpPr>
        <p:spPr>
          <a:xfrm>
            <a:off x="334486" y="454916"/>
            <a:ext cx="8475000" cy="944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" name="Google Shape;44;p6"/>
          <p:cNvSpPr txBox="1">
            <a:spLocks noGrp="1"/>
          </p:cNvSpPr>
          <p:nvPr>
            <p:ph type="title"/>
          </p:nvPr>
        </p:nvSpPr>
        <p:spPr>
          <a:xfrm>
            <a:off x="435895" y="547244"/>
            <a:ext cx="8272200" cy="74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b" anchorCtr="0">
            <a:noAutofit/>
          </a:bodyPr>
          <a:lstStyle>
            <a:lvl1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Cabin"/>
              <a:buNone/>
              <a:defRPr sz="2100" b="0" i="0" u="none" strike="noStrike" cap="none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defRPr>
            </a:lvl1pPr>
            <a:lvl2pPr marL="0" marR="0" lvl="1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2"/>
                </a:solidFill>
              </a:defRPr>
            </a:lvl2pPr>
            <a:lvl3pPr marL="0" marR="0" lvl="2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2"/>
                </a:solidFill>
              </a:defRPr>
            </a:lvl3pPr>
            <a:lvl4pPr marL="0" marR="0" lvl="3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2"/>
                </a:solidFill>
              </a:defRPr>
            </a:lvl4pPr>
            <a:lvl5pPr marL="0" marR="0" lvl="4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2"/>
                </a:solidFill>
              </a:defRPr>
            </a:lvl5pPr>
            <a:lvl6pPr marL="0" marR="0" lvl="5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2"/>
                </a:solidFill>
              </a:defRPr>
            </a:lvl6pPr>
            <a:lvl7pPr marL="0" marR="0" lvl="6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2"/>
                </a:solidFill>
              </a:defRPr>
            </a:lvl7pPr>
            <a:lvl8pPr marL="0" marR="0" lvl="7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2"/>
                </a:solidFill>
              </a:defRPr>
            </a:lvl8pPr>
            <a:lvl9pPr marL="0" marR="0" lvl="8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45" name="Google Shape;45;p6"/>
          <p:cNvSpPr txBox="1">
            <a:spLocks noGrp="1"/>
          </p:cNvSpPr>
          <p:nvPr>
            <p:ph type="body" idx="1"/>
          </p:nvPr>
        </p:nvSpPr>
        <p:spPr>
          <a:xfrm>
            <a:off x="665414" y="1688169"/>
            <a:ext cx="3815400" cy="40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b" anchorCtr="0">
            <a:noAutofit/>
          </a:bodyPr>
          <a:lstStyle>
            <a:lvl1pPr marL="457200" marR="0" lvl="0" indent="-228600" algn="l" rtl="0">
              <a:spcBef>
                <a:spcPts val="30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Noto Sans Symbols"/>
              <a:buNone/>
              <a:defRPr sz="1700" b="0" i="0" u="none" strike="noStrike" cap="none">
                <a:solidFill>
                  <a:schemeClr val="accent2"/>
                </a:solidFill>
                <a:latin typeface="Cabin"/>
                <a:ea typeface="Cabin"/>
                <a:cs typeface="Cabin"/>
                <a:sym typeface="Cabin"/>
              </a:defRPr>
            </a:lvl1pPr>
            <a:lvl2pPr marL="914400" marR="0" lvl="1" indent="-228600" algn="l" rtl="0"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Noto Sans Symbols"/>
              <a:buNone/>
              <a:defRPr sz="1500" b="1" i="0" u="none" strike="noStrike" cap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defRPr>
            </a:lvl2pPr>
            <a:lvl3pPr marL="1371600" marR="0" lvl="2" indent="-228600" algn="l" rtl="0"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Noto Sans Symbols"/>
              <a:buNone/>
              <a:defRPr sz="1400" b="1" i="0" u="none" strike="noStrike" cap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defRPr>
            </a:lvl3pPr>
            <a:lvl4pPr marL="1828800" marR="0" lvl="3" indent="-228600" algn="l" rtl="0"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800"/>
              <a:buFont typeface="Noto Sans Symbols"/>
              <a:buNone/>
              <a:defRPr sz="1200" b="1" i="0" u="none" strike="noStrike" cap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defRPr>
            </a:lvl4pPr>
            <a:lvl5pPr marL="2286000" marR="0" lvl="4" indent="-228600" algn="l" rtl="0"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800"/>
              <a:buFont typeface="Noto Sans Symbols"/>
              <a:buNone/>
              <a:defRPr sz="1200" b="1" i="0" u="none" strike="noStrike" cap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defRPr>
            </a:lvl5pPr>
            <a:lvl6pPr marL="2743200" marR="0" lvl="5" indent="-228600" algn="l" rtl="0"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800"/>
              <a:buFont typeface="Noto Sans Symbols"/>
              <a:buNone/>
              <a:defRPr sz="1200" b="1" i="0" u="none" strike="noStrike" cap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defRPr>
            </a:lvl6pPr>
            <a:lvl7pPr marL="3200400" marR="0" lvl="6" indent="-228600" algn="l" rtl="0"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800"/>
              <a:buFont typeface="Noto Sans Symbols"/>
              <a:buNone/>
              <a:defRPr sz="1200" b="1" i="0" u="none" strike="noStrike" cap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defRPr>
            </a:lvl7pPr>
            <a:lvl8pPr marL="3657600" marR="0" lvl="7" indent="-228600" algn="l" rtl="0"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800"/>
              <a:buFont typeface="Noto Sans Symbols"/>
              <a:buNone/>
              <a:defRPr sz="1200" b="1" i="0" u="none" strike="noStrike" cap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defRPr>
            </a:lvl8pPr>
            <a:lvl9pPr marL="4114800" marR="0" lvl="8" indent="-228600" algn="l" rtl="0">
              <a:spcBef>
                <a:spcPts val="500"/>
              </a:spcBef>
              <a:spcAft>
                <a:spcPts val="500"/>
              </a:spcAft>
              <a:buClr>
                <a:schemeClr val="accent2"/>
              </a:buClr>
              <a:buSzPts val="800"/>
              <a:buFont typeface="Noto Sans Symbols"/>
              <a:buNone/>
              <a:defRPr sz="1200" b="1" i="0" u="none" strike="noStrike" cap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defRPr>
            </a:lvl9pPr>
          </a:lstStyle>
          <a:p>
            <a:endParaRPr/>
          </a:p>
        </p:txBody>
      </p:sp>
      <p:sp>
        <p:nvSpPr>
          <p:cNvPr id="46" name="Google Shape;46;p6"/>
          <p:cNvSpPr txBox="1">
            <a:spLocks noGrp="1"/>
          </p:cNvSpPr>
          <p:nvPr>
            <p:ph type="body" idx="2"/>
          </p:nvPr>
        </p:nvSpPr>
        <p:spPr>
          <a:xfrm>
            <a:off x="435895" y="2194539"/>
            <a:ext cx="4044900" cy="220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t" anchorCtr="0">
            <a:noAutofit/>
          </a:bodyPr>
          <a:lstStyle>
            <a:lvl1pPr marL="457200" marR="0" lvl="0" indent="-304800" algn="l" rtl="0">
              <a:spcBef>
                <a:spcPts val="30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Noto Sans Symbols"/>
              <a:buChar char="◼"/>
              <a:defRPr sz="1400" b="0" i="0" u="none" strike="noStrike" cap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defRPr>
            </a:lvl1pPr>
            <a:lvl2pPr marL="914400" marR="0" lvl="1" indent="-298450" algn="l" rtl="0"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Noto Sans Symbols"/>
              <a:buChar char="◼"/>
              <a:defRPr sz="1200" b="0" i="0" u="none" strike="noStrike" cap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defRPr>
            </a:lvl2pPr>
            <a:lvl3pPr marL="1371600" marR="0" lvl="2" indent="-292100" algn="l" rtl="0"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Noto Sans Symbols"/>
              <a:buChar char="◼"/>
              <a:defRPr sz="1100" b="0" i="0" u="none" strike="noStrike" cap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defRPr>
            </a:lvl3pPr>
            <a:lvl4pPr marL="1828800" marR="0" lvl="3" indent="-279400" algn="l" rtl="0"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800"/>
              <a:buFont typeface="Noto Sans Symbols"/>
              <a:buChar char="◼"/>
              <a:defRPr sz="900" b="0" i="0" u="none" strike="noStrike" cap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defRPr>
            </a:lvl4pPr>
            <a:lvl5pPr marL="2286000" marR="0" lvl="4" indent="-279400" algn="l" rtl="0"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800"/>
              <a:buFont typeface="Noto Sans Symbols"/>
              <a:buChar char="◼"/>
              <a:defRPr sz="900" b="0" i="0" u="none" strike="noStrike" cap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defRPr>
            </a:lvl5pPr>
            <a:lvl6pPr marL="2743200" marR="0" lvl="5" indent="-279400" algn="l" rtl="0"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800"/>
              <a:buFont typeface="Noto Sans Symbols"/>
              <a:buChar char="◼"/>
              <a:defRPr sz="900" b="0" i="0" u="none" strike="noStrike" cap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defRPr>
            </a:lvl6pPr>
            <a:lvl7pPr marL="3200400" marR="0" lvl="6" indent="-279400" algn="l" rtl="0"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800"/>
              <a:buFont typeface="Noto Sans Symbols"/>
              <a:buChar char="◼"/>
              <a:defRPr sz="900" b="0" i="0" u="none" strike="noStrike" cap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defRPr>
            </a:lvl7pPr>
            <a:lvl8pPr marL="3657600" marR="0" lvl="7" indent="-279400" algn="l" rtl="0"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800"/>
              <a:buFont typeface="Noto Sans Symbols"/>
              <a:buChar char="◼"/>
              <a:defRPr sz="900" b="0" i="0" u="none" strike="noStrike" cap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defRPr>
            </a:lvl8pPr>
            <a:lvl9pPr marL="4114800" marR="0" lvl="8" indent="-279400" algn="l" rtl="0">
              <a:spcBef>
                <a:spcPts val="500"/>
              </a:spcBef>
              <a:spcAft>
                <a:spcPts val="500"/>
              </a:spcAft>
              <a:buClr>
                <a:schemeClr val="accent2"/>
              </a:buClr>
              <a:buSzPts val="800"/>
              <a:buFont typeface="Noto Sans Symbols"/>
              <a:buChar char="◼"/>
              <a:defRPr sz="900" b="0" i="0" u="none" strike="noStrike" cap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defRPr>
            </a:lvl9pPr>
          </a:lstStyle>
          <a:p>
            <a:endParaRPr/>
          </a:p>
        </p:txBody>
      </p:sp>
      <p:sp>
        <p:nvSpPr>
          <p:cNvPr id="47" name="Google Shape;47;p6"/>
          <p:cNvSpPr txBox="1">
            <a:spLocks noGrp="1"/>
          </p:cNvSpPr>
          <p:nvPr>
            <p:ph type="body" idx="3"/>
          </p:nvPr>
        </p:nvSpPr>
        <p:spPr>
          <a:xfrm>
            <a:off x="4892801" y="1688169"/>
            <a:ext cx="3815400" cy="41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b" anchorCtr="0">
            <a:noAutofit/>
          </a:bodyPr>
          <a:lstStyle>
            <a:lvl1pPr marL="457200" marR="0" lvl="0" indent="-228600" algn="l" rtl="0">
              <a:spcBef>
                <a:spcPts val="30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Noto Sans Symbols"/>
              <a:buNone/>
              <a:defRPr sz="1700" b="0" i="0" u="none" strike="noStrike" cap="none">
                <a:solidFill>
                  <a:schemeClr val="accent2"/>
                </a:solidFill>
                <a:latin typeface="Cabin"/>
                <a:ea typeface="Cabin"/>
                <a:cs typeface="Cabin"/>
                <a:sym typeface="Cabin"/>
              </a:defRPr>
            </a:lvl1pPr>
            <a:lvl2pPr marL="914400" marR="0" lvl="1" indent="-228600" algn="l" rtl="0"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Noto Sans Symbols"/>
              <a:buNone/>
              <a:defRPr sz="1500" b="1" i="0" u="none" strike="noStrike" cap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defRPr>
            </a:lvl2pPr>
            <a:lvl3pPr marL="1371600" marR="0" lvl="2" indent="-228600" algn="l" rtl="0"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Noto Sans Symbols"/>
              <a:buNone/>
              <a:defRPr sz="1400" b="1" i="0" u="none" strike="noStrike" cap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defRPr>
            </a:lvl3pPr>
            <a:lvl4pPr marL="1828800" marR="0" lvl="3" indent="-228600" algn="l" rtl="0"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800"/>
              <a:buFont typeface="Noto Sans Symbols"/>
              <a:buNone/>
              <a:defRPr sz="1200" b="1" i="0" u="none" strike="noStrike" cap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defRPr>
            </a:lvl4pPr>
            <a:lvl5pPr marL="2286000" marR="0" lvl="4" indent="-228600" algn="l" rtl="0"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800"/>
              <a:buFont typeface="Noto Sans Symbols"/>
              <a:buNone/>
              <a:defRPr sz="1200" b="1" i="0" u="none" strike="noStrike" cap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defRPr>
            </a:lvl5pPr>
            <a:lvl6pPr marL="2743200" marR="0" lvl="5" indent="-228600" algn="l" rtl="0"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800"/>
              <a:buFont typeface="Noto Sans Symbols"/>
              <a:buNone/>
              <a:defRPr sz="1200" b="1" i="0" u="none" strike="noStrike" cap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defRPr>
            </a:lvl6pPr>
            <a:lvl7pPr marL="3200400" marR="0" lvl="6" indent="-228600" algn="l" rtl="0"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800"/>
              <a:buFont typeface="Noto Sans Symbols"/>
              <a:buNone/>
              <a:defRPr sz="1200" b="1" i="0" u="none" strike="noStrike" cap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defRPr>
            </a:lvl7pPr>
            <a:lvl8pPr marL="3657600" marR="0" lvl="7" indent="-228600" algn="l" rtl="0"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800"/>
              <a:buFont typeface="Noto Sans Symbols"/>
              <a:buNone/>
              <a:defRPr sz="1200" b="1" i="0" u="none" strike="noStrike" cap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defRPr>
            </a:lvl8pPr>
            <a:lvl9pPr marL="4114800" marR="0" lvl="8" indent="-228600" algn="l" rtl="0">
              <a:spcBef>
                <a:spcPts val="500"/>
              </a:spcBef>
              <a:spcAft>
                <a:spcPts val="500"/>
              </a:spcAft>
              <a:buClr>
                <a:schemeClr val="accent2"/>
              </a:buClr>
              <a:buSzPts val="800"/>
              <a:buFont typeface="Noto Sans Symbols"/>
              <a:buNone/>
              <a:defRPr sz="1200" b="1" i="0" u="none" strike="noStrike" cap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defRPr>
            </a:lvl9pPr>
          </a:lstStyle>
          <a:p>
            <a:endParaRPr/>
          </a:p>
        </p:txBody>
      </p:sp>
      <p:sp>
        <p:nvSpPr>
          <p:cNvPr id="48" name="Google Shape;48;p6"/>
          <p:cNvSpPr txBox="1">
            <a:spLocks noGrp="1"/>
          </p:cNvSpPr>
          <p:nvPr>
            <p:ph type="body" idx="4"/>
          </p:nvPr>
        </p:nvSpPr>
        <p:spPr>
          <a:xfrm>
            <a:off x="4663282" y="2194539"/>
            <a:ext cx="4044900" cy="220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t" anchorCtr="0">
            <a:noAutofit/>
          </a:bodyPr>
          <a:lstStyle>
            <a:lvl1pPr marL="457200" marR="0" lvl="0" indent="-304800" algn="l" rtl="0">
              <a:spcBef>
                <a:spcPts val="30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Noto Sans Symbols"/>
              <a:buChar char="◼"/>
              <a:defRPr sz="1400" b="0" i="0" u="none" strike="noStrike" cap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defRPr>
            </a:lvl1pPr>
            <a:lvl2pPr marL="914400" marR="0" lvl="1" indent="-298450" algn="l" rtl="0"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Noto Sans Symbols"/>
              <a:buChar char="◼"/>
              <a:defRPr sz="1200" b="0" i="0" u="none" strike="noStrike" cap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defRPr>
            </a:lvl2pPr>
            <a:lvl3pPr marL="1371600" marR="0" lvl="2" indent="-292100" algn="l" rtl="0"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Noto Sans Symbols"/>
              <a:buChar char="◼"/>
              <a:defRPr sz="1100" b="0" i="0" u="none" strike="noStrike" cap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defRPr>
            </a:lvl3pPr>
            <a:lvl4pPr marL="1828800" marR="0" lvl="3" indent="-279400" algn="l" rtl="0"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800"/>
              <a:buFont typeface="Noto Sans Symbols"/>
              <a:buChar char="◼"/>
              <a:defRPr sz="900" b="0" i="0" u="none" strike="noStrike" cap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defRPr>
            </a:lvl4pPr>
            <a:lvl5pPr marL="2286000" marR="0" lvl="4" indent="-279400" algn="l" rtl="0"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800"/>
              <a:buFont typeface="Noto Sans Symbols"/>
              <a:buChar char="◼"/>
              <a:defRPr sz="900" b="0" i="0" u="none" strike="noStrike" cap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defRPr>
            </a:lvl5pPr>
            <a:lvl6pPr marL="2743200" marR="0" lvl="5" indent="-279400" algn="l" rtl="0"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800"/>
              <a:buFont typeface="Noto Sans Symbols"/>
              <a:buChar char="◼"/>
              <a:defRPr sz="900" b="0" i="0" u="none" strike="noStrike" cap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defRPr>
            </a:lvl6pPr>
            <a:lvl7pPr marL="3200400" marR="0" lvl="6" indent="-279400" algn="l" rtl="0"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800"/>
              <a:buFont typeface="Noto Sans Symbols"/>
              <a:buChar char="◼"/>
              <a:defRPr sz="900" b="0" i="0" u="none" strike="noStrike" cap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defRPr>
            </a:lvl7pPr>
            <a:lvl8pPr marL="3657600" marR="0" lvl="7" indent="-279400" algn="l" rtl="0"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800"/>
              <a:buFont typeface="Noto Sans Symbols"/>
              <a:buChar char="◼"/>
              <a:defRPr sz="900" b="0" i="0" u="none" strike="noStrike" cap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defRPr>
            </a:lvl8pPr>
            <a:lvl9pPr marL="4114800" marR="0" lvl="8" indent="-279400" algn="l" rtl="0">
              <a:spcBef>
                <a:spcPts val="500"/>
              </a:spcBef>
              <a:spcAft>
                <a:spcPts val="500"/>
              </a:spcAft>
              <a:buClr>
                <a:schemeClr val="accent2"/>
              </a:buClr>
              <a:buSzPts val="800"/>
              <a:buFont typeface="Noto Sans Symbols"/>
              <a:buChar char="◼"/>
              <a:defRPr sz="900" b="0" i="0" u="none" strike="noStrike" cap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defRPr>
            </a:lvl9pPr>
          </a:lstStyle>
          <a:p>
            <a:endParaRPr/>
          </a:p>
        </p:txBody>
      </p:sp>
      <p:sp>
        <p:nvSpPr>
          <p:cNvPr id="49" name="Google Shape;49;p6"/>
          <p:cNvSpPr txBox="1">
            <a:spLocks noGrp="1"/>
          </p:cNvSpPr>
          <p:nvPr>
            <p:ph type="dt" idx="10"/>
          </p:nvPr>
        </p:nvSpPr>
        <p:spPr>
          <a:xfrm>
            <a:off x="5704463" y="446710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spcAft>
                <a:spcPts val="0"/>
              </a:spcAft>
              <a:buSzPts val="1100"/>
              <a:buNone/>
              <a:defRPr sz="700" b="0" i="0" u="none" strike="noStrike" cap="none">
                <a:solidFill>
                  <a:schemeClr val="accent2"/>
                </a:solidFill>
                <a:latin typeface="Cabin"/>
                <a:ea typeface="Cabin"/>
                <a:cs typeface="Cabin"/>
                <a:sym typeface="Cabin"/>
              </a:defRPr>
            </a:lvl1pPr>
            <a:lvl2pPr marL="342900" marR="0" lvl="1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2pPr>
            <a:lvl3pPr marL="685800" marR="0" lvl="2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3pPr>
            <a:lvl4pPr marL="1028700" marR="0" lvl="3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4pPr>
            <a:lvl5pPr marL="1371600" marR="0" lvl="4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5pPr>
            <a:lvl6pPr marL="1714500" marR="0" lvl="5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6pPr>
            <a:lvl7pPr marL="2057400" marR="0" lvl="6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7pPr>
            <a:lvl8pPr marL="2400300" marR="0" lvl="7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8pPr>
            <a:lvl9pPr marL="2743200" marR="0" lvl="8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9pPr>
          </a:lstStyle>
          <a:p>
            <a:endParaRPr/>
          </a:p>
        </p:txBody>
      </p:sp>
      <p:sp>
        <p:nvSpPr>
          <p:cNvPr id="50" name="Google Shape;50;p6"/>
          <p:cNvSpPr txBox="1">
            <a:spLocks noGrp="1"/>
          </p:cNvSpPr>
          <p:nvPr>
            <p:ph type="ftr" idx="11"/>
          </p:nvPr>
        </p:nvSpPr>
        <p:spPr>
          <a:xfrm>
            <a:off x="435894" y="4463858"/>
            <a:ext cx="51879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>
            <a:lvl1pPr marL="0" marR="0" lvl="0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700" b="0" i="0" u="none" strike="noStrike" cap="none">
                <a:solidFill>
                  <a:schemeClr val="accent2"/>
                </a:solidFill>
                <a:latin typeface="Cabin"/>
                <a:ea typeface="Cabin"/>
                <a:cs typeface="Cabin"/>
                <a:sym typeface="Cabin"/>
              </a:defRPr>
            </a:lvl1pPr>
            <a:lvl2pPr marL="342900" marR="0" lvl="1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2pPr>
            <a:lvl3pPr marL="685800" marR="0" lvl="2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3pPr>
            <a:lvl4pPr marL="1028700" marR="0" lvl="3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4pPr>
            <a:lvl5pPr marL="1371600" marR="0" lvl="4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5pPr>
            <a:lvl6pPr marL="1714500" marR="0" lvl="5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6pPr>
            <a:lvl7pPr marL="2057400" marR="0" lvl="6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7pPr>
            <a:lvl8pPr marL="2400300" marR="0" lvl="7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8pPr>
            <a:lvl9pPr marL="2743200" marR="0" lvl="8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9pPr>
          </a:lstStyle>
          <a:p>
            <a:endParaRPr/>
          </a:p>
        </p:txBody>
      </p:sp>
      <p:sp>
        <p:nvSpPr>
          <p:cNvPr id="51" name="Google Shape;51;p6"/>
          <p:cNvSpPr txBox="1">
            <a:spLocks noGrp="1"/>
          </p:cNvSpPr>
          <p:nvPr>
            <p:ph type="sldNum" idx="12"/>
          </p:nvPr>
        </p:nvSpPr>
        <p:spPr>
          <a:xfrm>
            <a:off x="7918725" y="4467103"/>
            <a:ext cx="7893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700" b="0" i="0" u="none" strike="noStrike" cap="none">
                <a:solidFill>
                  <a:schemeClr val="accent2"/>
                </a:solidFill>
                <a:latin typeface="Cabin"/>
                <a:ea typeface="Cabin"/>
                <a:cs typeface="Cabin"/>
                <a:sym typeface="Cabin"/>
              </a:defRPr>
            </a:lvl1pPr>
            <a:lvl2pPr marL="0" marR="0" lvl="1" indent="0" algn="r" rtl="0">
              <a:spcBef>
                <a:spcPts val="0"/>
              </a:spcBef>
              <a:buNone/>
              <a:defRPr sz="700" b="0" i="0" u="none" strike="noStrike" cap="none">
                <a:solidFill>
                  <a:schemeClr val="accent2"/>
                </a:solidFill>
                <a:latin typeface="Cabin"/>
                <a:ea typeface="Cabin"/>
                <a:cs typeface="Cabin"/>
                <a:sym typeface="Cabin"/>
              </a:defRPr>
            </a:lvl2pPr>
            <a:lvl3pPr marL="0" marR="0" lvl="2" indent="0" algn="r" rtl="0">
              <a:spcBef>
                <a:spcPts val="0"/>
              </a:spcBef>
              <a:buNone/>
              <a:defRPr sz="700" b="0" i="0" u="none" strike="noStrike" cap="none">
                <a:solidFill>
                  <a:schemeClr val="accent2"/>
                </a:solidFill>
                <a:latin typeface="Cabin"/>
                <a:ea typeface="Cabin"/>
                <a:cs typeface="Cabin"/>
                <a:sym typeface="Cabin"/>
              </a:defRPr>
            </a:lvl3pPr>
            <a:lvl4pPr marL="0" marR="0" lvl="3" indent="0" algn="r" rtl="0">
              <a:spcBef>
                <a:spcPts val="0"/>
              </a:spcBef>
              <a:buNone/>
              <a:defRPr sz="700" b="0" i="0" u="none" strike="noStrike" cap="none">
                <a:solidFill>
                  <a:schemeClr val="accent2"/>
                </a:solidFill>
                <a:latin typeface="Cabin"/>
                <a:ea typeface="Cabin"/>
                <a:cs typeface="Cabin"/>
                <a:sym typeface="Cabin"/>
              </a:defRPr>
            </a:lvl4pPr>
            <a:lvl5pPr marL="0" marR="0" lvl="4" indent="0" algn="r" rtl="0">
              <a:spcBef>
                <a:spcPts val="0"/>
              </a:spcBef>
              <a:buNone/>
              <a:defRPr sz="700" b="0" i="0" u="none" strike="noStrike" cap="none">
                <a:solidFill>
                  <a:schemeClr val="accent2"/>
                </a:solidFill>
                <a:latin typeface="Cabin"/>
                <a:ea typeface="Cabin"/>
                <a:cs typeface="Cabin"/>
                <a:sym typeface="Cabin"/>
              </a:defRPr>
            </a:lvl5pPr>
            <a:lvl6pPr marL="0" marR="0" lvl="5" indent="0" algn="r" rtl="0">
              <a:spcBef>
                <a:spcPts val="0"/>
              </a:spcBef>
              <a:buNone/>
              <a:defRPr sz="700" b="0" i="0" u="none" strike="noStrike" cap="none">
                <a:solidFill>
                  <a:schemeClr val="accent2"/>
                </a:solidFill>
                <a:latin typeface="Cabin"/>
                <a:ea typeface="Cabin"/>
                <a:cs typeface="Cabin"/>
                <a:sym typeface="Cabin"/>
              </a:defRPr>
            </a:lvl6pPr>
            <a:lvl7pPr marL="0" marR="0" lvl="6" indent="0" algn="r" rtl="0">
              <a:spcBef>
                <a:spcPts val="0"/>
              </a:spcBef>
              <a:buNone/>
              <a:defRPr sz="700" b="0" i="0" u="none" strike="noStrike" cap="none">
                <a:solidFill>
                  <a:schemeClr val="accent2"/>
                </a:solidFill>
                <a:latin typeface="Cabin"/>
                <a:ea typeface="Cabin"/>
                <a:cs typeface="Cabin"/>
                <a:sym typeface="Cabin"/>
              </a:defRPr>
            </a:lvl7pPr>
            <a:lvl8pPr marL="0" marR="0" lvl="7" indent="0" algn="r" rtl="0">
              <a:spcBef>
                <a:spcPts val="0"/>
              </a:spcBef>
              <a:buNone/>
              <a:defRPr sz="700" b="0" i="0" u="none" strike="noStrike" cap="none">
                <a:solidFill>
                  <a:schemeClr val="accent2"/>
                </a:solidFill>
                <a:latin typeface="Cabin"/>
                <a:ea typeface="Cabin"/>
                <a:cs typeface="Cabin"/>
                <a:sym typeface="Cabin"/>
              </a:defRPr>
            </a:lvl8pPr>
            <a:lvl9pPr marL="0" marR="0" lvl="8" indent="0" algn="r" rtl="0">
              <a:spcBef>
                <a:spcPts val="0"/>
              </a:spcBef>
              <a:buNone/>
              <a:defRPr sz="700" b="0" i="0" u="none" strike="noStrike" cap="none">
                <a:solidFill>
                  <a:schemeClr val="accent2"/>
                </a:solidFill>
                <a:latin typeface="Cabin"/>
                <a:ea typeface="Cabin"/>
                <a:cs typeface="Cabin"/>
                <a:sym typeface="Cabin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brázok s popisom" type="picTx">
  <p:cSld name="PICTURE_WITH_CAPTION_TEXT"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7"/>
          <p:cNvSpPr txBox="1">
            <a:spLocks noGrp="1"/>
          </p:cNvSpPr>
          <p:nvPr>
            <p:ph type="title"/>
          </p:nvPr>
        </p:nvSpPr>
        <p:spPr>
          <a:xfrm>
            <a:off x="435895" y="3520042"/>
            <a:ext cx="8272200" cy="42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b" anchorCtr="0">
            <a:noAutofit/>
          </a:bodyPr>
          <a:lstStyle>
            <a:lvl1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Cabin"/>
              <a:buNone/>
              <a:defRPr sz="1800" b="0" i="0" u="none" strike="noStrike" cap="none">
                <a:solidFill>
                  <a:schemeClr val="accent1"/>
                </a:solidFill>
                <a:latin typeface="Cabin"/>
                <a:ea typeface="Cabin"/>
                <a:cs typeface="Cabin"/>
                <a:sym typeface="Cabin"/>
              </a:defRPr>
            </a:lvl1pPr>
            <a:lvl2pPr marL="0" marR="0" lvl="1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2"/>
                </a:solidFill>
              </a:defRPr>
            </a:lvl2pPr>
            <a:lvl3pPr marL="0" marR="0" lvl="2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2"/>
                </a:solidFill>
              </a:defRPr>
            </a:lvl3pPr>
            <a:lvl4pPr marL="0" marR="0" lvl="3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2"/>
                </a:solidFill>
              </a:defRPr>
            </a:lvl4pPr>
            <a:lvl5pPr marL="0" marR="0" lvl="4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2"/>
                </a:solidFill>
              </a:defRPr>
            </a:lvl5pPr>
            <a:lvl6pPr marL="0" marR="0" lvl="5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2"/>
                </a:solidFill>
              </a:defRPr>
            </a:lvl6pPr>
            <a:lvl7pPr marL="0" marR="0" lvl="6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2"/>
                </a:solidFill>
              </a:defRPr>
            </a:lvl7pPr>
            <a:lvl8pPr marL="0" marR="0" lvl="7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2"/>
                </a:solidFill>
              </a:defRPr>
            </a:lvl8pPr>
            <a:lvl9pPr marL="0" marR="0" lvl="8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54" name="Google Shape;54;p7"/>
          <p:cNvSpPr>
            <a:spLocks noGrp="1"/>
          </p:cNvSpPr>
          <p:nvPr>
            <p:ph type="pic" idx="2"/>
          </p:nvPr>
        </p:nvSpPr>
        <p:spPr>
          <a:xfrm>
            <a:off x="335863" y="449794"/>
            <a:ext cx="8468100" cy="266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t" anchorCtr="0">
            <a:noAutofit/>
          </a:bodyPr>
          <a:lstStyle>
            <a:lvl1pPr marL="0" marR="0" lvl="0" indent="0" algn="ctr" rtl="0">
              <a:spcBef>
                <a:spcPts val="20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Noto Sans Symbols"/>
              <a:buNone/>
              <a:defRPr sz="1200" b="0" i="0" u="none" strike="noStrike" cap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defRPr>
            </a:lvl1pPr>
            <a:lvl2pPr marL="342900" marR="0" lvl="1" indent="0" algn="l" rtl="0"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Noto Sans Symbols"/>
              <a:buNone/>
              <a:defRPr sz="1200" b="0" i="0" u="none" strike="noStrike" cap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defRPr>
            </a:lvl2pPr>
            <a:lvl3pPr marL="685800" marR="0" lvl="2" indent="0" algn="l" rtl="0"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Noto Sans Symbols"/>
              <a:buNone/>
              <a:defRPr sz="1200" b="0" i="0" u="none" strike="noStrike" cap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defRPr>
            </a:lvl3pPr>
            <a:lvl4pPr marL="1028700" marR="0" lvl="3" indent="0" algn="l" rtl="0"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Noto Sans Symbols"/>
              <a:buNone/>
              <a:defRPr sz="1200" b="0" i="0" u="none" strike="noStrike" cap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defRPr>
            </a:lvl4pPr>
            <a:lvl5pPr marL="1371600" marR="0" lvl="4" indent="0" algn="l" rtl="0"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Noto Sans Symbols"/>
              <a:buNone/>
              <a:defRPr sz="1200" b="0" i="0" u="none" strike="noStrike" cap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defRPr>
            </a:lvl5pPr>
            <a:lvl6pPr marL="1714500" marR="0" lvl="5" indent="0" algn="l" rtl="0"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Noto Sans Symbols"/>
              <a:buNone/>
              <a:defRPr sz="1200" b="0" i="0" u="none" strike="noStrike" cap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defRPr>
            </a:lvl6pPr>
            <a:lvl7pPr marL="2057400" marR="0" lvl="6" indent="0" algn="l" rtl="0"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Noto Sans Symbols"/>
              <a:buNone/>
              <a:defRPr sz="1200" b="0" i="0" u="none" strike="noStrike" cap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defRPr>
            </a:lvl7pPr>
            <a:lvl8pPr marL="2400300" marR="0" lvl="7" indent="0" algn="l" rtl="0"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Noto Sans Symbols"/>
              <a:buNone/>
              <a:defRPr sz="1200" b="0" i="0" u="none" strike="noStrike" cap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defRPr>
            </a:lvl8pPr>
            <a:lvl9pPr marL="2743200" marR="0" lvl="8" indent="0" algn="l" rtl="0">
              <a:spcBef>
                <a:spcPts val="500"/>
              </a:spcBef>
              <a:spcAft>
                <a:spcPts val="500"/>
              </a:spcAft>
              <a:buClr>
                <a:schemeClr val="accent2"/>
              </a:buClr>
              <a:buSzPts val="1100"/>
              <a:buFont typeface="Noto Sans Symbols"/>
              <a:buNone/>
              <a:defRPr sz="1200" b="0" i="0" u="none" strike="noStrike" cap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defRPr>
            </a:lvl9pPr>
          </a:lstStyle>
          <a:p>
            <a:endParaRPr/>
          </a:p>
        </p:txBody>
      </p:sp>
      <p:sp>
        <p:nvSpPr>
          <p:cNvPr id="55" name="Google Shape;55;p7"/>
          <p:cNvSpPr txBox="1">
            <a:spLocks noGrp="1"/>
          </p:cNvSpPr>
          <p:nvPr>
            <p:ph type="body" idx="1"/>
          </p:nvPr>
        </p:nvSpPr>
        <p:spPr>
          <a:xfrm>
            <a:off x="435894" y="3945095"/>
            <a:ext cx="8272200" cy="44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>
            <a:lvl1pPr marL="457200" marR="0" lvl="0" indent="-228600" algn="l" rtl="0">
              <a:spcBef>
                <a:spcPts val="20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Noto Sans Symbols"/>
              <a:buNone/>
              <a:defRPr sz="900" b="0" i="0" u="none" strike="noStrike" cap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defRPr>
            </a:lvl1pPr>
            <a:lvl2pPr marL="914400" marR="0" lvl="1" indent="-228600" algn="l" rtl="0"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Noto Sans Symbols"/>
              <a:buNone/>
              <a:defRPr sz="900" b="0" i="0" u="none" strike="noStrike" cap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defRPr>
            </a:lvl2pPr>
            <a:lvl3pPr marL="1371600" marR="0" lvl="2" indent="-228600" algn="l" rtl="0"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Noto Sans Symbols"/>
              <a:buNone/>
              <a:defRPr sz="800" b="0" i="0" u="none" strike="noStrike" cap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defRPr>
            </a:lvl3pPr>
            <a:lvl4pPr marL="1828800" marR="0" lvl="3" indent="-228600" algn="l" rtl="0"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800"/>
              <a:buFont typeface="Noto Sans Symbols"/>
              <a:buNone/>
              <a:defRPr sz="700" b="0" i="0" u="none" strike="noStrike" cap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defRPr>
            </a:lvl4pPr>
            <a:lvl5pPr marL="2286000" marR="0" lvl="4" indent="-228600" algn="l" rtl="0"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800"/>
              <a:buFont typeface="Noto Sans Symbols"/>
              <a:buNone/>
              <a:defRPr sz="700" b="0" i="0" u="none" strike="noStrike" cap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defRPr>
            </a:lvl5pPr>
            <a:lvl6pPr marL="2743200" marR="0" lvl="5" indent="-228600" algn="l" rtl="0"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800"/>
              <a:buFont typeface="Noto Sans Symbols"/>
              <a:buNone/>
              <a:defRPr sz="700" b="0" i="0" u="none" strike="noStrike" cap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defRPr>
            </a:lvl6pPr>
            <a:lvl7pPr marL="3200400" marR="0" lvl="6" indent="-228600" algn="l" rtl="0"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800"/>
              <a:buFont typeface="Noto Sans Symbols"/>
              <a:buNone/>
              <a:defRPr sz="700" b="0" i="0" u="none" strike="noStrike" cap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defRPr>
            </a:lvl7pPr>
            <a:lvl8pPr marL="3657600" marR="0" lvl="7" indent="-228600" algn="l" rtl="0"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800"/>
              <a:buFont typeface="Noto Sans Symbols"/>
              <a:buNone/>
              <a:defRPr sz="700" b="0" i="0" u="none" strike="noStrike" cap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defRPr>
            </a:lvl8pPr>
            <a:lvl9pPr marL="4114800" marR="0" lvl="8" indent="-228600" algn="l" rtl="0">
              <a:spcBef>
                <a:spcPts val="500"/>
              </a:spcBef>
              <a:spcAft>
                <a:spcPts val="500"/>
              </a:spcAft>
              <a:buClr>
                <a:schemeClr val="accent2"/>
              </a:buClr>
              <a:buSzPts val="800"/>
              <a:buFont typeface="Noto Sans Symbols"/>
              <a:buNone/>
              <a:defRPr sz="700" b="0" i="0" u="none" strike="noStrike" cap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defRPr>
            </a:lvl9pPr>
          </a:lstStyle>
          <a:p>
            <a:endParaRPr/>
          </a:p>
        </p:txBody>
      </p:sp>
      <p:sp>
        <p:nvSpPr>
          <p:cNvPr id="56" name="Google Shape;56;p7"/>
          <p:cNvSpPr txBox="1">
            <a:spLocks noGrp="1"/>
          </p:cNvSpPr>
          <p:nvPr>
            <p:ph type="dt" idx="10"/>
          </p:nvPr>
        </p:nvSpPr>
        <p:spPr>
          <a:xfrm>
            <a:off x="5704463" y="446710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spcAft>
                <a:spcPts val="0"/>
              </a:spcAft>
              <a:buSzPts val="1100"/>
              <a:buNone/>
              <a:defRPr sz="700" b="0" i="0" u="none" strike="noStrike" cap="none">
                <a:solidFill>
                  <a:schemeClr val="accent2"/>
                </a:solidFill>
                <a:latin typeface="Cabin"/>
                <a:ea typeface="Cabin"/>
                <a:cs typeface="Cabin"/>
                <a:sym typeface="Cabin"/>
              </a:defRPr>
            </a:lvl1pPr>
            <a:lvl2pPr marL="342900" marR="0" lvl="1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2pPr>
            <a:lvl3pPr marL="685800" marR="0" lvl="2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3pPr>
            <a:lvl4pPr marL="1028700" marR="0" lvl="3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4pPr>
            <a:lvl5pPr marL="1371600" marR="0" lvl="4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5pPr>
            <a:lvl6pPr marL="1714500" marR="0" lvl="5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6pPr>
            <a:lvl7pPr marL="2057400" marR="0" lvl="6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7pPr>
            <a:lvl8pPr marL="2400300" marR="0" lvl="7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8pPr>
            <a:lvl9pPr marL="2743200" marR="0" lvl="8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9pPr>
          </a:lstStyle>
          <a:p>
            <a:endParaRPr/>
          </a:p>
        </p:txBody>
      </p:sp>
      <p:sp>
        <p:nvSpPr>
          <p:cNvPr id="57" name="Google Shape;57;p7"/>
          <p:cNvSpPr txBox="1">
            <a:spLocks noGrp="1"/>
          </p:cNvSpPr>
          <p:nvPr>
            <p:ph type="ftr" idx="11"/>
          </p:nvPr>
        </p:nvSpPr>
        <p:spPr>
          <a:xfrm>
            <a:off x="435894" y="4463858"/>
            <a:ext cx="51879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>
            <a:lvl1pPr marL="0" marR="0" lvl="0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700" b="0" i="0" u="none" strike="noStrike" cap="none">
                <a:solidFill>
                  <a:schemeClr val="accent2"/>
                </a:solidFill>
                <a:latin typeface="Cabin"/>
                <a:ea typeface="Cabin"/>
                <a:cs typeface="Cabin"/>
                <a:sym typeface="Cabin"/>
              </a:defRPr>
            </a:lvl1pPr>
            <a:lvl2pPr marL="342900" marR="0" lvl="1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2pPr>
            <a:lvl3pPr marL="685800" marR="0" lvl="2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3pPr>
            <a:lvl4pPr marL="1028700" marR="0" lvl="3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4pPr>
            <a:lvl5pPr marL="1371600" marR="0" lvl="4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5pPr>
            <a:lvl6pPr marL="1714500" marR="0" lvl="5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6pPr>
            <a:lvl7pPr marL="2057400" marR="0" lvl="6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7pPr>
            <a:lvl8pPr marL="2400300" marR="0" lvl="7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8pPr>
            <a:lvl9pPr marL="2743200" marR="0" lvl="8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9pPr>
          </a:lstStyle>
          <a:p>
            <a:endParaRPr/>
          </a:p>
        </p:txBody>
      </p:sp>
      <p:sp>
        <p:nvSpPr>
          <p:cNvPr id="58" name="Google Shape;58;p7"/>
          <p:cNvSpPr txBox="1">
            <a:spLocks noGrp="1"/>
          </p:cNvSpPr>
          <p:nvPr>
            <p:ph type="sldNum" idx="12"/>
          </p:nvPr>
        </p:nvSpPr>
        <p:spPr>
          <a:xfrm>
            <a:off x="7918725" y="4467103"/>
            <a:ext cx="7893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700" b="0" i="0" u="none" strike="noStrike" cap="none">
                <a:solidFill>
                  <a:schemeClr val="accent2"/>
                </a:solidFill>
                <a:latin typeface="Cabin"/>
                <a:ea typeface="Cabin"/>
                <a:cs typeface="Cabin"/>
                <a:sym typeface="Cabin"/>
              </a:defRPr>
            </a:lvl1pPr>
            <a:lvl2pPr marL="0" marR="0" lvl="1" indent="0" algn="r" rtl="0">
              <a:spcBef>
                <a:spcPts val="0"/>
              </a:spcBef>
              <a:buNone/>
              <a:defRPr sz="700" b="0" i="0" u="none" strike="noStrike" cap="none">
                <a:solidFill>
                  <a:schemeClr val="accent2"/>
                </a:solidFill>
                <a:latin typeface="Cabin"/>
                <a:ea typeface="Cabin"/>
                <a:cs typeface="Cabin"/>
                <a:sym typeface="Cabin"/>
              </a:defRPr>
            </a:lvl2pPr>
            <a:lvl3pPr marL="0" marR="0" lvl="2" indent="0" algn="r" rtl="0">
              <a:spcBef>
                <a:spcPts val="0"/>
              </a:spcBef>
              <a:buNone/>
              <a:defRPr sz="700" b="0" i="0" u="none" strike="noStrike" cap="none">
                <a:solidFill>
                  <a:schemeClr val="accent2"/>
                </a:solidFill>
                <a:latin typeface="Cabin"/>
                <a:ea typeface="Cabin"/>
                <a:cs typeface="Cabin"/>
                <a:sym typeface="Cabin"/>
              </a:defRPr>
            </a:lvl3pPr>
            <a:lvl4pPr marL="0" marR="0" lvl="3" indent="0" algn="r" rtl="0">
              <a:spcBef>
                <a:spcPts val="0"/>
              </a:spcBef>
              <a:buNone/>
              <a:defRPr sz="700" b="0" i="0" u="none" strike="noStrike" cap="none">
                <a:solidFill>
                  <a:schemeClr val="accent2"/>
                </a:solidFill>
                <a:latin typeface="Cabin"/>
                <a:ea typeface="Cabin"/>
                <a:cs typeface="Cabin"/>
                <a:sym typeface="Cabin"/>
              </a:defRPr>
            </a:lvl4pPr>
            <a:lvl5pPr marL="0" marR="0" lvl="4" indent="0" algn="r" rtl="0">
              <a:spcBef>
                <a:spcPts val="0"/>
              </a:spcBef>
              <a:buNone/>
              <a:defRPr sz="700" b="0" i="0" u="none" strike="noStrike" cap="none">
                <a:solidFill>
                  <a:schemeClr val="accent2"/>
                </a:solidFill>
                <a:latin typeface="Cabin"/>
                <a:ea typeface="Cabin"/>
                <a:cs typeface="Cabin"/>
                <a:sym typeface="Cabin"/>
              </a:defRPr>
            </a:lvl5pPr>
            <a:lvl6pPr marL="0" marR="0" lvl="5" indent="0" algn="r" rtl="0">
              <a:spcBef>
                <a:spcPts val="0"/>
              </a:spcBef>
              <a:buNone/>
              <a:defRPr sz="700" b="0" i="0" u="none" strike="noStrike" cap="none">
                <a:solidFill>
                  <a:schemeClr val="accent2"/>
                </a:solidFill>
                <a:latin typeface="Cabin"/>
                <a:ea typeface="Cabin"/>
                <a:cs typeface="Cabin"/>
                <a:sym typeface="Cabin"/>
              </a:defRPr>
            </a:lvl6pPr>
            <a:lvl7pPr marL="0" marR="0" lvl="6" indent="0" algn="r" rtl="0">
              <a:spcBef>
                <a:spcPts val="0"/>
              </a:spcBef>
              <a:buNone/>
              <a:defRPr sz="700" b="0" i="0" u="none" strike="noStrike" cap="none">
                <a:solidFill>
                  <a:schemeClr val="accent2"/>
                </a:solidFill>
                <a:latin typeface="Cabin"/>
                <a:ea typeface="Cabin"/>
                <a:cs typeface="Cabin"/>
                <a:sym typeface="Cabin"/>
              </a:defRPr>
            </a:lvl7pPr>
            <a:lvl8pPr marL="0" marR="0" lvl="7" indent="0" algn="r" rtl="0">
              <a:spcBef>
                <a:spcPts val="0"/>
              </a:spcBef>
              <a:buNone/>
              <a:defRPr sz="700" b="0" i="0" u="none" strike="noStrike" cap="none">
                <a:solidFill>
                  <a:schemeClr val="accent2"/>
                </a:solidFill>
                <a:latin typeface="Cabin"/>
                <a:ea typeface="Cabin"/>
                <a:cs typeface="Cabin"/>
                <a:sym typeface="Cabin"/>
              </a:defRPr>
            </a:lvl8pPr>
            <a:lvl9pPr marL="0" marR="0" lvl="8" indent="0" algn="r" rtl="0">
              <a:spcBef>
                <a:spcPts val="0"/>
              </a:spcBef>
              <a:buNone/>
              <a:defRPr sz="700" b="0" i="0" u="none" strike="noStrike" cap="none">
                <a:solidFill>
                  <a:schemeClr val="accent2"/>
                </a:solidFill>
                <a:latin typeface="Cabin"/>
                <a:ea typeface="Cabin"/>
                <a:cs typeface="Cabin"/>
                <a:sym typeface="Cabin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Len nadpis" type="titleOnly">
  <p:cSld name="TITLE_ONLY"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8"/>
          <p:cNvSpPr txBox="1">
            <a:spLocks noGrp="1"/>
          </p:cNvSpPr>
          <p:nvPr>
            <p:ph type="dt" idx="10"/>
          </p:nvPr>
        </p:nvSpPr>
        <p:spPr>
          <a:xfrm>
            <a:off x="5704463" y="446710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spcAft>
                <a:spcPts val="0"/>
              </a:spcAft>
              <a:buSzPts val="1100"/>
              <a:buNone/>
              <a:defRPr sz="700" b="0" i="0" u="none" strike="noStrike" cap="none">
                <a:solidFill>
                  <a:schemeClr val="accent2"/>
                </a:solidFill>
                <a:latin typeface="Cabin"/>
                <a:ea typeface="Cabin"/>
                <a:cs typeface="Cabin"/>
                <a:sym typeface="Cabin"/>
              </a:defRPr>
            </a:lvl1pPr>
            <a:lvl2pPr marL="342900" marR="0" lvl="1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2pPr>
            <a:lvl3pPr marL="685800" marR="0" lvl="2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3pPr>
            <a:lvl4pPr marL="1028700" marR="0" lvl="3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4pPr>
            <a:lvl5pPr marL="1371600" marR="0" lvl="4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5pPr>
            <a:lvl6pPr marL="1714500" marR="0" lvl="5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6pPr>
            <a:lvl7pPr marL="2057400" marR="0" lvl="6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7pPr>
            <a:lvl8pPr marL="2400300" marR="0" lvl="7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8pPr>
            <a:lvl9pPr marL="2743200" marR="0" lvl="8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9pPr>
          </a:lstStyle>
          <a:p>
            <a:endParaRPr/>
          </a:p>
        </p:txBody>
      </p:sp>
      <p:sp>
        <p:nvSpPr>
          <p:cNvPr id="61" name="Google Shape;61;p8"/>
          <p:cNvSpPr txBox="1">
            <a:spLocks noGrp="1"/>
          </p:cNvSpPr>
          <p:nvPr>
            <p:ph type="ftr" idx="11"/>
          </p:nvPr>
        </p:nvSpPr>
        <p:spPr>
          <a:xfrm>
            <a:off x="435894" y="4463858"/>
            <a:ext cx="51879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>
            <a:lvl1pPr marL="0" marR="0" lvl="0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700" b="0" i="0" u="none" strike="noStrike" cap="none">
                <a:solidFill>
                  <a:schemeClr val="accent2"/>
                </a:solidFill>
                <a:latin typeface="Cabin"/>
                <a:ea typeface="Cabin"/>
                <a:cs typeface="Cabin"/>
                <a:sym typeface="Cabin"/>
              </a:defRPr>
            </a:lvl1pPr>
            <a:lvl2pPr marL="342900" marR="0" lvl="1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2pPr>
            <a:lvl3pPr marL="685800" marR="0" lvl="2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3pPr>
            <a:lvl4pPr marL="1028700" marR="0" lvl="3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4pPr>
            <a:lvl5pPr marL="1371600" marR="0" lvl="4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5pPr>
            <a:lvl6pPr marL="1714500" marR="0" lvl="5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6pPr>
            <a:lvl7pPr marL="2057400" marR="0" lvl="6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7pPr>
            <a:lvl8pPr marL="2400300" marR="0" lvl="7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8pPr>
            <a:lvl9pPr marL="2743200" marR="0" lvl="8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9pPr>
          </a:lstStyle>
          <a:p>
            <a:endParaRPr/>
          </a:p>
        </p:txBody>
      </p:sp>
      <p:sp>
        <p:nvSpPr>
          <p:cNvPr id="62" name="Google Shape;62;p8"/>
          <p:cNvSpPr txBox="1">
            <a:spLocks noGrp="1"/>
          </p:cNvSpPr>
          <p:nvPr>
            <p:ph type="sldNum" idx="12"/>
          </p:nvPr>
        </p:nvSpPr>
        <p:spPr>
          <a:xfrm>
            <a:off x="7918725" y="4467103"/>
            <a:ext cx="7893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700" b="0" i="0" u="none" strike="noStrike" cap="none">
                <a:solidFill>
                  <a:schemeClr val="accent2"/>
                </a:solidFill>
                <a:latin typeface="Cabin"/>
                <a:ea typeface="Cabin"/>
                <a:cs typeface="Cabin"/>
                <a:sym typeface="Cabin"/>
              </a:defRPr>
            </a:lvl1pPr>
            <a:lvl2pPr marL="0" marR="0" lvl="1" indent="0" algn="r" rtl="0">
              <a:spcBef>
                <a:spcPts val="0"/>
              </a:spcBef>
              <a:buNone/>
              <a:defRPr sz="700" b="0" i="0" u="none" strike="noStrike" cap="none">
                <a:solidFill>
                  <a:schemeClr val="accent2"/>
                </a:solidFill>
                <a:latin typeface="Cabin"/>
                <a:ea typeface="Cabin"/>
                <a:cs typeface="Cabin"/>
                <a:sym typeface="Cabin"/>
              </a:defRPr>
            </a:lvl2pPr>
            <a:lvl3pPr marL="0" marR="0" lvl="2" indent="0" algn="r" rtl="0">
              <a:spcBef>
                <a:spcPts val="0"/>
              </a:spcBef>
              <a:buNone/>
              <a:defRPr sz="700" b="0" i="0" u="none" strike="noStrike" cap="none">
                <a:solidFill>
                  <a:schemeClr val="accent2"/>
                </a:solidFill>
                <a:latin typeface="Cabin"/>
                <a:ea typeface="Cabin"/>
                <a:cs typeface="Cabin"/>
                <a:sym typeface="Cabin"/>
              </a:defRPr>
            </a:lvl3pPr>
            <a:lvl4pPr marL="0" marR="0" lvl="3" indent="0" algn="r" rtl="0">
              <a:spcBef>
                <a:spcPts val="0"/>
              </a:spcBef>
              <a:buNone/>
              <a:defRPr sz="700" b="0" i="0" u="none" strike="noStrike" cap="none">
                <a:solidFill>
                  <a:schemeClr val="accent2"/>
                </a:solidFill>
                <a:latin typeface="Cabin"/>
                <a:ea typeface="Cabin"/>
                <a:cs typeface="Cabin"/>
                <a:sym typeface="Cabin"/>
              </a:defRPr>
            </a:lvl4pPr>
            <a:lvl5pPr marL="0" marR="0" lvl="4" indent="0" algn="r" rtl="0">
              <a:spcBef>
                <a:spcPts val="0"/>
              </a:spcBef>
              <a:buNone/>
              <a:defRPr sz="700" b="0" i="0" u="none" strike="noStrike" cap="none">
                <a:solidFill>
                  <a:schemeClr val="accent2"/>
                </a:solidFill>
                <a:latin typeface="Cabin"/>
                <a:ea typeface="Cabin"/>
                <a:cs typeface="Cabin"/>
                <a:sym typeface="Cabin"/>
              </a:defRPr>
            </a:lvl5pPr>
            <a:lvl6pPr marL="0" marR="0" lvl="5" indent="0" algn="r" rtl="0">
              <a:spcBef>
                <a:spcPts val="0"/>
              </a:spcBef>
              <a:buNone/>
              <a:defRPr sz="700" b="0" i="0" u="none" strike="noStrike" cap="none">
                <a:solidFill>
                  <a:schemeClr val="accent2"/>
                </a:solidFill>
                <a:latin typeface="Cabin"/>
                <a:ea typeface="Cabin"/>
                <a:cs typeface="Cabin"/>
                <a:sym typeface="Cabin"/>
              </a:defRPr>
            </a:lvl6pPr>
            <a:lvl7pPr marL="0" marR="0" lvl="6" indent="0" algn="r" rtl="0">
              <a:spcBef>
                <a:spcPts val="0"/>
              </a:spcBef>
              <a:buNone/>
              <a:defRPr sz="700" b="0" i="0" u="none" strike="noStrike" cap="none">
                <a:solidFill>
                  <a:schemeClr val="accent2"/>
                </a:solidFill>
                <a:latin typeface="Cabin"/>
                <a:ea typeface="Cabin"/>
                <a:cs typeface="Cabin"/>
                <a:sym typeface="Cabin"/>
              </a:defRPr>
            </a:lvl7pPr>
            <a:lvl8pPr marL="0" marR="0" lvl="7" indent="0" algn="r" rtl="0">
              <a:spcBef>
                <a:spcPts val="0"/>
              </a:spcBef>
              <a:buNone/>
              <a:defRPr sz="700" b="0" i="0" u="none" strike="noStrike" cap="none">
                <a:solidFill>
                  <a:schemeClr val="accent2"/>
                </a:solidFill>
                <a:latin typeface="Cabin"/>
                <a:ea typeface="Cabin"/>
                <a:cs typeface="Cabin"/>
                <a:sym typeface="Cabin"/>
              </a:defRPr>
            </a:lvl8pPr>
            <a:lvl9pPr marL="0" marR="0" lvl="8" indent="0" algn="r" rtl="0">
              <a:spcBef>
                <a:spcPts val="0"/>
              </a:spcBef>
              <a:buNone/>
              <a:defRPr sz="700" b="0" i="0" u="none" strike="noStrike" cap="none">
                <a:solidFill>
                  <a:schemeClr val="accent2"/>
                </a:solidFill>
                <a:latin typeface="Cabin"/>
                <a:ea typeface="Cabin"/>
                <a:cs typeface="Cabin"/>
                <a:sym typeface="Cabin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63" name="Google Shape;63;p8"/>
          <p:cNvSpPr/>
          <p:nvPr/>
        </p:nvSpPr>
        <p:spPr>
          <a:xfrm>
            <a:off x="330512" y="454916"/>
            <a:ext cx="8475000" cy="944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4" name="Google Shape;64;p8"/>
          <p:cNvSpPr txBox="1">
            <a:spLocks noGrp="1"/>
          </p:cNvSpPr>
          <p:nvPr>
            <p:ph type="title"/>
          </p:nvPr>
        </p:nvSpPr>
        <p:spPr>
          <a:xfrm>
            <a:off x="431920" y="547244"/>
            <a:ext cx="8272200" cy="74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b" anchorCtr="0">
            <a:noAutofit/>
          </a:bodyPr>
          <a:lstStyle>
            <a:lvl1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Cabin"/>
              <a:buNone/>
              <a:defRPr sz="2100" b="0" i="0" u="none" strike="noStrike" cap="none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defRPr>
            </a:lvl1pPr>
            <a:lvl2pPr marL="0" marR="0" lvl="1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2"/>
                </a:solidFill>
              </a:defRPr>
            </a:lvl2pPr>
            <a:lvl3pPr marL="0" marR="0" lvl="2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2"/>
                </a:solidFill>
              </a:defRPr>
            </a:lvl3pPr>
            <a:lvl4pPr marL="0" marR="0" lvl="3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2"/>
                </a:solidFill>
              </a:defRPr>
            </a:lvl4pPr>
            <a:lvl5pPr marL="0" marR="0" lvl="4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2"/>
                </a:solidFill>
              </a:defRPr>
            </a:lvl5pPr>
            <a:lvl6pPr marL="0" marR="0" lvl="5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2"/>
                </a:solidFill>
              </a:defRPr>
            </a:lvl6pPr>
            <a:lvl7pPr marL="0" marR="0" lvl="6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2"/>
                </a:solidFill>
              </a:defRPr>
            </a:lvl7pPr>
            <a:lvl8pPr marL="0" marR="0" lvl="7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2"/>
                </a:solidFill>
              </a:defRPr>
            </a:lvl8pPr>
            <a:lvl9pPr marL="0" marR="0" lvl="8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rázdna" type="blank">
  <p:cSld name="BLANK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9"/>
          <p:cNvSpPr txBox="1">
            <a:spLocks noGrp="1"/>
          </p:cNvSpPr>
          <p:nvPr>
            <p:ph type="dt" idx="10"/>
          </p:nvPr>
        </p:nvSpPr>
        <p:spPr>
          <a:xfrm>
            <a:off x="5704463" y="446710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spcAft>
                <a:spcPts val="0"/>
              </a:spcAft>
              <a:buSzPts val="1100"/>
              <a:buNone/>
              <a:defRPr sz="700" b="0" i="0" u="none" strike="noStrike" cap="none">
                <a:solidFill>
                  <a:schemeClr val="accent2"/>
                </a:solidFill>
                <a:latin typeface="Cabin"/>
                <a:ea typeface="Cabin"/>
                <a:cs typeface="Cabin"/>
                <a:sym typeface="Cabin"/>
              </a:defRPr>
            </a:lvl1pPr>
            <a:lvl2pPr marL="342900" marR="0" lvl="1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2pPr>
            <a:lvl3pPr marL="685800" marR="0" lvl="2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3pPr>
            <a:lvl4pPr marL="1028700" marR="0" lvl="3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4pPr>
            <a:lvl5pPr marL="1371600" marR="0" lvl="4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5pPr>
            <a:lvl6pPr marL="1714500" marR="0" lvl="5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6pPr>
            <a:lvl7pPr marL="2057400" marR="0" lvl="6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7pPr>
            <a:lvl8pPr marL="2400300" marR="0" lvl="7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8pPr>
            <a:lvl9pPr marL="2743200" marR="0" lvl="8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9pPr>
          </a:lstStyle>
          <a:p>
            <a:endParaRPr/>
          </a:p>
        </p:txBody>
      </p:sp>
      <p:sp>
        <p:nvSpPr>
          <p:cNvPr id="67" name="Google Shape;67;p9"/>
          <p:cNvSpPr txBox="1">
            <a:spLocks noGrp="1"/>
          </p:cNvSpPr>
          <p:nvPr>
            <p:ph type="ftr" idx="11"/>
          </p:nvPr>
        </p:nvSpPr>
        <p:spPr>
          <a:xfrm>
            <a:off x="435894" y="4463858"/>
            <a:ext cx="51879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>
            <a:lvl1pPr marL="0" marR="0" lvl="0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700" b="0" i="0" u="none" strike="noStrike" cap="none">
                <a:solidFill>
                  <a:schemeClr val="accent2"/>
                </a:solidFill>
                <a:latin typeface="Cabin"/>
                <a:ea typeface="Cabin"/>
                <a:cs typeface="Cabin"/>
                <a:sym typeface="Cabin"/>
              </a:defRPr>
            </a:lvl1pPr>
            <a:lvl2pPr marL="342900" marR="0" lvl="1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2pPr>
            <a:lvl3pPr marL="685800" marR="0" lvl="2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3pPr>
            <a:lvl4pPr marL="1028700" marR="0" lvl="3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4pPr>
            <a:lvl5pPr marL="1371600" marR="0" lvl="4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5pPr>
            <a:lvl6pPr marL="1714500" marR="0" lvl="5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6pPr>
            <a:lvl7pPr marL="2057400" marR="0" lvl="6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7pPr>
            <a:lvl8pPr marL="2400300" marR="0" lvl="7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8pPr>
            <a:lvl9pPr marL="2743200" marR="0" lvl="8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9pPr>
          </a:lstStyle>
          <a:p>
            <a:endParaRPr/>
          </a:p>
        </p:txBody>
      </p:sp>
      <p:sp>
        <p:nvSpPr>
          <p:cNvPr id="68" name="Google Shape;68;p9"/>
          <p:cNvSpPr txBox="1">
            <a:spLocks noGrp="1"/>
          </p:cNvSpPr>
          <p:nvPr>
            <p:ph type="sldNum" idx="12"/>
          </p:nvPr>
        </p:nvSpPr>
        <p:spPr>
          <a:xfrm>
            <a:off x="7918725" y="4467103"/>
            <a:ext cx="7893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700" b="0" i="0" u="none" strike="noStrike" cap="none">
                <a:solidFill>
                  <a:schemeClr val="accent2"/>
                </a:solidFill>
                <a:latin typeface="Cabin"/>
                <a:ea typeface="Cabin"/>
                <a:cs typeface="Cabin"/>
                <a:sym typeface="Cabin"/>
              </a:defRPr>
            </a:lvl1pPr>
            <a:lvl2pPr marL="0" marR="0" lvl="1" indent="0" algn="r" rtl="0">
              <a:spcBef>
                <a:spcPts val="0"/>
              </a:spcBef>
              <a:buNone/>
              <a:defRPr sz="700" b="0" i="0" u="none" strike="noStrike" cap="none">
                <a:solidFill>
                  <a:schemeClr val="accent2"/>
                </a:solidFill>
                <a:latin typeface="Cabin"/>
                <a:ea typeface="Cabin"/>
                <a:cs typeface="Cabin"/>
                <a:sym typeface="Cabin"/>
              </a:defRPr>
            </a:lvl2pPr>
            <a:lvl3pPr marL="0" marR="0" lvl="2" indent="0" algn="r" rtl="0">
              <a:spcBef>
                <a:spcPts val="0"/>
              </a:spcBef>
              <a:buNone/>
              <a:defRPr sz="700" b="0" i="0" u="none" strike="noStrike" cap="none">
                <a:solidFill>
                  <a:schemeClr val="accent2"/>
                </a:solidFill>
                <a:latin typeface="Cabin"/>
                <a:ea typeface="Cabin"/>
                <a:cs typeface="Cabin"/>
                <a:sym typeface="Cabin"/>
              </a:defRPr>
            </a:lvl3pPr>
            <a:lvl4pPr marL="0" marR="0" lvl="3" indent="0" algn="r" rtl="0">
              <a:spcBef>
                <a:spcPts val="0"/>
              </a:spcBef>
              <a:buNone/>
              <a:defRPr sz="700" b="0" i="0" u="none" strike="noStrike" cap="none">
                <a:solidFill>
                  <a:schemeClr val="accent2"/>
                </a:solidFill>
                <a:latin typeface="Cabin"/>
                <a:ea typeface="Cabin"/>
                <a:cs typeface="Cabin"/>
                <a:sym typeface="Cabin"/>
              </a:defRPr>
            </a:lvl4pPr>
            <a:lvl5pPr marL="0" marR="0" lvl="4" indent="0" algn="r" rtl="0">
              <a:spcBef>
                <a:spcPts val="0"/>
              </a:spcBef>
              <a:buNone/>
              <a:defRPr sz="700" b="0" i="0" u="none" strike="noStrike" cap="none">
                <a:solidFill>
                  <a:schemeClr val="accent2"/>
                </a:solidFill>
                <a:latin typeface="Cabin"/>
                <a:ea typeface="Cabin"/>
                <a:cs typeface="Cabin"/>
                <a:sym typeface="Cabin"/>
              </a:defRPr>
            </a:lvl5pPr>
            <a:lvl6pPr marL="0" marR="0" lvl="5" indent="0" algn="r" rtl="0">
              <a:spcBef>
                <a:spcPts val="0"/>
              </a:spcBef>
              <a:buNone/>
              <a:defRPr sz="700" b="0" i="0" u="none" strike="noStrike" cap="none">
                <a:solidFill>
                  <a:schemeClr val="accent2"/>
                </a:solidFill>
                <a:latin typeface="Cabin"/>
                <a:ea typeface="Cabin"/>
                <a:cs typeface="Cabin"/>
                <a:sym typeface="Cabin"/>
              </a:defRPr>
            </a:lvl6pPr>
            <a:lvl7pPr marL="0" marR="0" lvl="6" indent="0" algn="r" rtl="0">
              <a:spcBef>
                <a:spcPts val="0"/>
              </a:spcBef>
              <a:buNone/>
              <a:defRPr sz="700" b="0" i="0" u="none" strike="noStrike" cap="none">
                <a:solidFill>
                  <a:schemeClr val="accent2"/>
                </a:solidFill>
                <a:latin typeface="Cabin"/>
                <a:ea typeface="Cabin"/>
                <a:cs typeface="Cabin"/>
                <a:sym typeface="Cabin"/>
              </a:defRPr>
            </a:lvl7pPr>
            <a:lvl8pPr marL="0" marR="0" lvl="7" indent="0" algn="r" rtl="0">
              <a:spcBef>
                <a:spcPts val="0"/>
              </a:spcBef>
              <a:buNone/>
              <a:defRPr sz="700" b="0" i="0" u="none" strike="noStrike" cap="none">
                <a:solidFill>
                  <a:schemeClr val="accent2"/>
                </a:solidFill>
                <a:latin typeface="Cabin"/>
                <a:ea typeface="Cabin"/>
                <a:cs typeface="Cabin"/>
                <a:sym typeface="Cabin"/>
              </a:defRPr>
            </a:lvl8pPr>
            <a:lvl9pPr marL="0" marR="0" lvl="8" indent="0" algn="r" rtl="0">
              <a:spcBef>
                <a:spcPts val="0"/>
              </a:spcBef>
              <a:buNone/>
              <a:defRPr sz="700" b="0" i="0" u="none" strike="noStrike" cap="none">
                <a:solidFill>
                  <a:schemeClr val="accent2"/>
                </a:solidFill>
                <a:latin typeface="Cabin"/>
                <a:ea typeface="Cabin"/>
                <a:cs typeface="Cabin"/>
                <a:sym typeface="Cabin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adpis a zvislý text" type="vertTx">
  <p:cSld name="VERTICAL_TEXT"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1"/>
          <p:cNvSpPr/>
          <p:nvPr/>
        </p:nvSpPr>
        <p:spPr>
          <a:xfrm>
            <a:off x="330214" y="460805"/>
            <a:ext cx="8481900" cy="8919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9" name="Google Shape;79;p11"/>
          <p:cNvSpPr txBox="1">
            <a:spLocks noGrp="1"/>
          </p:cNvSpPr>
          <p:nvPr>
            <p:ph type="title"/>
          </p:nvPr>
        </p:nvSpPr>
        <p:spPr>
          <a:xfrm>
            <a:off x="435894" y="526617"/>
            <a:ext cx="8272200" cy="76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b" anchorCtr="0">
            <a:noAutofit/>
          </a:bodyPr>
          <a:lstStyle>
            <a:lvl1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Cabin"/>
              <a:buNone/>
              <a:defRPr sz="2100" b="0" i="0" u="none" strike="noStrike" cap="none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defRPr>
            </a:lvl1pPr>
            <a:lvl2pPr marL="0" marR="0" lvl="1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2"/>
                </a:solidFill>
              </a:defRPr>
            </a:lvl2pPr>
            <a:lvl3pPr marL="0" marR="0" lvl="2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2"/>
                </a:solidFill>
              </a:defRPr>
            </a:lvl3pPr>
            <a:lvl4pPr marL="0" marR="0" lvl="3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2"/>
                </a:solidFill>
              </a:defRPr>
            </a:lvl4pPr>
            <a:lvl5pPr marL="0" marR="0" lvl="4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2"/>
                </a:solidFill>
              </a:defRPr>
            </a:lvl5pPr>
            <a:lvl6pPr marL="0" marR="0" lvl="5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2"/>
                </a:solidFill>
              </a:defRPr>
            </a:lvl6pPr>
            <a:lvl7pPr marL="0" marR="0" lvl="6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2"/>
                </a:solidFill>
              </a:defRPr>
            </a:lvl7pPr>
            <a:lvl8pPr marL="0" marR="0" lvl="7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2"/>
                </a:solidFill>
              </a:defRPr>
            </a:lvl8pPr>
            <a:lvl9pPr marL="0" marR="0" lvl="8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0" name="Google Shape;80;p11"/>
          <p:cNvSpPr txBox="1">
            <a:spLocks noGrp="1"/>
          </p:cNvSpPr>
          <p:nvPr>
            <p:ph type="body" idx="1"/>
          </p:nvPr>
        </p:nvSpPr>
        <p:spPr>
          <a:xfrm rot="5400000">
            <a:off x="3250956" y="-1063048"/>
            <a:ext cx="2642100" cy="827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t" anchorCtr="0">
            <a:noAutofit/>
          </a:bodyPr>
          <a:lstStyle>
            <a:lvl1pPr marL="457200" marR="0" lvl="0" indent="-304800" algn="l" rtl="0">
              <a:spcBef>
                <a:spcPts val="30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Noto Sans Symbols"/>
              <a:buChar char="◼"/>
              <a:defRPr sz="1400" b="0" i="0" u="none" strike="noStrike" cap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defRPr>
            </a:lvl1pPr>
            <a:lvl2pPr marL="914400" marR="0" lvl="1" indent="-298450" algn="l" rtl="0"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Noto Sans Symbols"/>
              <a:buChar char="◼"/>
              <a:defRPr sz="1200" b="0" i="0" u="none" strike="noStrike" cap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defRPr>
            </a:lvl2pPr>
            <a:lvl3pPr marL="1371600" marR="0" lvl="2" indent="-292100" algn="l" rtl="0"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Noto Sans Symbols"/>
              <a:buChar char="◼"/>
              <a:defRPr sz="1100" b="0" i="0" u="none" strike="noStrike" cap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defRPr>
            </a:lvl3pPr>
            <a:lvl4pPr marL="1828800" marR="0" lvl="3" indent="-279400" algn="l" rtl="0"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800"/>
              <a:buFont typeface="Noto Sans Symbols"/>
              <a:buChar char="◼"/>
              <a:defRPr sz="900" b="0" i="0" u="none" strike="noStrike" cap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defRPr>
            </a:lvl4pPr>
            <a:lvl5pPr marL="2286000" marR="0" lvl="4" indent="-279400" algn="l" rtl="0"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800"/>
              <a:buFont typeface="Noto Sans Symbols"/>
              <a:buChar char="◼"/>
              <a:defRPr sz="900" b="0" i="0" u="none" strike="noStrike" cap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defRPr>
            </a:lvl5pPr>
            <a:lvl6pPr marL="2743200" marR="0" lvl="5" indent="-279400" algn="l" rtl="0"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800"/>
              <a:buFont typeface="Noto Sans Symbols"/>
              <a:buChar char="◼"/>
              <a:defRPr sz="900" b="0" i="0" u="none" strike="noStrike" cap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defRPr>
            </a:lvl6pPr>
            <a:lvl7pPr marL="3200400" marR="0" lvl="6" indent="-279400" algn="l" rtl="0"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800"/>
              <a:buFont typeface="Noto Sans Symbols"/>
              <a:buChar char="◼"/>
              <a:defRPr sz="900" b="0" i="0" u="none" strike="noStrike" cap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defRPr>
            </a:lvl7pPr>
            <a:lvl8pPr marL="3657600" marR="0" lvl="7" indent="-279400" algn="l" rtl="0"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800"/>
              <a:buFont typeface="Noto Sans Symbols"/>
              <a:buChar char="◼"/>
              <a:defRPr sz="900" b="0" i="0" u="none" strike="noStrike" cap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defRPr>
            </a:lvl8pPr>
            <a:lvl9pPr marL="4114800" marR="0" lvl="8" indent="-279400" algn="l" rtl="0">
              <a:spcBef>
                <a:spcPts val="500"/>
              </a:spcBef>
              <a:spcAft>
                <a:spcPts val="500"/>
              </a:spcAft>
              <a:buClr>
                <a:schemeClr val="accent2"/>
              </a:buClr>
              <a:buSzPts val="800"/>
              <a:buFont typeface="Noto Sans Symbols"/>
              <a:buChar char="◼"/>
              <a:defRPr sz="900" b="0" i="0" u="none" strike="noStrike" cap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defRPr>
            </a:lvl9pPr>
          </a:lstStyle>
          <a:p>
            <a:endParaRPr/>
          </a:p>
        </p:txBody>
      </p:sp>
      <p:sp>
        <p:nvSpPr>
          <p:cNvPr id="81" name="Google Shape;81;p11"/>
          <p:cNvSpPr txBox="1">
            <a:spLocks noGrp="1"/>
          </p:cNvSpPr>
          <p:nvPr>
            <p:ph type="dt" idx="10"/>
          </p:nvPr>
        </p:nvSpPr>
        <p:spPr>
          <a:xfrm>
            <a:off x="5704463" y="446710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spcAft>
                <a:spcPts val="0"/>
              </a:spcAft>
              <a:buSzPts val="1100"/>
              <a:buNone/>
              <a:defRPr sz="700" b="0" i="0" u="none" strike="noStrike" cap="none">
                <a:solidFill>
                  <a:schemeClr val="accent2"/>
                </a:solidFill>
                <a:latin typeface="Cabin"/>
                <a:ea typeface="Cabin"/>
                <a:cs typeface="Cabin"/>
                <a:sym typeface="Cabin"/>
              </a:defRPr>
            </a:lvl1pPr>
            <a:lvl2pPr marL="342900" marR="0" lvl="1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2pPr>
            <a:lvl3pPr marL="685800" marR="0" lvl="2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3pPr>
            <a:lvl4pPr marL="1028700" marR="0" lvl="3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4pPr>
            <a:lvl5pPr marL="1371600" marR="0" lvl="4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5pPr>
            <a:lvl6pPr marL="1714500" marR="0" lvl="5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6pPr>
            <a:lvl7pPr marL="2057400" marR="0" lvl="6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7pPr>
            <a:lvl8pPr marL="2400300" marR="0" lvl="7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8pPr>
            <a:lvl9pPr marL="2743200" marR="0" lvl="8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9pPr>
          </a:lstStyle>
          <a:p>
            <a:endParaRPr/>
          </a:p>
        </p:txBody>
      </p:sp>
      <p:sp>
        <p:nvSpPr>
          <p:cNvPr id="82" name="Google Shape;82;p11"/>
          <p:cNvSpPr txBox="1">
            <a:spLocks noGrp="1"/>
          </p:cNvSpPr>
          <p:nvPr>
            <p:ph type="ftr" idx="11"/>
          </p:nvPr>
        </p:nvSpPr>
        <p:spPr>
          <a:xfrm>
            <a:off x="435894" y="4463858"/>
            <a:ext cx="51879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>
            <a:lvl1pPr marL="0" marR="0" lvl="0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700" b="0" i="0" u="none" strike="noStrike" cap="none">
                <a:solidFill>
                  <a:schemeClr val="accent2"/>
                </a:solidFill>
                <a:latin typeface="Cabin"/>
                <a:ea typeface="Cabin"/>
                <a:cs typeface="Cabin"/>
                <a:sym typeface="Cabin"/>
              </a:defRPr>
            </a:lvl1pPr>
            <a:lvl2pPr marL="342900" marR="0" lvl="1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2pPr>
            <a:lvl3pPr marL="685800" marR="0" lvl="2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3pPr>
            <a:lvl4pPr marL="1028700" marR="0" lvl="3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4pPr>
            <a:lvl5pPr marL="1371600" marR="0" lvl="4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5pPr>
            <a:lvl6pPr marL="1714500" marR="0" lvl="5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6pPr>
            <a:lvl7pPr marL="2057400" marR="0" lvl="6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7pPr>
            <a:lvl8pPr marL="2400300" marR="0" lvl="7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8pPr>
            <a:lvl9pPr marL="2743200" marR="0" lvl="8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9pPr>
          </a:lstStyle>
          <a:p>
            <a:endParaRPr/>
          </a:p>
        </p:txBody>
      </p:sp>
      <p:sp>
        <p:nvSpPr>
          <p:cNvPr id="83" name="Google Shape;83;p11"/>
          <p:cNvSpPr txBox="1">
            <a:spLocks noGrp="1"/>
          </p:cNvSpPr>
          <p:nvPr>
            <p:ph type="sldNum" idx="12"/>
          </p:nvPr>
        </p:nvSpPr>
        <p:spPr>
          <a:xfrm>
            <a:off x="7918725" y="4467103"/>
            <a:ext cx="7893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700" b="0" i="0" u="none" strike="noStrike" cap="none">
                <a:solidFill>
                  <a:schemeClr val="accent2"/>
                </a:solidFill>
                <a:latin typeface="Cabin"/>
                <a:ea typeface="Cabin"/>
                <a:cs typeface="Cabin"/>
                <a:sym typeface="Cabin"/>
              </a:defRPr>
            </a:lvl1pPr>
            <a:lvl2pPr marL="0" marR="0" lvl="1" indent="0" algn="r" rtl="0">
              <a:spcBef>
                <a:spcPts val="0"/>
              </a:spcBef>
              <a:buNone/>
              <a:defRPr sz="700" b="0" i="0" u="none" strike="noStrike" cap="none">
                <a:solidFill>
                  <a:schemeClr val="accent2"/>
                </a:solidFill>
                <a:latin typeface="Cabin"/>
                <a:ea typeface="Cabin"/>
                <a:cs typeface="Cabin"/>
                <a:sym typeface="Cabin"/>
              </a:defRPr>
            </a:lvl2pPr>
            <a:lvl3pPr marL="0" marR="0" lvl="2" indent="0" algn="r" rtl="0">
              <a:spcBef>
                <a:spcPts val="0"/>
              </a:spcBef>
              <a:buNone/>
              <a:defRPr sz="700" b="0" i="0" u="none" strike="noStrike" cap="none">
                <a:solidFill>
                  <a:schemeClr val="accent2"/>
                </a:solidFill>
                <a:latin typeface="Cabin"/>
                <a:ea typeface="Cabin"/>
                <a:cs typeface="Cabin"/>
                <a:sym typeface="Cabin"/>
              </a:defRPr>
            </a:lvl3pPr>
            <a:lvl4pPr marL="0" marR="0" lvl="3" indent="0" algn="r" rtl="0">
              <a:spcBef>
                <a:spcPts val="0"/>
              </a:spcBef>
              <a:buNone/>
              <a:defRPr sz="700" b="0" i="0" u="none" strike="noStrike" cap="none">
                <a:solidFill>
                  <a:schemeClr val="accent2"/>
                </a:solidFill>
                <a:latin typeface="Cabin"/>
                <a:ea typeface="Cabin"/>
                <a:cs typeface="Cabin"/>
                <a:sym typeface="Cabin"/>
              </a:defRPr>
            </a:lvl4pPr>
            <a:lvl5pPr marL="0" marR="0" lvl="4" indent="0" algn="r" rtl="0">
              <a:spcBef>
                <a:spcPts val="0"/>
              </a:spcBef>
              <a:buNone/>
              <a:defRPr sz="700" b="0" i="0" u="none" strike="noStrike" cap="none">
                <a:solidFill>
                  <a:schemeClr val="accent2"/>
                </a:solidFill>
                <a:latin typeface="Cabin"/>
                <a:ea typeface="Cabin"/>
                <a:cs typeface="Cabin"/>
                <a:sym typeface="Cabin"/>
              </a:defRPr>
            </a:lvl5pPr>
            <a:lvl6pPr marL="0" marR="0" lvl="5" indent="0" algn="r" rtl="0">
              <a:spcBef>
                <a:spcPts val="0"/>
              </a:spcBef>
              <a:buNone/>
              <a:defRPr sz="700" b="0" i="0" u="none" strike="noStrike" cap="none">
                <a:solidFill>
                  <a:schemeClr val="accent2"/>
                </a:solidFill>
                <a:latin typeface="Cabin"/>
                <a:ea typeface="Cabin"/>
                <a:cs typeface="Cabin"/>
                <a:sym typeface="Cabin"/>
              </a:defRPr>
            </a:lvl6pPr>
            <a:lvl7pPr marL="0" marR="0" lvl="6" indent="0" algn="r" rtl="0">
              <a:spcBef>
                <a:spcPts val="0"/>
              </a:spcBef>
              <a:buNone/>
              <a:defRPr sz="700" b="0" i="0" u="none" strike="noStrike" cap="none">
                <a:solidFill>
                  <a:schemeClr val="accent2"/>
                </a:solidFill>
                <a:latin typeface="Cabin"/>
                <a:ea typeface="Cabin"/>
                <a:cs typeface="Cabin"/>
                <a:sym typeface="Cabin"/>
              </a:defRPr>
            </a:lvl7pPr>
            <a:lvl8pPr marL="0" marR="0" lvl="7" indent="0" algn="r" rtl="0">
              <a:spcBef>
                <a:spcPts val="0"/>
              </a:spcBef>
              <a:buNone/>
              <a:defRPr sz="700" b="0" i="0" u="none" strike="noStrike" cap="none">
                <a:solidFill>
                  <a:schemeClr val="accent2"/>
                </a:solidFill>
                <a:latin typeface="Cabin"/>
                <a:ea typeface="Cabin"/>
                <a:cs typeface="Cabin"/>
                <a:sym typeface="Cabin"/>
              </a:defRPr>
            </a:lvl8pPr>
            <a:lvl9pPr marL="0" marR="0" lvl="8" indent="0" algn="r" rtl="0">
              <a:spcBef>
                <a:spcPts val="0"/>
              </a:spcBef>
              <a:buNone/>
              <a:defRPr sz="700" b="0" i="0" u="none" strike="noStrike" cap="none">
                <a:solidFill>
                  <a:schemeClr val="accent2"/>
                </a:solidFill>
                <a:latin typeface="Cabin"/>
                <a:ea typeface="Cabin"/>
                <a:cs typeface="Cabin"/>
                <a:sym typeface="Cabin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Zvislý nadpis a text" type="vertTitleAndTx">
  <p:cSld name="VERTICAL_TITLE_AND_VERTICAL_TEXT"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2"/>
          <p:cNvSpPr/>
          <p:nvPr/>
        </p:nvSpPr>
        <p:spPr>
          <a:xfrm>
            <a:off x="6629401" y="449794"/>
            <a:ext cx="2180100" cy="4362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" name="Google Shape;86;p12"/>
          <p:cNvSpPr txBox="1">
            <a:spLocks noGrp="1"/>
          </p:cNvSpPr>
          <p:nvPr>
            <p:ph type="title"/>
          </p:nvPr>
        </p:nvSpPr>
        <p:spPr>
          <a:xfrm rot="5400000">
            <a:off x="5437324" y="1698994"/>
            <a:ext cx="3887400" cy="150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b" anchorCtr="0">
            <a:noAutofit/>
          </a:bodyPr>
          <a:lstStyle>
            <a:lvl1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Cabin"/>
              <a:buNone/>
              <a:defRPr sz="2100" b="0" i="0" u="none" strike="noStrike" cap="none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defRPr>
            </a:lvl1pPr>
            <a:lvl2pPr marL="0" marR="0" lvl="1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2"/>
                </a:solidFill>
              </a:defRPr>
            </a:lvl2pPr>
            <a:lvl3pPr marL="0" marR="0" lvl="2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2"/>
                </a:solidFill>
              </a:defRPr>
            </a:lvl3pPr>
            <a:lvl4pPr marL="0" marR="0" lvl="3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2"/>
                </a:solidFill>
              </a:defRPr>
            </a:lvl4pPr>
            <a:lvl5pPr marL="0" marR="0" lvl="4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2"/>
                </a:solidFill>
              </a:defRPr>
            </a:lvl5pPr>
            <a:lvl6pPr marL="0" marR="0" lvl="5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2"/>
                </a:solidFill>
              </a:defRPr>
            </a:lvl6pPr>
            <a:lvl7pPr marL="0" marR="0" lvl="6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2"/>
                </a:solidFill>
              </a:defRPr>
            </a:lvl7pPr>
            <a:lvl8pPr marL="0" marR="0" lvl="7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2"/>
                </a:solidFill>
              </a:defRPr>
            </a:lvl8pPr>
            <a:lvl9pPr marL="0" marR="0" lvl="8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7" name="Google Shape;87;p12"/>
          <p:cNvSpPr txBox="1">
            <a:spLocks noGrp="1"/>
          </p:cNvSpPr>
          <p:nvPr>
            <p:ph type="body" idx="1"/>
          </p:nvPr>
        </p:nvSpPr>
        <p:spPr>
          <a:xfrm rot="5400000">
            <a:off x="1598552" y="-510656"/>
            <a:ext cx="3887400" cy="592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t" anchorCtr="0">
            <a:noAutofit/>
          </a:bodyPr>
          <a:lstStyle>
            <a:lvl1pPr marL="457200" marR="0" lvl="0" indent="-304800" algn="l" rtl="0">
              <a:spcBef>
                <a:spcPts val="30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Noto Sans Symbols"/>
              <a:buChar char="◼"/>
              <a:defRPr sz="1400" b="0" i="0" u="none" strike="noStrike" cap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defRPr>
            </a:lvl1pPr>
            <a:lvl2pPr marL="914400" marR="0" lvl="1" indent="-298450" algn="l" rtl="0"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Noto Sans Symbols"/>
              <a:buChar char="◼"/>
              <a:defRPr sz="1200" b="0" i="0" u="none" strike="noStrike" cap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defRPr>
            </a:lvl2pPr>
            <a:lvl3pPr marL="1371600" marR="0" lvl="2" indent="-292100" algn="l" rtl="0"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Noto Sans Symbols"/>
              <a:buChar char="◼"/>
              <a:defRPr sz="1100" b="0" i="0" u="none" strike="noStrike" cap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defRPr>
            </a:lvl3pPr>
            <a:lvl4pPr marL="1828800" marR="0" lvl="3" indent="-279400" algn="l" rtl="0"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800"/>
              <a:buFont typeface="Noto Sans Symbols"/>
              <a:buChar char="◼"/>
              <a:defRPr sz="900" b="0" i="0" u="none" strike="noStrike" cap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defRPr>
            </a:lvl4pPr>
            <a:lvl5pPr marL="2286000" marR="0" lvl="4" indent="-279400" algn="l" rtl="0"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800"/>
              <a:buFont typeface="Noto Sans Symbols"/>
              <a:buChar char="◼"/>
              <a:defRPr sz="900" b="0" i="0" u="none" strike="noStrike" cap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defRPr>
            </a:lvl5pPr>
            <a:lvl6pPr marL="2743200" marR="0" lvl="5" indent="-279400" algn="l" rtl="0"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800"/>
              <a:buFont typeface="Noto Sans Symbols"/>
              <a:buChar char="◼"/>
              <a:defRPr sz="900" b="0" i="0" u="none" strike="noStrike" cap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defRPr>
            </a:lvl6pPr>
            <a:lvl7pPr marL="3200400" marR="0" lvl="6" indent="-279400" algn="l" rtl="0"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800"/>
              <a:buFont typeface="Noto Sans Symbols"/>
              <a:buChar char="◼"/>
              <a:defRPr sz="900" b="0" i="0" u="none" strike="noStrike" cap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defRPr>
            </a:lvl7pPr>
            <a:lvl8pPr marL="3657600" marR="0" lvl="7" indent="-279400" algn="l" rtl="0"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800"/>
              <a:buFont typeface="Noto Sans Symbols"/>
              <a:buChar char="◼"/>
              <a:defRPr sz="900" b="0" i="0" u="none" strike="noStrike" cap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defRPr>
            </a:lvl8pPr>
            <a:lvl9pPr marL="4114800" marR="0" lvl="8" indent="-279400" algn="l" rtl="0">
              <a:spcBef>
                <a:spcPts val="500"/>
              </a:spcBef>
              <a:spcAft>
                <a:spcPts val="500"/>
              </a:spcAft>
              <a:buClr>
                <a:schemeClr val="accent2"/>
              </a:buClr>
              <a:buSzPts val="800"/>
              <a:buFont typeface="Noto Sans Symbols"/>
              <a:buChar char="◼"/>
              <a:defRPr sz="900" b="0" i="0" u="none" strike="noStrike" cap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defRPr>
            </a:lvl9pPr>
          </a:lstStyle>
          <a:p>
            <a:endParaRPr/>
          </a:p>
        </p:txBody>
      </p:sp>
      <p:sp>
        <p:nvSpPr>
          <p:cNvPr id="88" name="Google Shape;88;p12"/>
          <p:cNvSpPr txBox="1">
            <a:spLocks noGrp="1"/>
          </p:cNvSpPr>
          <p:nvPr>
            <p:ph type="dt" idx="10"/>
          </p:nvPr>
        </p:nvSpPr>
        <p:spPr>
          <a:xfrm>
            <a:off x="6745254" y="4467103"/>
            <a:ext cx="9960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spcAft>
                <a:spcPts val="0"/>
              </a:spcAft>
              <a:buSzPts val="1100"/>
              <a:buNone/>
              <a:defRPr sz="700" b="0" i="0" u="none" strike="noStrike" cap="none">
                <a:solidFill>
                  <a:srgbClr val="2D58AC"/>
                </a:solidFill>
                <a:latin typeface="Cabin"/>
                <a:ea typeface="Cabin"/>
                <a:cs typeface="Cabin"/>
                <a:sym typeface="Cabin"/>
              </a:defRPr>
            </a:lvl1pPr>
            <a:lvl2pPr marL="342900" marR="0" lvl="1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2pPr>
            <a:lvl3pPr marL="685800" marR="0" lvl="2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3pPr>
            <a:lvl4pPr marL="1028700" marR="0" lvl="3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4pPr>
            <a:lvl5pPr marL="1371600" marR="0" lvl="4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5pPr>
            <a:lvl6pPr marL="1714500" marR="0" lvl="5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6pPr>
            <a:lvl7pPr marL="2057400" marR="0" lvl="6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7pPr>
            <a:lvl8pPr marL="2400300" marR="0" lvl="7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8pPr>
            <a:lvl9pPr marL="2743200" marR="0" lvl="8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9pPr>
          </a:lstStyle>
          <a:p>
            <a:endParaRPr/>
          </a:p>
        </p:txBody>
      </p:sp>
      <p:sp>
        <p:nvSpPr>
          <p:cNvPr id="89" name="Google Shape;89;p12"/>
          <p:cNvSpPr txBox="1">
            <a:spLocks noGrp="1"/>
          </p:cNvSpPr>
          <p:nvPr>
            <p:ph type="ftr" idx="11"/>
          </p:nvPr>
        </p:nvSpPr>
        <p:spPr>
          <a:xfrm>
            <a:off x="581192" y="4463858"/>
            <a:ext cx="59223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>
            <a:lvl1pPr marL="0" marR="0" lvl="0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700" b="0" i="0" u="none" strike="noStrike" cap="none">
                <a:solidFill>
                  <a:schemeClr val="accent2"/>
                </a:solidFill>
                <a:latin typeface="Cabin"/>
                <a:ea typeface="Cabin"/>
                <a:cs typeface="Cabin"/>
                <a:sym typeface="Cabin"/>
              </a:defRPr>
            </a:lvl1pPr>
            <a:lvl2pPr marL="342900" marR="0" lvl="1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2pPr>
            <a:lvl3pPr marL="685800" marR="0" lvl="2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3pPr>
            <a:lvl4pPr marL="1028700" marR="0" lvl="3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4pPr>
            <a:lvl5pPr marL="1371600" marR="0" lvl="4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5pPr>
            <a:lvl6pPr marL="1714500" marR="0" lvl="5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6pPr>
            <a:lvl7pPr marL="2057400" marR="0" lvl="6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7pPr>
            <a:lvl8pPr marL="2400300" marR="0" lvl="7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8pPr>
            <a:lvl9pPr marL="2743200" marR="0" lvl="8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9pPr>
          </a:lstStyle>
          <a:p>
            <a:endParaRPr/>
          </a:p>
        </p:txBody>
      </p:sp>
      <p:sp>
        <p:nvSpPr>
          <p:cNvPr id="90" name="Google Shape;90;p12"/>
          <p:cNvSpPr txBox="1">
            <a:spLocks noGrp="1"/>
          </p:cNvSpPr>
          <p:nvPr>
            <p:ph type="sldNum" idx="12"/>
          </p:nvPr>
        </p:nvSpPr>
        <p:spPr>
          <a:xfrm>
            <a:off x="7834961" y="4467103"/>
            <a:ext cx="8730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700" b="0" i="0" u="none" strike="noStrike" cap="none">
                <a:solidFill>
                  <a:srgbClr val="2D58AC"/>
                </a:solidFill>
                <a:latin typeface="Cabin"/>
                <a:ea typeface="Cabin"/>
                <a:cs typeface="Cabin"/>
                <a:sym typeface="Cabin"/>
              </a:defRPr>
            </a:lvl1pPr>
            <a:lvl2pPr marL="0" marR="0" lvl="1" indent="0" algn="r" rtl="0">
              <a:spcBef>
                <a:spcPts val="0"/>
              </a:spcBef>
              <a:buNone/>
              <a:defRPr sz="700" b="0" i="0" u="none" strike="noStrike" cap="none">
                <a:solidFill>
                  <a:srgbClr val="2D58AC"/>
                </a:solidFill>
                <a:latin typeface="Cabin"/>
                <a:ea typeface="Cabin"/>
                <a:cs typeface="Cabin"/>
                <a:sym typeface="Cabin"/>
              </a:defRPr>
            </a:lvl2pPr>
            <a:lvl3pPr marL="0" marR="0" lvl="2" indent="0" algn="r" rtl="0">
              <a:spcBef>
                <a:spcPts val="0"/>
              </a:spcBef>
              <a:buNone/>
              <a:defRPr sz="700" b="0" i="0" u="none" strike="noStrike" cap="none">
                <a:solidFill>
                  <a:srgbClr val="2D58AC"/>
                </a:solidFill>
                <a:latin typeface="Cabin"/>
                <a:ea typeface="Cabin"/>
                <a:cs typeface="Cabin"/>
                <a:sym typeface="Cabin"/>
              </a:defRPr>
            </a:lvl3pPr>
            <a:lvl4pPr marL="0" marR="0" lvl="3" indent="0" algn="r" rtl="0">
              <a:spcBef>
                <a:spcPts val="0"/>
              </a:spcBef>
              <a:buNone/>
              <a:defRPr sz="700" b="0" i="0" u="none" strike="noStrike" cap="none">
                <a:solidFill>
                  <a:srgbClr val="2D58AC"/>
                </a:solidFill>
                <a:latin typeface="Cabin"/>
                <a:ea typeface="Cabin"/>
                <a:cs typeface="Cabin"/>
                <a:sym typeface="Cabin"/>
              </a:defRPr>
            </a:lvl4pPr>
            <a:lvl5pPr marL="0" marR="0" lvl="4" indent="0" algn="r" rtl="0">
              <a:spcBef>
                <a:spcPts val="0"/>
              </a:spcBef>
              <a:buNone/>
              <a:defRPr sz="700" b="0" i="0" u="none" strike="noStrike" cap="none">
                <a:solidFill>
                  <a:srgbClr val="2D58AC"/>
                </a:solidFill>
                <a:latin typeface="Cabin"/>
                <a:ea typeface="Cabin"/>
                <a:cs typeface="Cabin"/>
                <a:sym typeface="Cabin"/>
              </a:defRPr>
            </a:lvl5pPr>
            <a:lvl6pPr marL="0" marR="0" lvl="5" indent="0" algn="r" rtl="0">
              <a:spcBef>
                <a:spcPts val="0"/>
              </a:spcBef>
              <a:buNone/>
              <a:defRPr sz="700" b="0" i="0" u="none" strike="noStrike" cap="none">
                <a:solidFill>
                  <a:srgbClr val="2D58AC"/>
                </a:solidFill>
                <a:latin typeface="Cabin"/>
                <a:ea typeface="Cabin"/>
                <a:cs typeface="Cabin"/>
                <a:sym typeface="Cabin"/>
              </a:defRPr>
            </a:lvl6pPr>
            <a:lvl7pPr marL="0" marR="0" lvl="6" indent="0" algn="r" rtl="0">
              <a:spcBef>
                <a:spcPts val="0"/>
              </a:spcBef>
              <a:buNone/>
              <a:defRPr sz="700" b="0" i="0" u="none" strike="noStrike" cap="none">
                <a:solidFill>
                  <a:srgbClr val="2D58AC"/>
                </a:solidFill>
                <a:latin typeface="Cabin"/>
                <a:ea typeface="Cabin"/>
                <a:cs typeface="Cabin"/>
                <a:sym typeface="Cabin"/>
              </a:defRPr>
            </a:lvl7pPr>
            <a:lvl8pPr marL="0" marR="0" lvl="7" indent="0" algn="r" rtl="0">
              <a:spcBef>
                <a:spcPts val="0"/>
              </a:spcBef>
              <a:buNone/>
              <a:defRPr sz="700" b="0" i="0" u="none" strike="noStrike" cap="none">
                <a:solidFill>
                  <a:srgbClr val="2D58AC"/>
                </a:solidFill>
                <a:latin typeface="Cabin"/>
                <a:ea typeface="Cabin"/>
                <a:cs typeface="Cabin"/>
                <a:sym typeface="Cabin"/>
              </a:defRPr>
            </a:lvl8pPr>
            <a:lvl9pPr marL="0" marR="0" lvl="8" indent="0" algn="r" rtl="0">
              <a:spcBef>
                <a:spcPts val="0"/>
              </a:spcBef>
              <a:buNone/>
              <a:defRPr sz="700" b="0" i="0" u="none" strike="noStrike" cap="none">
                <a:solidFill>
                  <a:srgbClr val="2D58AC"/>
                </a:solidFill>
                <a:latin typeface="Cabin"/>
                <a:ea typeface="Cabin"/>
                <a:cs typeface="Cabin"/>
                <a:sym typeface="Cabin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35894" y="528843"/>
            <a:ext cx="8272200" cy="89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b" anchorCtr="0">
            <a:noAutofit/>
          </a:bodyPr>
          <a:lstStyle>
            <a:lvl1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Cabin"/>
              <a:buNone/>
              <a:defRPr sz="2100" b="0" i="0" u="none" strike="noStrike" cap="none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defRPr>
            </a:lvl1pPr>
            <a:lvl2pPr marL="0" marR="0" lvl="1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2"/>
                </a:solidFill>
              </a:defRPr>
            </a:lvl2pPr>
            <a:lvl3pPr marL="0" marR="0" lvl="2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2"/>
                </a:solidFill>
              </a:defRPr>
            </a:lvl3pPr>
            <a:lvl4pPr marL="0" marR="0" lvl="3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2"/>
                </a:solidFill>
              </a:defRPr>
            </a:lvl4pPr>
            <a:lvl5pPr marL="0" marR="0" lvl="4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2"/>
                </a:solidFill>
              </a:defRPr>
            </a:lvl5pPr>
            <a:lvl6pPr marL="0" marR="0" lvl="5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2"/>
                </a:solidFill>
              </a:defRPr>
            </a:lvl6pPr>
            <a:lvl7pPr marL="0" marR="0" lvl="6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2"/>
                </a:solidFill>
              </a:defRPr>
            </a:lvl7pPr>
            <a:lvl8pPr marL="0" marR="0" lvl="7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2"/>
                </a:solidFill>
              </a:defRPr>
            </a:lvl8pPr>
            <a:lvl9pPr marL="0" marR="0" lvl="8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35894" y="1752002"/>
            <a:ext cx="8272200" cy="264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>
            <a:lvl1pPr marL="457200" marR="0" lvl="0" indent="-304800" algn="l" rtl="0">
              <a:spcBef>
                <a:spcPts val="30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Noto Sans Symbols"/>
              <a:buChar char="◼"/>
              <a:defRPr sz="1400" b="0" i="0" u="none" strike="noStrike" cap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defRPr>
            </a:lvl1pPr>
            <a:lvl2pPr marL="914400" marR="0" lvl="1" indent="-298450" algn="l" rtl="0"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Noto Sans Symbols"/>
              <a:buChar char="◼"/>
              <a:defRPr sz="1200" b="0" i="0" u="none" strike="noStrike" cap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defRPr>
            </a:lvl2pPr>
            <a:lvl3pPr marL="1371600" marR="0" lvl="2" indent="-292100" algn="l" rtl="0"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Noto Sans Symbols"/>
              <a:buChar char="◼"/>
              <a:defRPr sz="1100" b="0" i="0" u="none" strike="noStrike" cap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defRPr>
            </a:lvl3pPr>
            <a:lvl4pPr marL="1828800" marR="0" lvl="3" indent="-279400" algn="l" rtl="0"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800"/>
              <a:buFont typeface="Noto Sans Symbols"/>
              <a:buChar char="◼"/>
              <a:defRPr sz="900" b="0" i="0" u="none" strike="noStrike" cap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defRPr>
            </a:lvl4pPr>
            <a:lvl5pPr marL="2286000" marR="0" lvl="4" indent="-279400" algn="l" rtl="0"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800"/>
              <a:buFont typeface="Noto Sans Symbols"/>
              <a:buChar char="◼"/>
              <a:defRPr sz="900" b="0" i="0" u="none" strike="noStrike" cap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defRPr>
            </a:lvl5pPr>
            <a:lvl6pPr marL="2743200" marR="0" lvl="5" indent="-279400" algn="l" rtl="0"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800"/>
              <a:buFont typeface="Noto Sans Symbols"/>
              <a:buChar char="◼"/>
              <a:defRPr sz="900" b="0" i="0" u="none" strike="noStrike" cap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defRPr>
            </a:lvl6pPr>
            <a:lvl7pPr marL="3200400" marR="0" lvl="6" indent="-279400" algn="l" rtl="0"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800"/>
              <a:buFont typeface="Noto Sans Symbols"/>
              <a:buChar char="◼"/>
              <a:defRPr sz="900" b="0" i="0" u="none" strike="noStrike" cap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defRPr>
            </a:lvl7pPr>
            <a:lvl8pPr marL="3657600" marR="0" lvl="7" indent="-279400" algn="l" rtl="0"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800"/>
              <a:buFont typeface="Noto Sans Symbols"/>
              <a:buChar char="◼"/>
              <a:defRPr sz="900" b="0" i="0" u="none" strike="noStrike" cap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defRPr>
            </a:lvl8pPr>
            <a:lvl9pPr marL="4114800" marR="0" lvl="8" indent="-279400" algn="l" rtl="0">
              <a:spcBef>
                <a:spcPts val="500"/>
              </a:spcBef>
              <a:spcAft>
                <a:spcPts val="500"/>
              </a:spcAft>
              <a:buClr>
                <a:schemeClr val="accent2"/>
              </a:buClr>
              <a:buSzPts val="800"/>
              <a:buFont typeface="Noto Sans Symbols"/>
              <a:buChar char="◼"/>
              <a:defRPr sz="900" b="0" i="0" u="none" strike="noStrike" cap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5704463" y="446710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spcAft>
                <a:spcPts val="0"/>
              </a:spcAft>
              <a:buSzPts val="1100"/>
              <a:buNone/>
              <a:defRPr sz="700" b="0" i="0" u="none" strike="noStrike" cap="none">
                <a:solidFill>
                  <a:schemeClr val="accent2"/>
                </a:solidFill>
                <a:latin typeface="Cabin"/>
                <a:ea typeface="Cabin"/>
                <a:cs typeface="Cabin"/>
                <a:sym typeface="Cabin"/>
              </a:defRPr>
            </a:lvl1pPr>
            <a:lvl2pPr marL="342900" marR="0" lvl="1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2pPr>
            <a:lvl3pPr marL="685800" marR="0" lvl="2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3pPr>
            <a:lvl4pPr marL="1028700" marR="0" lvl="3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4pPr>
            <a:lvl5pPr marL="1371600" marR="0" lvl="4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5pPr>
            <a:lvl6pPr marL="1714500" marR="0" lvl="5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6pPr>
            <a:lvl7pPr marL="2057400" marR="0" lvl="6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7pPr>
            <a:lvl8pPr marL="2400300" marR="0" lvl="7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8pPr>
            <a:lvl9pPr marL="2743200" marR="0" lvl="8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435894" y="4463858"/>
            <a:ext cx="51879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>
            <a:lvl1pPr marL="0" marR="0" lvl="0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700" b="0" i="0" u="none" strike="noStrike" cap="none">
                <a:solidFill>
                  <a:schemeClr val="accent2"/>
                </a:solidFill>
                <a:latin typeface="Cabin"/>
                <a:ea typeface="Cabin"/>
                <a:cs typeface="Cabin"/>
                <a:sym typeface="Cabin"/>
              </a:defRPr>
            </a:lvl1pPr>
            <a:lvl2pPr marL="342900" marR="0" lvl="1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2pPr>
            <a:lvl3pPr marL="685800" marR="0" lvl="2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3pPr>
            <a:lvl4pPr marL="1028700" marR="0" lvl="3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4pPr>
            <a:lvl5pPr marL="1371600" marR="0" lvl="4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5pPr>
            <a:lvl6pPr marL="1714500" marR="0" lvl="5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6pPr>
            <a:lvl7pPr marL="2057400" marR="0" lvl="6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7pPr>
            <a:lvl8pPr marL="2400300" marR="0" lvl="7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8pPr>
            <a:lvl9pPr marL="2743200" marR="0" lvl="8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7918725" y="4467103"/>
            <a:ext cx="7893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700" b="0" i="0" u="none" strike="noStrike" cap="none">
                <a:solidFill>
                  <a:schemeClr val="accent2"/>
                </a:solidFill>
                <a:latin typeface="Cabin"/>
                <a:ea typeface="Cabin"/>
                <a:cs typeface="Cabin"/>
                <a:sym typeface="Cabin"/>
              </a:defRPr>
            </a:lvl1pPr>
            <a:lvl2pPr marL="0" marR="0" lvl="1" indent="0" algn="r" rtl="0">
              <a:spcBef>
                <a:spcPts val="0"/>
              </a:spcBef>
              <a:buNone/>
              <a:defRPr sz="700" b="0" i="0" u="none" strike="noStrike" cap="none">
                <a:solidFill>
                  <a:schemeClr val="accent2"/>
                </a:solidFill>
                <a:latin typeface="Cabin"/>
                <a:ea typeface="Cabin"/>
                <a:cs typeface="Cabin"/>
                <a:sym typeface="Cabin"/>
              </a:defRPr>
            </a:lvl2pPr>
            <a:lvl3pPr marL="0" marR="0" lvl="2" indent="0" algn="r" rtl="0">
              <a:spcBef>
                <a:spcPts val="0"/>
              </a:spcBef>
              <a:buNone/>
              <a:defRPr sz="700" b="0" i="0" u="none" strike="noStrike" cap="none">
                <a:solidFill>
                  <a:schemeClr val="accent2"/>
                </a:solidFill>
                <a:latin typeface="Cabin"/>
                <a:ea typeface="Cabin"/>
                <a:cs typeface="Cabin"/>
                <a:sym typeface="Cabin"/>
              </a:defRPr>
            </a:lvl3pPr>
            <a:lvl4pPr marL="0" marR="0" lvl="3" indent="0" algn="r" rtl="0">
              <a:spcBef>
                <a:spcPts val="0"/>
              </a:spcBef>
              <a:buNone/>
              <a:defRPr sz="700" b="0" i="0" u="none" strike="noStrike" cap="none">
                <a:solidFill>
                  <a:schemeClr val="accent2"/>
                </a:solidFill>
                <a:latin typeface="Cabin"/>
                <a:ea typeface="Cabin"/>
                <a:cs typeface="Cabin"/>
                <a:sym typeface="Cabin"/>
              </a:defRPr>
            </a:lvl4pPr>
            <a:lvl5pPr marL="0" marR="0" lvl="4" indent="0" algn="r" rtl="0">
              <a:spcBef>
                <a:spcPts val="0"/>
              </a:spcBef>
              <a:buNone/>
              <a:defRPr sz="700" b="0" i="0" u="none" strike="noStrike" cap="none">
                <a:solidFill>
                  <a:schemeClr val="accent2"/>
                </a:solidFill>
                <a:latin typeface="Cabin"/>
                <a:ea typeface="Cabin"/>
                <a:cs typeface="Cabin"/>
                <a:sym typeface="Cabin"/>
              </a:defRPr>
            </a:lvl5pPr>
            <a:lvl6pPr marL="0" marR="0" lvl="5" indent="0" algn="r" rtl="0">
              <a:spcBef>
                <a:spcPts val="0"/>
              </a:spcBef>
              <a:buNone/>
              <a:defRPr sz="700" b="0" i="0" u="none" strike="noStrike" cap="none">
                <a:solidFill>
                  <a:schemeClr val="accent2"/>
                </a:solidFill>
                <a:latin typeface="Cabin"/>
                <a:ea typeface="Cabin"/>
                <a:cs typeface="Cabin"/>
                <a:sym typeface="Cabin"/>
              </a:defRPr>
            </a:lvl6pPr>
            <a:lvl7pPr marL="0" marR="0" lvl="6" indent="0" algn="r" rtl="0">
              <a:spcBef>
                <a:spcPts val="0"/>
              </a:spcBef>
              <a:buNone/>
              <a:defRPr sz="700" b="0" i="0" u="none" strike="noStrike" cap="none">
                <a:solidFill>
                  <a:schemeClr val="accent2"/>
                </a:solidFill>
                <a:latin typeface="Cabin"/>
                <a:ea typeface="Cabin"/>
                <a:cs typeface="Cabin"/>
                <a:sym typeface="Cabin"/>
              </a:defRPr>
            </a:lvl7pPr>
            <a:lvl8pPr marL="0" marR="0" lvl="7" indent="0" algn="r" rtl="0">
              <a:spcBef>
                <a:spcPts val="0"/>
              </a:spcBef>
              <a:buNone/>
              <a:defRPr sz="700" b="0" i="0" u="none" strike="noStrike" cap="none">
                <a:solidFill>
                  <a:schemeClr val="accent2"/>
                </a:solidFill>
                <a:latin typeface="Cabin"/>
                <a:ea typeface="Cabin"/>
                <a:cs typeface="Cabin"/>
                <a:sym typeface="Cabin"/>
              </a:defRPr>
            </a:lvl8pPr>
            <a:lvl9pPr marL="0" marR="0" lvl="8" indent="0" algn="r" rtl="0">
              <a:spcBef>
                <a:spcPts val="0"/>
              </a:spcBef>
              <a:buNone/>
              <a:defRPr sz="700" b="0" i="0" u="none" strike="noStrike" cap="none">
                <a:solidFill>
                  <a:schemeClr val="accent2"/>
                </a:solidFill>
                <a:latin typeface="Cabin"/>
                <a:ea typeface="Cabin"/>
                <a:cs typeface="Cabin"/>
                <a:sym typeface="Cabin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1" name="Google Shape;11;p1"/>
          <p:cNvSpPr/>
          <p:nvPr/>
        </p:nvSpPr>
        <p:spPr>
          <a:xfrm>
            <a:off x="334900" y="342900"/>
            <a:ext cx="2777400" cy="71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" name="Google Shape;12;p1"/>
          <p:cNvSpPr/>
          <p:nvPr/>
        </p:nvSpPr>
        <p:spPr>
          <a:xfrm>
            <a:off x="6031610" y="340232"/>
            <a:ext cx="2777400" cy="738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" name="Google Shape;13;p1"/>
          <p:cNvSpPr/>
          <p:nvPr/>
        </p:nvSpPr>
        <p:spPr>
          <a:xfrm>
            <a:off x="3181373" y="342900"/>
            <a:ext cx="2777400" cy="687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7" r:id="rId9"/>
    <p:sldLayoutId id="2147483658" r:id="rId10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://www.w3schools.com/css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w3.org/Style/CSS" TargetMode="Externa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w3schools.com/cssref/css_selectors.php" TargetMode="Externa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https://css-tricks.com/css-cascade-layers/" TargetMode="Externa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www.w3schools.com/css/css_specificity.asp" TargetMode="Externa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fri.uniza.sk/cms/quizzes/questions/qr/6" TargetMode="Externa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hyperlink" Target="http://www.w3schools.com/colors/colors_names.asp" TargetMode="External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w3schools.com/css/css_units.asp" TargetMode="External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hyperlink" Target="http://fontawesome.io/" TargetMode="External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design.google.com/icons/" TargetMode="External"/><Relationship Id="rId4" Type="http://schemas.openxmlformats.org/officeDocument/2006/relationships/hyperlink" Target="https://icons.getbootstrap.com/" TargetMode="Externa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fri.uniza.sk/cms/quizzes/questions/qr/7" TargetMode="Externa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hyperlink" Target="https://www.w3schools.com/css/css_border.asp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w3schools.com/cssref/playit.php?filename=playcss_position&amp;preval=static" TargetMode="External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w3schools.com/css/tryit.asp?filename=trycss_image_text_center" TargetMode="External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w3schools.com/css/tryit.asp?filename=trycss_overflow_auto" TargetMode="External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hyperlink" Target="https://www.w3schools.com/css/tryit.asp?filename=trycss3_transition_transform" TargetMode="Externa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w3schools.com/css/tryit.asp?filename=trycss3_animation_direction" TargetMode="External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hyperlink" Target="http://www.w3schools.com/css/css_pseudo_classes.asp" TargetMode="External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fri.uniza.sk/cms/quizzes/questions/qr/9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3"/>
          <p:cNvSpPr txBox="1">
            <a:spLocks noGrp="1"/>
          </p:cNvSpPr>
          <p:nvPr>
            <p:ph type="ctrTitle"/>
          </p:nvPr>
        </p:nvSpPr>
        <p:spPr>
          <a:xfrm>
            <a:off x="345300" y="550074"/>
            <a:ext cx="8245200" cy="486900"/>
          </a:xfrm>
          <a:prstGeom prst="rect">
            <a:avLst/>
          </a:prstGeom>
        </p:spPr>
        <p:txBody>
          <a:bodyPr spcFirstLastPara="1" wrap="square" lIns="68575" tIns="68575" rIns="68575" bIns="6857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sk-SK" dirty="0"/>
              <a:t>Jazyk</a:t>
            </a:r>
            <a:r>
              <a:rPr lang="en-US" dirty="0"/>
              <a:t> </a:t>
            </a:r>
            <a:r>
              <a:rPr lang="sk-SK" dirty="0"/>
              <a:t>CSS</a:t>
            </a:r>
          </a:p>
        </p:txBody>
      </p:sp>
      <p:pic>
        <p:nvPicPr>
          <p:cNvPr id="97" name="Google Shape;97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522858" y="1839575"/>
            <a:ext cx="2252267" cy="442800"/>
          </a:xfrm>
          <a:prstGeom prst="rect">
            <a:avLst/>
          </a:prstGeom>
          <a:noFill/>
          <a:ln>
            <a:noFill/>
          </a:ln>
        </p:spPr>
      </p:pic>
      <p:sp>
        <p:nvSpPr>
          <p:cNvPr id="98" name="Google Shape;98;p13"/>
          <p:cNvSpPr txBox="1"/>
          <p:nvPr/>
        </p:nvSpPr>
        <p:spPr>
          <a:xfrm>
            <a:off x="6942425" y="2656175"/>
            <a:ext cx="1240500" cy="144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sk-SK" sz="6000">
                <a:solidFill>
                  <a:srgbClr val="FFFFFF"/>
                </a:solidFill>
                <a:latin typeface="Cabin"/>
                <a:ea typeface="Cabin"/>
                <a:cs typeface="Cabin"/>
                <a:sym typeface="Cabin"/>
              </a:rPr>
              <a:t>2</a:t>
            </a:r>
            <a:endParaRPr lang="sk-SK" sz="6000" dirty="0">
              <a:solidFill>
                <a:srgbClr val="FFFFFF"/>
              </a:solidFill>
              <a:latin typeface="Cabin"/>
              <a:ea typeface="Cabin"/>
              <a:cs typeface="Cabin"/>
              <a:sym typeface="Cabin"/>
            </a:endParaRPr>
          </a:p>
        </p:txBody>
      </p:sp>
      <p:sp>
        <p:nvSpPr>
          <p:cNvPr id="2" name="Google Shape;98;p13">
            <a:extLst>
              <a:ext uri="{FF2B5EF4-FFF2-40B4-BE49-F238E27FC236}">
                <a16:creationId xmlns:a16="http://schemas.microsoft.com/office/drawing/2014/main" id="{D544D003-C9B1-9B8D-E780-9DB203CB29B4}"/>
              </a:ext>
            </a:extLst>
          </p:cNvPr>
          <p:cNvSpPr txBox="1"/>
          <p:nvPr/>
        </p:nvSpPr>
        <p:spPr>
          <a:xfrm>
            <a:off x="6400800" y="3810726"/>
            <a:ext cx="2374325" cy="9421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sk-SK" dirty="0">
              <a:solidFill>
                <a:srgbClr val="FFFFFF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sk-SK" dirty="0">
                <a:solidFill>
                  <a:srgbClr val="FFFFFF"/>
                </a:solidFill>
              </a:rPr>
              <a:t>doc. Ing. Patrik Hrkút, PhD.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sk-SK" dirty="0">
                <a:solidFill>
                  <a:srgbClr val="FFFFFF"/>
                </a:solidFill>
              </a:rPr>
              <a:t>Ing. Matej Meško, PhD.</a:t>
            </a:r>
          </a:p>
          <a:p>
            <a:r>
              <a:rPr lang="sk-SK" dirty="0">
                <a:solidFill>
                  <a:srgbClr val="FFFFFF"/>
                </a:solidFill>
              </a:rPr>
              <a:t>Ing. Michal Ďuračík, PhD.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sk-SK" dirty="0">
              <a:solidFill>
                <a:srgbClr val="FFFFFF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sk-SK" dirty="0">
              <a:solidFill>
                <a:srgbClr val="FFFFFF"/>
              </a:solidFill>
            </a:endParaRPr>
          </a:p>
        </p:txBody>
      </p:sp>
      <p:sp>
        <p:nvSpPr>
          <p:cNvPr id="5" name="Google Shape;96;p13">
            <a:extLst>
              <a:ext uri="{FF2B5EF4-FFF2-40B4-BE49-F238E27FC236}">
                <a16:creationId xmlns:a16="http://schemas.microsoft.com/office/drawing/2014/main" id="{429983FE-0310-9E1D-B8A9-A39C6750180D}"/>
              </a:ext>
            </a:extLst>
          </p:cNvPr>
          <p:cNvSpPr txBox="1">
            <a:spLocks/>
          </p:cNvSpPr>
          <p:nvPr/>
        </p:nvSpPr>
        <p:spPr>
          <a:xfrm>
            <a:off x="345299" y="1036977"/>
            <a:ext cx="8429825" cy="3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marR="0" lvl="0" indent="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Noto Sans Symbols"/>
              <a:buNone/>
              <a:defRPr sz="1200" b="0" i="0" u="none" strike="noStrike" cap="none">
                <a:solidFill>
                  <a:schemeClr val="accent2"/>
                </a:solidFill>
                <a:latin typeface="Cabin"/>
                <a:ea typeface="Cabin"/>
                <a:cs typeface="Cabin"/>
                <a:sym typeface="Cabin"/>
              </a:defRPr>
            </a:lvl1pPr>
            <a:lvl2pPr marL="342900" marR="0" lvl="1" indent="0" algn="ctr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Noto Sans Symbols"/>
              <a:buNone/>
              <a:defRPr sz="1200" b="0" i="0" u="none" strike="noStrike" cap="none">
                <a:solidFill>
                  <a:srgbClr val="888888"/>
                </a:solidFill>
                <a:latin typeface="Cabin"/>
                <a:ea typeface="Cabin"/>
                <a:cs typeface="Cabin"/>
                <a:sym typeface="Cabin"/>
              </a:defRPr>
            </a:lvl2pPr>
            <a:lvl3pPr marL="685800" marR="0" lvl="2" indent="0" algn="ctr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Noto Sans Symbols"/>
              <a:buNone/>
              <a:defRPr sz="1100" b="0" i="0" u="none" strike="noStrike" cap="none">
                <a:solidFill>
                  <a:srgbClr val="888888"/>
                </a:solidFill>
                <a:latin typeface="Cabin"/>
                <a:ea typeface="Cabin"/>
                <a:cs typeface="Cabin"/>
                <a:sym typeface="Cabin"/>
              </a:defRPr>
            </a:lvl3pPr>
            <a:lvl4pPr marL="1028700" marR="0" lvl="3" indent="0" algn="ctr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800"/>
              <a:buFont typeface="Noto Sans Symbols"/>
              <a:buNone/>
              <a:defRPr sz="900" b="0" i="0" u="none" strike="noStrike" cap="none">
                <a:solidFill>
                  <a:srgbClr val="888888"/>
                </a:solidFill>
                <a:latin typeface="Cabin"/>
                <a:ea typeface="Cabin"/>
                <a:cs typeface="Cabin"/>
                <a:sym typeface="Cabin"/>
              </a:defRPr>
            </a:lvl4pPr>
            <a:lvl5pPr marL="1371600" marR="0" lvl="4" indent="0" algn="ctr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800"/>
              <a:buFont typeface="Noto Sans Symbols"/>
              <a:buNone/>
              <a:defRPr sz="900" b="0" i="0" u="none" strike="noStrike" cap="none">
                <a:solidFill>
                  <a:srgbClr val="888888"/>
                </a:solidFill>
                <a:latin typeface="Cabin"/>
                <a:ea typeface="Cabin"/>
                <a:cs typeface="Cabin"/>
                <a:sym typeface="Cabin"/>
              </a:defRPr>
            </a:lvl5pPr>
            <a:lvl6pPr marL="1714500" marR="0" lvl="5" indent="0" algn="ctr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800"/>
              <a:buFont typeface="Noto Sans Symbols"/>
              <a:buNone/>
              <a:defRPr sz="900" b="0" i="0" u="none" strike="noStrike" cap="none">
                <a:solidFill>
                  <a:srgbClr val="888888"/>
                </a:solidFill>
                <a:latin typeface="Cabin"/>
                <a:ea typeface="Cabin"/>
                <a:cs typeface="Cabin"/>
                <a:sym typeface="Cabin"/>
              </a:defRPr>
            </a:lvl6pPr>
            <a:lvl7pPr marL="2057400" marR="0" lvl="6" indent="0" algn="ctr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800"/>
              <a:buFont typeface="Noto Sans Symbols"/>
              <a:buNone/>
              <a:defRPr sz="900" b="0" i="0" u="none" strike="noStrike" cap="none">
                <a:solidFill>
                  <a:srgbClr val="888888"/>
                </a:solidFill>
                <a:latin typeface="Cabin"/>
                <a:ea typeface="Cabin"/>
                <a:cs typeface="Cabin"/>
                <a:sym typeface="Cabin"/>
              </a:defRPr>
            </a:lvl7pPr>
            <a:lvl8pPr marL="2400300" marR="0" lvl="7" indent="0" algn="ctr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800"/>
              <a:buFont typeface="Noto Sans Symbols"/>
              <a:buNone/>
              <a:defRPr sz="900" b="0" i="0" u="none" strike="noStrike" cap="none">
                <a:solidFill>
                  <a:srgbClr val="888888"/>
                </a:solidFill>
                <a:latin typeface="Cabin"/>
                <a:ea typeface="Cabin"/>
                <a:cs typeface="Cabin"/>
                <a:sym typeface="Cabin"/>
              </a:defRPr>
            </a:lvl8pPr>
            <a:lvl9pPr marL="2743200" marR="0" lvl="8" indent="0" algn="ctr" rtl="0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Clr>
                <a:schemeClr val="accent2"/>
              </a:buClr>
              <a:buSzPts val="800"/>
              <a:buFont typeface="Noto Sans Symbols"/>
              <a:buNone/>
              <a:defRPr sz="900" b="0" i="0" u="none" strike="noStrike" cap="none">
                <a:solidFill>
                  <a:srgbClr val="888888"/>
                </a:solidFill>
                <a:latin typeface="Cabin"/>
                <a:ea typeface="Cabin"/>
                <a:cs typeface="Cabin"/>
                <a:sym typeface="Cabin"/>
              </a:defRPr>
            </a:lvl9pPr>
          </a:lstStyle>
          <a:p>
            <a:pPr>
              <a:spcAft>
                <a:spcPts val="500"/>
              </a:spcAft>
            </a:pPr>
            <a:r>
              <a:rPr lang="sk-SK" dirty="0"/>
              <a:t>6UI0012 Vývoj aplikácií pre internet a intranet				                          šk. rok 2025/26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8" name="Google Shape;438;p58"/>
          <p:cNvSpPr txBox="1">
            <a:spLocks noGrp="1"/>
          </p:cNvSpPr>
          <p:nvPr>
            <p:ph type="title"/>
          </p:nvPr>
        </p:nvSpPr>
        <p:spPr>
          <a:xfrm>
            <a:off x="435895" y="2282932"/>
            <a:ext cx="8272200" cy="1123200"/>
          </a:xfrm>
          <a:prstGeom prst="rect">
            <a:avLst/>
          </a:prstGeom>
        </p:spPr>
        <p:txBody>
          <a:bodyPr spcFirstLastPara="1" wrap="square" lIns="68575" tIns="68575" rIns="68575" bIns="6857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sk-SK"/>
              <a:t>Jazyk CSS</a:t>
            </a:r>
            <a:endParaRPr lang="sk-SK" dirty="0"/>
          </a:p>
        </p:txBody>
      </p:sp>
      <p:sp>
        <p:nvSpPr>
          <p:cNvPr id="439" name="Google Shape;439;p58"/>
          <p:cNvSpPr txBox="1">
            <a:spLocks noGrp="1"/>
          </p:cNvSpPr>
          <p:nvPr>
            <p:ph type="body" idx="1"/>
          </p:nvPr>
        </p:nvSpPr>
        <p:spPr>
          <a:xfrm>
            <a:off x="435894" y="3406063"/>
            <a:ext cx="8272200" cy="450300"/>
          </a:xfrm>
          <a:prstGeom prst="rect">
            <a:avLst/>
          </a:prstGeom>
        </p:spPr>
        <p:txBody>
          <a:bodyPr spcFirstLastPara="1" wrap="square" lIns="68575" tIns="68575" rIns="68575" bIns="68575" anchor="t" anchorCtr="0">
            <a:noAutofit/>
          </a:bodyPr>
          <a:lstStyle/>
          <a:p>
            <a:pPr marL="0" lvl="0" indent="0" algn="l" rtl="0">
              <a:spcBef>
                <a:spcPts val="300"/>
              </a:spcBef>
              <a:spcAft>
                <a:spcPts val="500"/>
              </a:spcAft>
              <a:buNone/>
            </a:pPr>
            <a:endParaRPr lang="sk-SK" dirty="0"/>
          </a:p>
        </p:txBody>
      </p:sp>
      <p:sp>
        <p:nvSpPr>
          <p:cNvPr id="440" name="Google Shape;440;p58"/>
          <p:cNvSpPr txBox="1">
            <a:spLocks noGrp="1"/>
          </p:cNvSpPr>
          <p:nvPr>
            <p:ph type="sldNum" idx="12"/>
          </p:nvPr>
        </p:nvSpPr>
        <p:spPr>
          <a:xfrm>
            <a:off x="7918725" y="4467103"/>
            <a:ext cx="789300" cy="273900"/>
          </a:xfrm>
          <a:prstGeom prst="rect">
            <a:avLst/>
          </a:prstGeom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sk-SK" smtClean="0"/>
              <a:t>2</a:t>
            </a:fld>
            <a:endParaRPr lang="sk-SK" dirty="0"/>
          </a:p>
        </p:txBody>
      </p:sp>
      <p:pic>
        <p:nvPicPr>
          <p:cNvPr id="441" name="Google Shape;441;p58" descr="Výsledok vyhľadávania obrázkov pre dopyt css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473875" y="618150"/>
            <a:ext cx="2308400" cy="1980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6" name="Google Shape;446;p59"/>
          <p:cNvSpPr txBox="1">
            <a:spLocks noGrp="1"/>
          </p:cNvSpPr>
          <p:nvPr>
            <p:ph type="title"/>
          </p:nvPr>
        </p:nvSpPr>
        <p:spPr>
          <a:xfrm>
            <a:off x="435894" y="526617"/>
            <a:ext cx="8272200" cy="760200"/>
          </a:xfrm>
          <a:prstGeom prst="rect">
            <a:avLst/>
          </a:prstGeom>
        </p:spPr>
        <p:txBody>
          <a:bodyPr spcFirstLastPara="1" wrap="square" lIns="68575" tIns="68575" rIns="68575" bIns="6857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sk-SK"/>
              <a:t>Čo sú to kaskádové štýly?</a:t>
            </a:r>
            <a:endParaRPr lang="sk-SK" dirty="0"/>
          </a:p>
        </p:txBody>
      </p:sp>
      <p:sp>
        <p:nvSpPr>
          <p:cNvPr id="447" name="Google Shape;447;p59"/>
          <p:cNvSpPr txBox="1">
            <a:spLocks noGrp="1"/>
          </p:cNvSpPr>
          <p:nvPr>
            <p:ph type="body" idx="1"/>
          </p:nvPr>
        </p:nvSpPr>
        <p:spPr>
          <a:xfrm>
            <a:off x="435894" y="1635372"/>
            <a:ext cx="8272200" cy="3243394"/>
          </a:xfrm>
          <a:prstGeom prst="rect">
            <a:avLst/>
          </a:prstGeom>
        </p:spPr>
        <p:txBody>
          <a:bodyPr spcFirstLastPara="1" wrap="square" lIns="68575" tIns="68575" rIns="68575" bIns="68575" anchor="t" anchorCtr="0">
            <a:noAutofit/>
          </a:bodyPr>
          <a:lstStyle/>
          <a:p>
            <a:pPr marL="457200" lvl="0" indent="-330200" algn="l" rtl="0">
              <a:spcBef>
                <a:spcPts val="300"/>
              </a:spcBef>
              <a:spcAft>
                <a:spcPts val="0"/>
              </a:spcAft>
              <a:buSzPts val="1600"/>
              <a:buChar char="●"/>
            </a:pPr>
            <a:r>
              <a:rPr lang="sk-SK" dirty="0"/>
              <a:t>CSS = </a:t>
            </a:r>
            <a:r>
              <a:rPr lang="en-US" b="1" i="1" dirty="0"/>
              <a:t>C</a:t>
            </a:r>
            <a:r>
              <a:rPr lang="en-US" i="1" dirty="0"/>
              <a:t>ascade </a:t>
            </a:r>
            <a:r>
              <a:rPr lang="en-US" b="1" i="1" dirty="0"/>
              <a:t>S</a:t>
            </a:r>
            <a:r>
              <a:rPr lang="en-US" i="1" dirty="0"/>
              <a:t>tyle </a:t>
            </a:r>
            <a:r>
              <a:rPr lang="en-US" b="1" i="1" dirty="0"/>
              <a:t>S</a:t>
            </a:r>
            <a:r>
              <a:rPr lang="en-US" i="1" dirty="0"/>
              <a:t>heets</a:t>
            </a: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sk-SK" dirty="0"/>
              <a:t>Jazyk na tvorbu dizajnu web dokumentov</a:t>
            </a:r>
          </a:p>
          <a:p>
            <a:pPr marL="914400" lvl="1" indent="-298450" algn="l" rtl="0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sk-SK" dirty="0"/>
              <a:t>Princíp podobný ako štýly v textových editoroch</a:t>
            </a: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sk-SK" dirty="0"/>
              <a:t>Umožňuje oddeliť obsah a dizajn stránky</a:t>
            </a: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sk-SK" dirty="0"/>
              <a:t>Tutoriál </a:t>
            </a:r>
            <a:r>
              <a:rPr lang="sk-SK" u="sng" dirty="0">
                <a:solidFill>
                  <a:schemeClr val="hlink"/>
                </a:solidFill>
                <a:hlinkClick r:id="rId3"/>
              </a:rPr>
              <a:t>www.w3schools.com/css</a:t>
            </a:r>
            <a:r>
              <a:rPr lang="sk-SK" dirty="0"/>
              <a:t> </a:t>
            </a:r>
          </a:p>
        </p:txBody>
      </p:sp>
      <p:sp>
        <p:nvSpPr>
          <p:cNvPr id="448" name="Google Shape;448;p59"/>
          <p:cNvSpPr txBox="1">
            <a:spLocks noGrp="1"/>
          </p:cNvSpPr>
          <p:nvPr>
            <p:ph type="sldNum" idx="12"/>
          </p:nvPr>
        </p:nvSpPr>
        <p:spPr>
          <a:xfrm>
            <a:off x="8499550" y="4742725"/>
            <a:ext cx="312600" cy="273900"/>
          </a:xfrm>
          <a:prstGeom prst="rect">
            <a:avLst/>
          </a:prstGeom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sk-SK" smtClean="0"/>
              <a:t>3</a:t>
            </a:fld>
            <a:endParaRPr lang="sk-SK" dirty="0"/>
          </a:p>
        </p:txBody>
      </p:sp>
      <p:grpSp>
        <p:nvGrpSpPr>
          <p:cNvPr id="6" name="Skupina 5">
            <a:extLst>
              <a:ext uri="{FF2B5EF4-FFF2-40B4-BE49-F238E27FC236}">
                <a16:creationId xmlns:a16="http://schemas.microsoft.com/office/drawing/2014/main" id="{2BD3F1A1-4E0C-4BA6-B6F8-444BFC03C9BE}"/>
              </a:ext>
            </a:extLst>
          </p:cNvPr>
          <p:cNvGrpSpPr/>
          <p:nvPr/>
        </p:nvGrpSpPr>
        <p:grpSpPr>
          <a:xfrm>
            <a:off x="3651485" y="3479772"/>
            <a:ext cx="1190625" cy="914400"/>
            <a:chOff x="0" y="0"/>
            <a:chExt cx="1190625" cy="914400"/>
          </a:xfrm>
        </p:grpSpPr>
        <p:grpSp>
          <p:nvGrpSpPr>
            <p:cNvPr id="42" name="Skupina 41">
              <a:extLst>
                <a:ext uri="{FF2B5EF4-FFF2-40B4-BE49-F238E27FC236}">
                  <a16:creationId xmlns:a16="http://schemas.microsoft.com/office/drawing/2014/main" id="{E6FC77C0-E7FA-40DE-9958-2429AC4BB61B}"/>
                </a:ext>
              </a:extLst>
            </p:cNvPr>
            <p:cNvGrpSpPr/>
            <p:nvPr/>
          </p:nvGrpSpPr>
          <p:grpSpPr>
            <a:xfrm>
              <a:off x="0" y="0"/>
              <a:ext cx="1190625" cy="914400"/>
              <a:chOff x="0" y="0"/>
              <a:chExt cx="1190625" cy="914400"/>
            </a:xfrm>
          </p:grpSpPr>
          <p:sp>
            <p:nvSpPr>
              <p:cNvPr id="44" name="Obdĺžnik: zahnutý roh 43">
                <a:extLst>
                  <a:ext uri="{FF2B5EF4-FFF2-40B4-BE49-F238E27FC236}">
                    <a16:creationId xmlns:a16="http://schemas.microsoft.com/office/drawing/2014/main" id="{CC30A1A1-21FE-4D50-B522-D0EF82306905}"/>
                  </a:ext>
                </a:extLst>
              </p:cNvPr>
              <p:cNvSpPr/>
              <p:nvPr/>
            </p:nvSpPr>
            <p:spPr>
              <a:xfrm>
                <a:off x="0" y="0"/>
                <a:ext cx="1190625" cy="914400"/>
              </a:xfrm>
              <a:prstGeom prst="foldedCorner">
                <a:avLst/>
              </a:prstGeom>
            </p:spPr>
            <p:style>
              <a:lnRef idx="2">
                <a:schemeClr val="accent5">
                  <a:shade val="50000"/>
                </a:schemeClr>
              </a:lnRef>
              <a:fillRef idx="1">
                <a:schemeClr val="accent5"/>
              </a:fillRef>
              <a:effectRef idx="0">
                <a:schemeClr val="accent5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sk-SK" dirty="0"/>
              </a:p>
            </p:txBody>
          </p:sp>
          <p:cxnSp>
            <p:nvCxnSpPr>
              <p:cNvPr id="45" name="Rovná spojnica 44">
                <a:extLst>
                  <a:ext uri="{FF2B5EF4-FFF2-40B4-BE49-F238E27FC236}">
                    <a16:creationId xmlns:a16="http://schemas.microsoft.com/office/drawing/2014/main" id="{4362D26D-DD9C-4E40-8EC2-161C49AE1860}"/>
                  </a:ext>
                </a:extLst>
              </p:cNvPr>
              <p:cNvCxnSpPr/>
              <p:nvPr/>
            </p:nvCxnSpPr>
            <p:spPr>
              <a:xfrm>
                <a:off x="533400" y="238125"/>
                <a:ext cx="533400" cy="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46" name="Rovná spojnica 45">
                <a:extLst>
                  <a:ext uri="{FF2B5EF4-FFF2-40B4-BE49-F238E27FC236}">
                    <a16:creationId xmlns:a16="http://schemas.microsoft.com/office/drawing/2014/main" id="{F39C6CCA-AD01-48E9-885C-7BB679A9D710}"/>
                  </a:ext>
                </a:extLst>
              </p:cNvPr>
              <p:cNvCxnSpPr/>
              <p:nvPr/>
            </p:nvCxnSpPr>
            <p:spPr>
              <a:xfrm flipV="1">
                <a:off x="142875" y="409575"/>
                <a:ext cx="923925" cy="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47" name="Rovná spojnica 46">
                <a:extLst>
                  <a:ext uri="{FF2B5EF4-FFF2-40B4-BE49-F238E27FC236}">
                    <a16:creationId xmlns:a16="http://schemas.microsoft.com/office/drawing/2014/main" id="{CCDD7772-B84E-4662-8209-A75C80F9B3C6}"/>
                  </a:ext>
                </a:extLst>
              </p:cNvPr>
              <p:cNvCxnSpPr/>
              <p:nvPr/>
            </p:nvCxnSpPr>
            <p:spPr>
              <a:xfrm flipV="1">
                <a:off x="142875" y="561975"/>
                <a:ext cx="923925" cy="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48" name="Rovná spojnica 47">
                <a:extLst>
                  <a:ext uri="{FF2B5EF4-FFF2-40B4-BE49-F238E27FC236}">
                    <a16:creationId xmlns:a16="http://schemas.microsoft.com/office/drawing/2014/main" id="{2232DBAF-F45D-4E46-8CD8-58F0EA2BE578}"/>
                  </a:ext>
                </a:extLst>
              </p:cNvPr>
              <p:cNvCxnSpPr/>
              <p:nvPr/>
            </p:nvCxnSpPr>
            <p:spPr>
              <a:xfrm flipV="1">
                <a:off x="142875" y="714375"/>
                <a:ext cx="923925" cy="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43" name="Textové pole 2">
              <a:extLst>
                <a:ext uri="{FF2B5EF4-FFF2-40B4-BE49-F238E27FC236}">
                  <a16:creationId xmlns:a16="http://schemas.microsoft.com/office/drawing/2014/main" id="{01F2867C-4572-417F-8FA6-09D848DD7B9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7150" y="28575"/>
              <a:ext cx="714375" cy="43624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rot="0" vert="horz" wrap="square" lIns="91440" tIns="45720" rIns="91440" bIns="45720" anchor="t" anchorCtr="0">
              <a:spAutoFit/>
            </a:bodyPr>
            <a:lstStyle/>
            <a:p>
              <a:pPr>
                <a:lnSpc>
                  <a:spcPct val="107000"/>
                </a:lnSpc>
                <a:spcAft>
                  <a:spcPts val="800"/>
                </a:spcAft>
              </a:pPr>
              <a:r>
                <a:rPr lang="en-US" sz="1400" b="1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CSS</a:t>
              </a:r>
              <a:endParaRPr lang="sk-SK" sz="110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7" name="Skupina 6">
            <a:extLst>
              <a:ext uri="{FF2B5EF4-FFF2-40B4-BE49-F238E27FC236}">
                <a16:creationId xmlns:a16="http://schemas.microsoft.com/office/drawing/2014/main" id="{E1119A5A-1003-4FD3-9DD3-428FE8BB3C6F}"/>
              </a:ext>
            </a:extLst>
          </p:cNvPr>
          <p:cNvGrpSpPr/>
          <p:nvPr/>
        </p:nvGrpSpPr>
        <p:grpSpPr>
          <a:xfrm>
            <a:off x="5611730" y="3508347"/>
            <a:ext cx="1190625" cy="914400"/>
            <a:chOff x="0" y="0"/>
            <a:chExt cx="1190625" cy="914400"/>
          </a:xfrm>
        </p:grpSpPr>
        <p:grpSp>
          <p:nvGrpSpPr>
            <p:cNvPr id="35" name="Skupina 34">
              <a:extLst>
                <a:ext uri="{FF2B5EF4-FFF2-40B4-BE49-F238E27FC236}">
                  <a16:creationId xmlns:a16="http://schemas.microsoft.com/office/drawing/2014/main" id="{E3704161-EE48-4796-9701-5A60272BEDB9}"/>
                </a:ext>
              </a:extLst>
            </p:cNvPr>
            <p:cNvGrpSpPr/>
            <p:nvPr/>
          </p:nvGrpSpPr>
          <p:grpSpPr>
            <a:xfrm>
              <a:off x="0" y="0"/>
              <a:ext cx="1190625" cy="914400"/>
              <a:chOff x="0" y="0"/>
              <a:chExt cx="1190625" cy="914400"/>
            </a:xfrm>
          </p:grpSpPr>
          <p:sp>
            <p:nvSpPr>
              <p:cNvPr id="37" name="Obdĺžnik: zahnutý roh 36">
                <a:extLst>
                  <a:ext uri="{FF2B5EF4-FFF2-40B4-BE49-F238E27FC236}">
                    <a16:creationId xmlns:a16="http://schemas.microsoft.com/office/drawing/2014/main" id="{7802E532-847E-4898-871A-5375467FDEE0}"/>
                  </a:ext>
                </a:extLst>
              </p:cNvPr>
              <p:cNvSpPr/>
              <p:nvPr/>
            </p:nvSpPr>
            <p:spPr>
              <a:xfrm>
                <a:off x="0" y="0"/>
                <a:ext cx="1190625" cy="914400"/>
              </a:xfrm>
              <a:prstGeom prst="foldedCorner">
                <a:avLst/>
              </a:prstGeom>
            </p:spPr>
            <p:style>
              <a:lnRef idx="2">
                <a:schemeClr val="accent6">
                  <a:shade val="50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sk-SK" dirty="0"/>
              </a:p>
            </p:txBody>
          </p:sp>
          <p:cxnSp>
            <p:nvCxnSpPr>
              <p:cNvPr id="38" name="Rovná spojnica 37">
                <a:extLst>
                  <a:ext uri="{FF2B5EF4-FFF2-40B4-BE49-F238E27FC236}">
                    <a16:creationId xmlns:a16="http://schemas.microsoft.com/office/drawing/2014/main" id="{9F166165-54D8-48A2-A94C-9F56C8A64B6A}"/>
                  </a:ext>
                </a:extLst>
              </p:cNvPr>
              <p:cNvCxnSpPr/>
              <p:nvPr/>
            </p:nvCxnSpPr>
            <p:spPr>
              <a:xfrm>
                <a:off x="533400" y="238125"/>
                <a:ext cx="533400" cy="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39" name="Rovná spojnica 38">
                <a:extLst>
                  <a:ext uri="{FF2B5EF4-FFF2-40B4-BE49-F238E27FC236}">
                    <a16:creationId xmlns:a16="http://schemas.microsoft.com/office/drawing/2014/main" id="{827D9210-84E0-4D21-8B2B-5DB065000D39}"/>
                  </a:ext>
                </a:extLst>
              </p:cNvPr>
              <p:cNvCxnSpPr/>
              <p:nvPr/>
            </p:nvCxnSpPr>
            <p:spPr>
              <a:xfrm>
                <a:off x="771525" y="400050"/>
                <a:ext cx="295275" cy="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40" name="Rovná spojnica 39">
                <a:extLst>
                  <a:ext uri="{FF2B5EF4-FFF2-40B4-BE49-F238E27FC236}">
                    <a16:creationId xmlns:a16="http://schemas.microsoft.com/office/drawing/2014/main" id="{6EF98A28-26C7-4899-A1DB-60575EAF8050}"/>
                  </a:ext>
                </a:extLst>
              </p:cNvPr>
              <p:cNvCxnSpPr/>
              <p:nvPr/>
            </p:nvCxnSpPr>
            <p:spPr>
              <a:xfrm flipV="1">
                <a:off x="142875" y="561975"/>
                <a:ext cx="923925" cy="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41" name="Rovná spojnica 40">
                <a:extLst>
                  <a:ext uri="{FF2B5EF4-FFF2-40B4-BE49-F238E27FC236}">
                    <a16:creationId xmlns:a16="http://schemas.microsoft.com/office/drawing/2014/main" id="{E7BD81B7-A190-4547-983C-E79543FA60EA}"/>
                  </a:ext>
                </a:extLst>
              </p:cNvPr>
              <p:cNvCxnSpPr/>
              <p:nvPr/>
            </p:nvCxnSpPr>
            <p:spPr>
              <a:xfrm flipV="1">
                <a:off x="142875" y="714375"/>
                <a:ext cx="923925" cy="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36" name="Textové pole 2">
              <a:extLst>
                <a:ext uri="{FF2B5EF4-FFF2-40B4-BE49-F238E27FC236}">
                  <a16:creationId xmlns:a16="http://schemas.microsoft.com/office/drawing/2014/main" id="{657BACBF-2484-4E2D-A7EB-649A5F4DFA5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525" y="57150"/>
              <a:ext cx="990600" cy="4476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rot="0" vert="horz" wrap="square" lIns="91440" tIns="45720" rIns="91440" bIns="45720" anchor="t" anchorCtr="0">
              <a:spAutoFit/>
            </a:bodyPr>
            <a:lstStyle/>
            <a:p>
              <a:pPr>
                <a:lnSpc>
                  <a:spcPct val="80000"/>
                </a:lnSpc>
                <a:spcAft>
                  <a:spcPts val="800"/>
                </a:spcAft>
              </a:pPr>
              <a:r>
                <a:rPr lang="en-US" sz="1400" b="1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Web</a:t>
              </a:r>
              <a:br>
                <a:rPr lang="en-US" sz="1400" b="1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</a:br>
              <a:r>
                <a:rPr lang="en-US" sz="1400" b="1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projekt</a:t>
              </a:r>
              <a:endParaRPr lang="sk-SK" sz="110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8" name="Skupina 7">
            <a:extLst>
              <a:ext uri="{FF2B5EF4-FFF2-40B4-BE49-F238E27FC236}">
                <a16:creationId xmlns:a16="http://schemas.microsoft.com/office/drawing/2014/main" id="{1DAC507A-E1CC-4892-8540-7ACA2782D77E}"/>
              </a:ext>
            </a:extLst>
          </p:cNvPr>
          <p:cNvGrpSpPr/>
          <p:nvPr/>
        </p:nvGrpSpPr>
        <p:grpSpPr>
          <a:xfrm>
            <a:off x="1279760" y="3308322"/>
            <a:ext cx="1628775" cy="1352550"/>
            <a:chOff x="0" y="0"/>
            <a:chExt cx="1628775" cy="1352550"/>
          </a:xfrm>
        </p:grpSpPr>
        <p:grpSp>
          <p:nvGrpSpPr>
            <p:cNvPr id="11" name="Skupina 10">
              <a:extLst>
                <a:ext uri="{FF2B5EF4-FFF2-40B4-BE49-F238E27FC236}">
                  <a16:creationId xmlns:a16="http://schemas.microsoft.com/office/drawing/2014/main" id="{8046B5CC-AB33-402D-A0DB-42BD72340F06}"/>
                </a:ext>
              </a:extLst>
            </p:cNvPr>
            <p:cNvGrpSpPr/>
            <p:nvPr/>
          </p:nvGrpSpPr>
          <p:grpSpPr>
            <a:xfrm>
              <a:off x="0" y="0"/>
              <a:ext cx="1190625" cy="914400"/>
              <a:chOff x="0" y="0"/>
              <a:chExt cx="1190625" cy="914400"/>
            </a:xfrm>
          </p:grpSpPr>
          <p:grpSp>
            <p:nvGrpSpPr>
              <p:cNvPr id="28" name="Skupina 27">
                <a:extLst>
                  <a:ext uri="{FF2B5EF4-FFF2-40B4-BE49-F238E27FC236}">
                    <a16:creationId xmlns:a16="http://schemas.microsoft.com/office/drawing/2014/main" id="{9256747A-2543-4E40-A646-964F07F8BE24}"/>
                  </a:ext>
                </a:extLst>
              </p:cNvPr>
              <p:cNvGrpSpPr/>
              <p:nvPr/>
            </p:nvGrpSpPr>
            <p:grpSpPr>
              <a:xfrm>
                <a:off x="0" y="0"/>
                <a:ext cx="1190625" cy="914400"/>
                <a:chOff x="0" y="0"/>
                <a:chExt cx="1190625" cy="914400"/>
              </a:xfrm>
            </p:grpSpPr>
            <p:sp>
              <p:nvSpPr>
                <p:cNvPr id="30" name="Obdĺžnik: zahnutý roh 29">
                  <a:extLst>
                    <a:ext uri="{FF2B5EF4-FFF2-40B4-BE49-F238E27FC236}">
                      <a16:creationId xmlns:a16="http://schemas.microsoft.com/office/drawing/2014/main" id="{5479DC11-A18E-4469-934D-208A837E3494}"/>
                    </a:ext>
                  </a:extLst>
                </p:cNvPr>
                <p:cNvSpPr/>
                <p:nvPr/>
              </p:nvSpPr>
              <p:spPr>
                <a:xfrm>
                  <a:off x="0" y="0"/>
                  <a:ext cx="1190625" cy="914400"/>
                </a:xfrm>
                <a:prstGeom prst="foldedCorner">
                  <a:avLst/>
                </a:prstGeom>
              </p:spPr>
              <p:style>
                <a:lnRef idx="2">
                  <a:schemeClr val="accent4">
                    <a:shade val="50000"/>
                  </a:schemeClr>
                </a:lnRef>
                <a:fillRef idx="1">
                  <a:schemeClr val="accent4"/>
                </a:fillRef>
                <a:effectRef idx="0">
                  <a:schemeClr val="accent4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endParaRPr lang="sk-SK" dirty="0"/>
                </a:p>
              </p:txBody>
            </p:sp>
            <p:cxnSp>
              <p:nvCxnSpPr>
                <p:cNvPr id="31" name="Rovná spojnica 30">
                  <a:extLst>
                    <a:ext uri="{FF2B5EF4-FFF2-40B4-BE49-F238E27FC236}">
                      <a16:creationId xmlns:a16="http://schemas.microsoft.com/office/drawing/2014/main" id="{EBD1530C-D639-4914-9A1E-EDB4B58BC8F2}"/>
                    </a:ext>
                  </a:extLst>
                </p:cNvPr>
                <p:cNvCxnSpPr/>
                <p:nvPr/>
              </p:nvCxnSpPr>
              <p:spPr>
                <a:xfrm>
                  <a:off x="657225" y="238125"/>
                  <a:ext cx="409575" cy="0"/>
                </a:xfrm>
                <a:prstGeom prst="line">
                  <a:avLst/>
                </a:prstGeom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32" name="Rovná spojnica 31">
                  <a:extLst>
                    <a:ext uri="{FF2B5EF4-FFF2-40B4-BE49-F238E27FC236}">
                      <a16:creationId xmlns:a16="http://schemas.microsoft.com/office/drawing/2014/main" id="{58C45C9C-10B6-4FE0-A1F9-20B2925755C2}"/>
                    </a:ext>
                  </a:extLst>
                </p:cNvPr>
                <p:cNvCxnSpPr/>
                <p:nvPr/>
              </p:nvCxnSpPr>
              <p:spPr>
                <a:xfrm flipV="1">
                  <a:off x="142875" y="409575"/>
                  <a:ext cx="923925" cy="0"/>
                </a:xfrm>
                <a:prstGeom prst="line">
                  <a:avLst/>
                </a:prstGeom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33" name="Rovná spojnica 32">
                  <a:extLst>
                    <a:ext uri="{FF2B5EF4-FFF2-40B4-BE49-F238E27FC236}">
                      <a16:creationId xmlns:a16="http://schemas.microsoft.com/office/drawing/2014/main" id="{13E9BB06-98FB-4C2E-B265-FEBFCA12ECFE}"/>
                    </a:ext>
                  </a:extLst>
                </p:cNvPr>
                <p:cNvCxnSpPr/>
                <p:nvPr/>
              </p:nvCxnSpPr>
              <p:spPr>
                <a:xfrm flipV="1">
                  <a:off x="142875" y="561975"/>
                  <a:ext cx="923925" cy="0"/>
                </a:xfrm>
                <a:prstGeom prst="line">
                  <a:avLst/>
                </a:prstGeom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34" name="Rovná spojnica 33">
                  <a:extLst>
                    <a:ext uri="{FF2B5EF4-FFF2-40B4-BE49-F238E27FC236}">
                      <a16:creationId xmlns:a16="http://schemas.microsoft.com/office/drawing/2014/main" id="{51BF9903-711B-495A-8F8A-F41D2EF89188}"/>
                    </a:ext>
                  </a:extLst>
                </p:cNvPr>
                <p:cNvCxnSpPr/>
                <p:nvPr/>
              </p:nvCxnSpPr>
              <p:spPr>
                <a:xfrm flipV="1">
                  <a:off x="142875" y="714375"/>
                  <a:ext cx="923925" cy="0"/>
                </a:xfrm>
                <a:prstGeom prst="line">
                  <a:avLst/>
                </a:prstGeom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29" name="Textové pole 2">
                <a:extLst>
                  <a:ext uri="{FF2B5EF4-FFF2-40B4-BE49-F238E27FC236}">
                    <a16:creationId xmlns:a16="http://schemas.microsoft.com/office/drawing/2014/main" id="{7191BF44-AC7F-4CD2-937A-4BF937A1D1D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8100" y="38100"/>
                <a:ext cx="714375" cy="31265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rot="0" vert="horz" wrap="square" lIns="91440" tIns="45720" rIns="91440" bIns="45720" anchor="t" anchorCtr="0">
                <a:spAutoFit/>
              </a:bodyPr>
              <a:lstStyle/>
              <a:p>
                <a:pPr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sk-SK" sz="1400" b="1"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HTML</a:t>
                </a:r>
                <a:endParaRPr lang="sk-SK" sz="11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</p:txBody>
          </p:sp>
        </p:grpSp>
        <p:grpSp>
          <p:nvGrpSpPr>
            <p:cNvPr id="12" name="Skupina 11">
              <a:extLst>
                <a:ext uri="{FF2B5EF4-FFF2-40B4-BE49-F238E27FC236}">
                  <a16:creationId xmlns:a16="http://schemas.microsoft.com/office/drawing/2014/main" id="{B0677BA5-13D7-4E6D-B408-DA08869832E0}"/>
                </a:ext>
              </a:extLst>
            </p:cNvPr>
            <p:cNvGrpSpPr/>
            <p:nvPr/>
          </p:nvGrpSpPr>
          <p:grpSpPr>
            <a:xfrm>
              <a:off x="209550" y="219075"/>
              <a:ext cx="1190625" cy="914400"/>
              <a:chOff x="0" y="0"/>
              <a:chExt cx="1190625" cy="914400"/>
            </a:xfrm>
          </p:grpSpPr>
          <p:grpSp>
            <p:nvGrpSpPr>
              <p:cNvPr id="21" name="Skupina 20">
                <a:extLst>
                  <a:ext uri="{FF2B5EF4-FFF2-40B4-BE49-F238E27FC236}">
                    <a16:creationId xmlns:a16="http://schemas.microsoft.com/office/drawing/2014/main" id="{79ED8C99-4333-44E6-B0A2-55A6BB0805F6}"/>
                  </a:ext>
                </a:extLst>
              </p:cNvPr>
              <p:cNvGrpSpPr/>
              <p:nvPr/>
            </p:nvGrpSpPr>
            <p:grpSpPr>
              <a:xfrm>
                <a:off x="0" y="0"/>
                <a:ext cx="1190625" cy="914400"/>
                <a:chOff x="0" y="0"/>
                <a:chExt cx="1190625" cy="914400"/>
              </a:xfrm>
            </p:grpSpPr>
            <p:sp>
              <p:nvSpPr>
                <p:cNvPr id="23" name="Obdĺžnik: zahnutý roh 22">
                  <a:extLst>
                    <a:ext uri="{FF2B5EF4-FFF2-40B4-BE49-F238E27FC236}">
                      <a16:creationId xmlns:a16="http://schemas.microsoft.com/office/drawing/2014/main" id="{1C84A512-D917-4178-B50F-E9D3547ADB70}"/>
                    </a:ext>
                  </a:extLst>
                </p:cNvPr>
                <p:cNvSpPr/>
                <p:nvPr/>
              </p:nvSpPr>
              <p:spPr>
                <a:xfrm>
                  <a:off x="0" y="0"/>
                  <a:ext cx="1190625" cy="914400"/>
                </a:xfrm>
                <a:prstGeom prst="foldedCorner">
                  <a:avLst/>
                </a:prstGeom>
              </p:spPr>
              <p:style>
                <a:lnRef idx="2">
                  <a:schemeClr val="accent4">
                    <a:shade val="50000"/>
                  </a:schemeClr>
                </a:lnRef>
                <a:fillRef idx="1">
                  <a:schemeClr val="accent4"/>
                </a:fillRef>
                <a:effectRef idx="0">
                  <a:schemeClr val="accent4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endParaRPr lang="sk-SK" dirty="0"/>
                </a:p>
              </p:txBody>
            </p:sp>
            <p:cxnSp>
              <p:nvCxnSpPr>
                <p:cNvPr id="24" name="Rovná spojnica 23">
                  <a:extLst>
                    <a:ext uri="{FF2B5EF4-FFF2-40B4-BE49-F238E27FC236}">
                      <a16:creationId xmlns:a16="http://schemas.microsoft.com/office/drawing/2014/main" id="{94C784ED-6361-48E3-8E43-F19DBB3BAFA3}"/>
                    </a:ext>
                  </a:extLst>
                </p:cNvPr>
                <p:cNvCxnSpPr/>
                <p:nvPr/>
              </p:nvCxnSpPr>
              <p:spPr>
                <a:xfrm>
                  <a:off x="657225" y="238125"/>
                  <a:ext cx="409575" cy="0"/>
                </a:xfrm>
                <a:prstGeom prst="line">
                  <a:avLst/>
                </a:prstGeom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25" name="Rovná spojnica 24">
                  <a:extLst>
                    <a:ext uri="{FF2B5EF4-FFF2-40B4-BE49-F238E27FC236}">
                      <a16:creationId xmlns:a16="http://schemas.microsoft.com/office/drawing/2014/main" id="{1F725F0E-41A5-409B-81CE-2FE0644636B3}"/>
                    </a:ext>
                  </a:extLst>
                </p:cNvPr>
                <p:cNvCxnSpPr/>
                <p:nvPr/>
              </p:nvCxnSpPr>
              <p:spPr>
                <a:xfrm flipV="1">
                  <a:off x="142875" y="409575"/>
                  <a:ext cx="923925" cy="0"/>
                </a:xfrm>
                <a:prstGeom prst="line">
                  <a:avLst/>
                </a:prstGeom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26" name="Rovná spojnica 25">
                  <a:extLst>
                    <a:ext uri="{FF2B5EF4-FFF2-40B4-BE49-F238E27FC236}">
                      <a16:creationId xmlns:a16="http://schemas.microsoft.com/office/drawing/2014/main" id="{7C50D5E5-0C58-4085-9E57-249F9E3725D1}"/>
                    </a:ext>
                  </a:extLst>
                </p:cNvPr>
                <p:cNvCxnSpPr/>
                <p:nvPr/>
              </p:nvCxnSpPr>
              <p:spPr>
                <a:xfrm flipV="1">
                  <a:off x="142875" y="561975"/>
                  <a:ext cx="923925" cy="0"/>
                </a:xfrm>
                <a:prstGeom prst="line">
                  <a:avLst/>
                </a:prstGeom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27" name="Rovná spojnica 26">
                  <a:extLst>
                    <a:ext uri="{FF2B5EF4-FFF2-40B4-BE49-F238E27FC236}">
                      <a16:creationId xmlns:a16="http://schemas.microsoft.com/office/drawing/2014/main" id="{86134F0B-F012-41F6-89C1-DFB5BB3F6E3C}"/>
                    </a:ext>
                  </a:extLst>
                </p:cNvPr>
                <p:cNvCxnSpPr/>
                <p:nvPr/>
              </p:nvCxnSpPr>
              <p:spPr>
                <a:xfrm flipV="1">
                  <a:off x="142875" y="714375"/>
                  <a:ext cx="923925" cy="0"/>
                </a:xfrm>
                <a:prstGeom prst="line">
                  <a:avLst/>
                </a:prstGeom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22" name="Textové pole 2">
                <a:extLst>
                  <a:ext uri="{FF2B5EF4-FFF2-40B4-BE49-F238E27FC236}">
                    <a16:creationId xmlns:a16="http://schemas.microsoft.com/office/drawing/2014/main" id="{B5AEA364-085D-4CBC-8119-E416B7EAC6F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8100" y="38100"/>
                <a:ext cx="714375" cy="31265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rot="0" vert="horz" wrap="square" lIns="91440" tIns="45720" rIns="91440" bIns="45720" anchor="t" anchorCtr="0">
                <a:spAutoFit/>
              </a:bodyPr>
              <a:lstStyle/>
              <a:p>
                <a:pPr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sk-SK" sz="1400" b="1"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HTML</a:t>
                </a:r>
                <a:endParaRPr lang="sk-SK" sz="11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</p:txBody>
          </p:sp>
        </p:grpSp>
        <p:grpSp>
          <p:nvGrpSpPr>
            <p:cNvPr id="13" name="Skupina 12">
              <a:extLst>
                <a:ext uri="{FF2B5EF4-FFF2-40B4-BE49-F238E27FC236}">
                  <a16:creationId xmlns:a16="http://schemas.microsoft.com/office/drawing/2014/main" id="{66BEC1AB-3B6C-4E03-A091-D2A745ABF06F}"/>
                </a:ext>
              </a:extLst>
            </p:cNvPr>
            <p:cNvGrpSpPr/>
            <p:nvPr/>
          </p:nvGrpSpPr>
          <p:grpSpPr>
            <a:xfrm>
              <a:off x="438150" y="438150"/>
              <a:ext cx="1190625" cy="914400"/>
              <a:chOff x="0" y="0"/>
              <a:chExt cx="1190625" cy="914400"/>
            </a:xfrm>
          </p:grpSpPr>
          <p:grpSp>
            <p:nvGrpSpPr>
              <p:cNvPr id="14" name="Skupina 13">
                <a:extLst>
                  <a:ext uri="{FF2B5EF4-FFF2-40B4-BE49-F238E27FC236}">
                    <a16:creationId xmlns:a16="http://schemas.microsoft.com/office/drawing/2014/main" id="{32584016-F294-4643-A6E7-43DCD0B04576}"/>
                  </a:ext>
                </a:extLst>
              </p:cNvPr>
              <p:cNvGrpSpPr/>
              <p:nvPr/>
            </p:nvGrpSpPr>
            <p:grpSpPr>
              <a:xfrm>
                <a:off x="0" y="0"/>
                <a:ext cx="1190625" cy="914400"/>
                <a:chOff x="0" y="0"/>
                <a:chExt cx="1190625" cy="914400"/>
              </a:xfrm>
            </p:grpSpPr>
            <p:sp>
              <p:nvSpPr>
                <p:cNvPr id="16" name="Obdĺžnik: zahnutý roh 15">
                  <a:extLst>
                    <a:ext uri="{FF2B5EF4-FFF2-40B4-BE49-F238E27FC236}">
                      <a16:creationId xmlns:a16="http://schemas.microsoft.com/office/drawing/2014/main" id="{F0B5F2C7-1127-4546-BB74-6CB03412DD7C}"/>
                    </a:ext>
                  </a:extLst>
                </p:cNvPr>
                <p:cNvSpPr/>
                <p:nvPr/>
              </p:nvSpPr>
              <p:spPr>
                <a:xfrm>
                  <a:off x="0" y="0"/>
                  <a:ext cx="1190625" cy="914400"/>
                </a:xfrm>
                <a:prstGeom prst="foldedCorner">
                  <a:avLst/>
                </a:prstGeom>
              </p:spPr>
              <p:style>
                <a:lnRef idx="2">
                  <a:schemeClr val="accent4">
                    <a:shade val="50000"/>
                  </a:schemeClr>
                </a:lnRef>
                <a:fillRef idx="1">
                  <a:schemeClr val="accent4"/>
                </a:fillRef>
                <a:effectRef idx="0">
                  <a:schemeClr val="accent4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endParaRPr lang="sk-SK" dirty="0"/>
                </a:p>
              </p:txBody>
            </p:sp>
            <p:cxnSp>
              <p:nvCxnSpPr>
                <p:cNvPr id="17" name="Rovná spojnica 16">
                  <a:extLst>
                    <a:ext uri="{FF2B5EF4-FFF2-40B4-BE49-F238E27FC236}">
                      <a16:creationId xmlns:a16="http://schemas.microsoft.com/office/drawing/2014/main" id="{AC79227E-9916-43F0-BAEA-3C790DFA3B55}"/>
                    </a:ext>
                  </a:extLst>
                </p:cNvPr>
                <p:cNvCxnSpPr/>
                <p:nvPr/>
              </p:nvCxnSpPr>
              <p:spPr>
                <a:xfrm>
                  <a:off x="657225" y="238125"/>
                  <a:ext cx="409575" cy="0"/>
                </a:xfrm>
                <a:prstGeom prst="line">
                  <a:avLst/>
                </a:prstGeom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18" name="Rovná spojnica 17">
                  <a:extLst>
                    <a:ext uri="{FF2B5EF4-FFF2-40B4-BE49-F238E27FC236}">
                      <a16:creationId xmlns:a16="http://schemas.microsoft.com/office/drawing/2014/main" id="{1C1D7D54-A29E-4A49-A944-8E9BF348158B}"/>
                    </a:ext>
                  </a:extLst>
                </p:cNvPr>
                <p:cNvCxnSpPr/>
                <p:nvPr/>
              </p:nvCxnSpPr>
              <p:spPr>
                <a:xfrm flipV="1">
                  <a:off x="142875" y="409575"/>
                  <a:ext cx="923925" cy="0"/>
                </a:xfrm>
                <a:prstGeom prst="line">
                  <a:avLst/>
                </a:prstGeom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19" name="Rovná spojnica 18">
                  <a:extLst>
                    <a:ext uri="{FF2B5EF4-FFF2-40B4-BE49-F238E27FC236}">
                      <a16:creationId xmlns:a16="http://schemas.microsoft.com/office/drawing/2014/main" id="{ADF3662F-56A2-431C-AFB4-27956EBD6494}"/>
                    </a:ext>
                  </a:extLst>
                </p:cNvPr>
                <p:cNvCxnSpPr/>
                <p:nvPr/>
              </p:nvCxnSpPr>
              <p:spPr>
                <a:xfrm flipV="1">
                  <a:off x="142875" y="561975"/>
                  <a:ext cx="923925" cy="0"/>
                </a:xfrm>
                <a:prstGeom prst="line">
                  <a:avLst/>
                </a:prstGeom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20" name="Rovná spojnica 19">
                  <a:extLst>
                    <a:ext uri="{FF2B5EF4-FFF2-40B4-BE49-F238E27FC236}">
                      <a16:creationId xmlns:a16="http://schemas.microsoft.com/office/drawing/2014/main" id="{6F853DE6-3018-41D7-989F-BD82B17BA0C1}"/>
                    </a:ext>
                  </a:extLst>
                </p:cNvPr>
                <p:cNvCxnSpPr/>
                <p:nvPr/>
              </p:nvCxnSpPr>
              <p:spPr>
                <a:xfrm flipV="1">
                  <a:off x="142875" y="714375"/>
                  <a:ext cx="923925" cy="0"/>
                </a:xfrm>
                <a:prstGeom prst="line">
                  <a:avLst/>
                </a:prstGeom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15" name="Textové pole 2">
                <a:extLst>
                  <a:ext uri="{FF2B5EF4-FFF2-40B4-BE49-F238E27FC236}">
                    <a16:creationId xmlns:a16="http://schemas.microsoft.com/office/drawing/2014/main" id="{EFDA2C39-A325-45B9-91BB-B5C7D005F63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8100" y="38100"/>
                <a:ext cx="714375" cy="43624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rot="0" vert="horz" wrap="square" lIns="91440" tIns="45720" rIns="91440" bIns="45720" anchor="t" anchorCtr="0">
                <a:spAutoFit/>
              </a:bodyPr>
              <a:lstStyle/>
              <a:p>
                <a:pPr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sk-SK" sz="1400" b="1"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HTML</a:t>
                </a:r>
                <a:endParaRPr lang="sk-SK" sz="110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</p:txBody>
          </p:sp>
        </p:grpSp>
      </p:grpSp>
      <p:sp>
        <p:nvSpPr>
          <p:cNvPr id="9" name="Textové pole 2">
            <a:extLst>
              <a:ext uri="{FF2B5EF4-FFF2-40B4-BE49-F238E27FC236}">
                <a16:creationId xmlns:a16="http://schemas.microsoft.com/office/drawing/2014/main" id="{45D97EA2-1838-4505-9853-3FAB07600DA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27610" y="3708372"/>
            <a:ext cx="400050" cy="6705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rot="0" vert="horz" wrap="square" lIns="91440" tIns="45720" rIns="91440" bIns="45720" anchor="t" anchorCtr="0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sk-SK" sz="2800" b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+</a:t>
            </a:r>
            <a:endParaRPr lang="sk-SK" sz="110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0" name="Textové pole 2">
            <a:extLst>
              <a:ext uri="{FF2B5EF4-FFF2-40B4-BE49-F238E27FC236}">
                <a16:creationId xmlns:a16="http://schemas.microsoft.com/office/drawing/2014/main" id="{AD337A50-1105-4CDA-A245-B079A04558A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42135" y="3670272"/>
            <a:ext cx="400050" cy="6705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rot="0" vert="horz" wrap="square" lIns="91440" tIns="45720" rIns="91440" bIns="45720" anchor="t" anchorCtr="0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2800" b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=</a:t>
            </a:r>
            <a:endParaRPr lang="sk-SK" sz="110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4" name="Google Shape;454;p60"/>
          <p:cNvSpPr txBox="1">
            <a:spLocks noGrp="1"/>
          </p:cNvSpPr>
          <p:nvPr>
            <p:ph type="title"/>
          </p:nvPr>
        </p:nvSpPr>
        <p:spPr>
          <a:xfrm>
            <a:off x="435894" y="526617"/>
            <a:ext cx="8272200" cy="760200"/>
          </a:xfrm>
          <a:prstGeom prst="rect">
            <a:avLst/>
          </a:prstGeom>
        </p:spPr>
        <p:txBody>
          <a:bodyPr spcFirstLastPara="1" wrap="square" lIns="68575" tIns="68575" rIns="68575" bIns="6857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Jazyk CSS</a:t>
            </a:r>
            <a:endParaRPr/>
          </a:p>
        </p:txBody>
      </p:sp>
      <p:sp>
        <p:nvSpPr>
          <p:cNvPr id="455" name="Google Shape;455;p60"/>
          <p:cNvSpPr txBox="1">
            <a:spLocks noGrp="1"/>
          </p:cNvSpPr>
          <p:nvPr>
            <p:ph type="body" idx="1"/>
          </p:nvPr>
        </p:nvSpPr>
        <p:spPr>
          <a:xfrm>
            <a:off x="435894" y="1635372"/>
            <a:ext cx="8272200" cy="2758800"/>
          </a:xfrm>
          <a:prstGeom prst="rect">
            <a:avLst/>
          </a:prstGeom>
        </p:spPr>
        <p:txBody>
          <a:bodyPr spcFirstLastPara="1" wrap="square" lIns="68575" tIns="68575" rIns="68575" bIns="68575" anchor="t" anchorCtr="0">
            <a:noAutofit/>
          </a:bodyPr>
          <a:lstStyle/>
          <a:p>
            <a:pPr marL="457200" marR="0" lvl="0" indent="-330200" algn="l" rtl="0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SzPts val="1600"/>
              <a:buChar char="●"/>
            </a:pPr>
            <a:r>
              <a:rPr lang="en-GB" dirty="0">
                <a:solidFill>
                  <a:srgbClr val="FE8637"/>
                </a:solidFill>
              </a:rPr>
              <a:t>HTML </a:t>
            </a:r>
            <a:r>
              <a:rPr lang="en-GB" dirty="0"/>
              <a:t>je </a:t>
            </a:r>
            <a:r>
              <a:rPr lang="sk-SK" dirty="0"/>
              <a:t>jazyk na definovanie </a:t>
            </a:r>
            <a:r>
              <a:rPr lang="sk-SK" dirty="0">
                <a:solidFill>
                  <a:srgbClr val="FE8637"/>
                </a:solidFill>
              </a:rPr>
              <a:t>štruktúry</a:t>
            </a:r>
            <a:r>
              <a:rPr lang="sk-SK" dirty="0"/>
              <a:t> stránky, </a:t>
            </a:r>
            <a:r>
              <a:rPr lang="sk-SK" dirty="0">
                <a:solidFill>
                  <a:srgbClr val="FE8637"/>
                </a:solidFill>
              </a:rPr>
              <a:t>CSS</a:t>
            </a:r>
            <a:r>
              <a:rPr lang="sk-SK" dirty="0"/>
              <a:t> na definovanie </a:t>
            </a:r>
            <a:r>
              <a:rPr lang="sk-SK" dirty="0">
                <a:solidFill>
                  <a:srgbClr val="FE8637"/>
                </a:solidFill>
              </a:rPr>
              <a:t>vzhľadu</a:t>
            </a:r>
            <a:r>
              <a:rPr lang="sk-SK" dirty="0"/>
              <a:t> stránky</a:t>
            </a: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sk-SK" dirty="0"/>
              <a:t>Definovanie vzhľadu pomocou </a:t>
            </a:r>
            <a:r>
              <a:rPr lang="en-GB" dirty="0"/>
              <a:t>CSS </a:t>
            </a:r>
            <a:r>
              <a:rPr lang="sk-SK" dirty="0"/>
              <a:t>umožňuje</a:t>
            </a:r>
          </a:p>
          <a:p>
            <a:pPr marL="914400" lvl="1" indent="-298450" algn="l" rtl="0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sk-SK" dirty="0"/>
              <a:t>Dosiahnutie jednotného vzhľadu celej webovej aplikácie </a:t>
            </a:r>
            <a:r>
              <a:rPr lang="en-GB" dirty="0"/>
              <a:t>(</a:t>
            </a:r>
            <a:r>
              <a:rPr lang="sk-SK" dirty="0"/>
              <a:t>viac dokumentov používa rovnaký štýl</a:t>
            </a:r>
            <a:r>
              <a:rPr lang="en-GB" dirty="0"/>
              <a:t>)</a:t>
            </a:r>
            <a:endParaRPr dirty="0"/>
          </a:p>
          <a:p>
            <a:pPr marL="914400" lvl="1" indent="-298450" algn="l" rtl="0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sk-SK" dirty="0"/>
              <a:t>Zjednodušenie správy webovej aplikácie</a:t>
            </a:r>
          </a:p>
          <a:p>
            <a:pPr marL="914400" lvl="1" indent="-298450" algn="l" rtl="0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sk-SK" dirty="0"/>
              <a:t>Priradiť rôzne štýly pre rôzne zariadenia</a:t>
            </a:r>
            <a:r>
              <a:rPr lang="en-GB" dirty="0"/>
              <a:t> (</a:t>
            </a:r>
            <a:r>
              <a:rPr lang="sk-SK" dirty="0"/>
              <a:t>responzívny dizajn</a:t>
            </a:r>
            <a:r>
              <a:rPr lang="en-GB" dirty="0"/>
              <a:t>)</a:t>
            </a:r>
            <a:endParaRPr dirty="0"/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sk-SK" dirty="0"/>
              <a:t>Štandard jazyka definuje </a:t>
            </a:r>
            <a:r>
              <a:rPr lang="en-GB" dirty="0"/>
              <a:t>W3C</a:t>
            </a:r>
            <a:endParaRPr dirty="0"/>
          </a:p>
          <a:p>
            <a:pPr marL="914400" lvl="1" indent="-298450" algn="l" rtl="0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-GB" u="sng" dirty="0">
                <a:solidFill>
                  <a:schemeClr val="hlink"/>
                </a:solidFill>
                <a:hlinkClick r:id="rId3"/>
              </a:rPr>
              <a:t>https://www.w3.org/Style/CSS</a:t>
            </a:r>
            <a:r>
              <a:rPr lang="en-GB" dirty="0"/>
              <a:t> </a:t>
            </a:r>
            <a:endParaRPr dirty="0"/>
          </a:p>
          <a:p>
            <a:pPr marL="914400" lvl="1" indent="-298450" algn="l" rtl="0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sk-SK" dirty="0"/>
              <a:t>Každoročné </a:t>
            </a:r>
            <a:r>
              <a:rPr lang="en-US" i="1" dirty="0"/>
              <a:t>snapshots</a:t>
            </a:r>
          </a:p>
          <a:p>
            <a:pPr marL="228600" lvl="0" indent="-152400" algn="l" rtl="0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dirty="0"/>
          </a:p>
          <a:p>
            <a:pPr marL="228600" lvl="0" indent="-152400" algn="l" rtl="0">
              <a:spcBef>
                <a:spcPts val="500"/>
              </a:spcBef>
              <a:spcAft>
                <a:spcPts val="500"/>
              </a:spcAft>
              <a:buNone/>
            </a:pPr>
            <a:endParaRPr dirty="0"/>
          </a:p>
        </p:txBody>
      </p:sp>
      <p:sp>
        <p:nvSpPr>
          <p:cNvPr id="456" name="Google Shape;456;p60"/>
          <p:cNvSpPr txBox="1">
            <a:spLocks noGrp="1"/>
          </p:cNvSpPr>
          <p:nvPr>
            <p:ph type="sldNum" idx="12"/>
          </p:nvPr>
        </p:nvSpPr>
        <p:spPr>
          <a:xfrm>
            <a:off x="8499550" y="4742725"/>
            <a:ext cx="312600" cy="273900"/>
          </a:xfrm>
          <a:prstGeom prst="rect">
            <a:avLst/>
          </a:prstGeom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GB"/>
              <a:t>4</a:t>
            </a:fld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Google Shape;461;p61"/>
          <p:cNvSpPr txBox="1">
            <a:spLocks noGrp="1"/>
          </p:cNvSpPr>
          <p:nvPr>
            <p:ph type="title"/>
          </p:nvPr>
        </p:nvSpPr>
        <p:spPr>
          <a:xfrm>
            <a:off x="435894" y="526617"/>
            <a:ext cx="8272200" cy="760200"/>
          </a:xfrm>
          <a:prstGeom prst="rect">
            <a:avLst/>
          </a:prstGeom>
        </p:spPr>
        <p:txBody>
          <a:bodyPr spcFirstLastPara="1" wrap="square" lIns="68575" tIns="68575" rIns="68575" bIns="6857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Prepojenie HTML dokumentu a CSS</a:t>
            </a:r>
            <a:endParaRPr/>
          </a:p>
        </p:txBody>
      </p:sp>
      <p:sp>
        <p:nvSpPr>
          <p:cNvPr id="462" name="Google Shape;462;p61"/>
          <p:cNvSpPr txBox="1">
            <a:spLocks noGrp="1"/>
          </p:cNvSpPr>
          <p:nvPr>
            <p:ph type="body" idx="1"/>
          </p:nvPr>
        </p:nvSpPr>
        <p:spPr>
          <a:xfrm>
            <a:off x="435894" y="1635372"/>
            <a:ext cx="8272200" cy="2758800"/>
          </a:xfrm>
          <a:prstGeom prst="rect">
            <a:avLst/>
          </a:prstGeom>
          <a:ln>
            <a:noFill/>
          </a:ln>
        </p:spPr>
        <p:txBody>
          <a:bodyPr spcFirstLastPara="1" wrap="square" lIns="68575" tIns="68575" rIns="68575" bIns="68575" anchor="t" anchorCtr="0">
            <a:noAutofit/>
          </a:bodyPr>
          <a:lstStyle/>
          <a:p>
            <a:pPr marL="457200" lvl="0" indent="-330200" algn="l" rtl="0">
              <a:spcBef>
                <a:spcPts val="300"/>
              </a:spcBef>
              <a:spcAft>
                <a:spcPts val="0"/>
              </a:spcAft>
              <a:buSzPts val="1600"/>
              <a:buChar char="●"/>
            </a:pPr>
            <a:r>
              <a:rPr lang="sk-SK" dirty="0"/>
              <a:t>Definícia</a:t>
            </a:r>
            <a:r>
              <a:rPr lang="en-GB" dirty="0"/>
              <a:t> CSS v </a:t>
            </a:r>
            <a:r>
              <a:rPr lang="sk-SK" dirty="0"/>
              <a:t>externom súbore </a:t>
            </a:r>
            <a:r>
              <a:rPr lang="en-GB" dirty="0"/>
              <a:t>– </a:t>
            </a:r>
            <a:r>
              <a:rPr lang="sk-SK" dirty="0">
                <a:solidFill>
                  <a:schemeClr val="tx1"/>
                </a:solidFill>
              </a:rPr>
              <a:t>odporúčaný</a:t>
            </a:r>
            <a:r>
              <a:rPr lang="en-GB" dirty="0">
                <a:solidFill>
                  <a:schemeClr val="tx1"/>
                </a:solidFill>
              </a:rPr>
              <a:t> </a:t>
            </a:r>
            <a:r>
              <a:rPr lang="sk-SK" dirty="0">
                <a:solidFill>
                  <a:schemeClr val="tx1"/>
                </a:solidFill>
              </a:rPr>
              <a:t>spôsob</a:t>
            </a:r>
          </a:p>
          <a:p>
            <a:pPr marL="914400" lvl="1" indent="-298450" algn="l" rtl="0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sk-SK" dirty="0"/>
              <a:t>Značka</a:t>
            </a:r>
            <a:r>
              <a:rPr lang="en-GB" dirty="0"/>
              <a:t> </a:t>
            </a:r>
            <a:r>
              <a:rPr lang="en-GB" sz="1200" dirty="0">
                <a:solidFill>
                  <a:srgbClr val="007700"/>
                </a:solidFill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  <a:t>&lt;link</a:t>
            </a:r>
            <a:r>
              <a:rPr lang="en-GB" sz="1200" dirty="0">
                <a:solidFill>
                  <a:schemeClr val="dk1"/>
                </a:solidFill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  <a:t> </a:t>
            </a:r>
            <a:r>
              <a:rPr lang="en-GB" sz="1200" dirty="0" err="1">
                <a:solidFill>
                  <a:srgbClr val="0000CC"/>
                </a:solidFill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  <a:t>rel</a:t>
            </a:r>
            <a:r>
              <a:rPr lang="en-GB" sz="1200" dirty="0">
                <a:solidFill>
                  <a:srgbClr val="0000CC"/>
                </a:solidFill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  <a:t>=</a:t>
            </a:r>
            <a:r>
              <a:rPr lang="en-GB" sz="1200" dirty="0">
                <a:solidFill>
                  <a:schemeClr val="dk1"/>
                </a:solidFill>
                <a:highlight>
                  <a:srgbClr val="FFF0F0"/>
                </a:highlight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  <a:t>"stylesheet"</a:t>
            </a:r>
            <a:r>
              <a:rPr lang="en-GB" sz="1200" dirty="0">
                <a:solidFill>
                  <a:schemeClr val="dk1"/>
                </a:solidFill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  <a:t> </a:t>
            </a:r>
            <a:r>
              <a:rPr lang="en-GB" sz="1200" dirty="0" err="1">
                <a:solidFill>
                  <a:srgbClr val="0000CC"/>
                </a:solidFill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  <a:t>href</a:t>
            </a:r>
            <a:r>
              <a:rPr lang="en-GB" sz="1200" dirty="0">
                <a:solidFill>
                  <a:srgbClr val="0000CC"/>
                </a:solidFill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  <a:t>=</a:t>
            </a:r>
            <a:r>
              <a:rPr lang="en-GB" sz="1200" dirty="0">
                <a:solidFill>
                  <a:schemeClr val="dk1"/>
                </a:solidFill>
                <a:highlight>
                  <a:srgbClr val="FFF0F0"/>
                </a:highlight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  <a:t>"styl.css"</a:t>
            </a:r>
            <a:r>
              <a:rPr lang="en-GB" sz="1200" dirty="0">
                <a:solidFill>
                  <a:srgbClr val="007700"/>
                </a:solidFill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  <a:t>&gt;</a:t>
            </a:r>
            <a:endParaRPr sz="1200" dirty="0">
              <a:latin typeface="Consolas" panose="020B0609020204030204" pitchFamily="49" charset="0"/>
              <a:ea typeface="Roboto Mono"/>
              <a:cs typeface="Roboto Mono"/>
              <a:sym typeface="Roboto Mono"/>
            </a:endParaRPr>
          </a:p>
          <a:p>
            <a:pPr marL="914400" lvl="1" indent="-298450" algn="l" rtl="0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sk-SK" dirty="0"/>
              <a:t>Vkladá sa do sekcie </a:t>
            </a:r>
            <a:r>
              <a:rPr lang="en-GB" sz="1200" dirty="0"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  <a:t>&lt;head&gt;</a:t>
            </a:r>
            <a:endParaRPr sz="1200" dirty="0">
              <a:latin typeface="Consolas" panose="020B0609020204030204" pitchFamily="49" charset="0"/>
              <a:ea typeface="Roboto Mono"/>
              <a:cs typeface="Roboto Mono"/>
              <a:sym typeface="Roboto Mono"/>
            </a:endParaRP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sk-SK" dirty="0"/>
              <a:t>Vloženie</a:t>
            </a:r>
            <a:r>
              <a:rPr lang="en-GB" dirty="0"/>
              <a:t> </a:t>
            </a:r>
            <a:r>
              <a:rPr lang="sk-SK" dirty="0"/>
              <a:t>CSS priamo </a:t>
            </a:r>
            <a:r>
              <a:rPr lang="en-GB" dirty="0"/>
              <a:t>do HTML </a:t>
            </a:r>
            <a:r>
              <a:rPr lang="sk-SK" dirty="0"/>
              <a:t>dokumentu</a:t>
            </a:r>
          </a:p>
          <a:p>
            <a:pPr marL="914400" lvl="1" indent="-298450" algn="l" rtl="0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sk-SK" dirty="0">
                <a:solidFill>
                  <a:srgbClr val="FF0000"/>
                </a:solidFill>
              </a:rPr>
              <a:t>Nepoužívať, ak na to nie je dôvod</a:t>
            </a:r>
            <a:endParaRPr lang="sk-SK" dirty="0">
              <a:solidFill>
                <a:srgbClr val="000000"/>
              </a:solidFill>
            </a:endParaRPr>
          </a:p>
          <a:p>
            <a:pPr marL="914400" lvl="1" indent="-298450" algn="l" rtl="0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-GB" dirty="0"/>
              <a:t>HTML </a:t>
            </a:r>
            <a:r>
              <a:rPr lang="sk-SK" dirty="0"/>
              <a:t>značka</a:t>
            </a:r>
            <a:r>
              <a:rPr lang="en-GB" dirty="0"/>
              <a:t> </a:t>
            </a:r>
            <a:r>
              <a:rPr lang="en-GB" sz="1200" dirty="0"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  <a:t>&lt;style&gt;</a:t>
            </a:r>
            <a:r>
              <a:rPr lang="en-GB" dirty="0"/>
              <a:t> (v </a:t>
            </a:r>
            <a:r>
              <a:rPr lang="sk-SK" dirty="0"/>
              <a:t>sekcii</a:t>
            </a:r>
            <a:r>
              <a:rPr lang="en-GB" dirty="0"/>
              <a:t> </a:t>
            </a:r>
            <a:r>
              <a:rPr lang="en-GB" sz="1200" dirty="0"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  <a:t>&lt;head&gt;</a:t>
            </a:r>
            <a:r>
              <a:rPr lang="en-GB" dirty="0"/>
              <a:t>)</a:t>
            </a:r>
            <a:endParaRPr dirty="0"/>
          </a:p>
          <a:p>
            <a:pPr marL="914400" lvl="1" indent="-298450" algn="l" rtl="0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sk-SK" dirty="0"/>
              <a:t>Špecifikácia</a:t>
            </a:r>
            <a:r>
              <a:rPr lang="en-GB" dirty="0"/>
              <a:t> </a:t>
            </a:r>
            <a:r>
              <a:rPr lang="sk-SK" dirty="0"/>
              <a:t>štýlu priamo pri </a:t>
            </a:r>
            <a:r>
              <a:rPr lang="en-GB" dirty="0"/>
              <a:t>HTML </a:t>
            </a:r>
            <a:r>
              <a:rPr lang="sk-SK" dirty="0"/>
              <a:t>elemente</a:t>
            </a:r>
            <a:r>
              <a:rPr lang="en-GB" dirty="0"/>
              <a:t>:</a:t>
            </a:r>
            <a:endParaRPr dirty="0"/>
          </a:p>
          <a:p>
            <a:pPr marL="457200" lvl="0" indent="457200" algn="l" rtl="0">
              <a:spcBef>
                <a:spcPts val="500"/>
              </a:spcBef>
              <a:spcAft>
                <a:spcPts val="0"/>
              </a:spcAft>
              <a:buNone/>
            </a:pPr>
            <a:r>
              <a:rPr lang="en-GB" sz="1200" dirty="0">
                <a:solidFill>
                  <a:srgbClr val="007700"/>
                </a:solidFill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  <a:t>&lt;p</a:t>
            </a:r>
            <a:r>
              <a:rPr lang="en-GB" sz="1200" dirty="0">
                <a:solidFill>
                  <a:schemeClr val="dk1"/>
                </a:solidFill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  <a:t> </a:t>
            </a:r>
            <a:r>
              <a:rPr lang="en-GB" sz="1200" dirty="0">
                <a:solidFill>
                  <a:srgbClr val="0000CC"/>
                </a:solidFill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  <a:t>style=</a:t>
            </a:r>
            <a:r>
              <a:rPr lang="en-GB" sz="1200" dirty="0">
                <a:solidFill>
                  <a:schemeClr val="dk1"/>
                </a:solidFill>
                <a:highlight>
                  <a:srgbClr val="FFF0F0"/>
                </a:highlight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  <a:t>"</a:t>
            </a:r>
            <a:r>
              <a:rPr lang="en-GB" sz="1200" i="1" dirty="0">
                <a:solidFill>
                  <a:schemeClr val="dk1"/>
                </a:solidFill>
                <a:highlight>
                  <a:srgbClr val="FFF0F0"/>
                </a:highlight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  <a:t>CSS </a:t>
            </a:r>
            <a:r>
              <a:rPr lang="sk-SK" sz="1200" i="1" dirty="0">
                <a:solidFill>
                  <a:schemeClr val="dk1"/>
                </a:solidFill>
                <a:highlight>
                  <a:srgbClr val="FFF0F0"/>
                </a:highlight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  <a:t>pravidlá</a:t>
            </a:r>
            <a:r>
              <a:rPr lang="en-GB" sz="1200" dirty="0">
                <a:solidFill>
                  <a:schemeClr val="dk1"/>
                </a:solidFill>
                <a:highlight>
                  <a:srgbClr val="FFF0F0"/>
                </a:highlight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  <a:t>"</a:t>
            </a:r>
            <a:r>
              <a:rPr lang="en-GB" sz="1200" dirty="0">
                <a:solidFill>
                  <a:srgbClr val="007700"/>
                </a:solidFill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  <a:t>&gt;</a:t>
            </a:r>
            <a:endParaRPr sz="1200" dirty="0">
              <a:solidFill>
                <a:srgbClr val="007700"/>
              </a:solidFill>
              <a:latin typeface="Consolas" panose="020B0609020204030204" pitchFamily="49" charset="0"/>
              <a:ea typeface="Roboto Mono"/>
              <a:cs typeface="Roboto Mono"/>
              <a:sym typeface="Roboto Mono"/>
            </a:endParaRPr>
          </a:p>
          <a:p>
            <a:pPr marL="457200" lvl="0" indent="457200" algn="l" rtl="0">
              <a:spcBef>
                <a:spcPts val="500"/>
              </a:spcBef>
              <a:spcAft>
                <a:spcPts val="500"/>
              </a:spcAft>
              <a:buNone/>
            </a:pPr>
            <a:endParaRPr sz="1200" dirty="0"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463" name="Google Shape;463;p61"/>
          <p:cNvSpPr txBox="1">
            <a:spLocks noGrp="1"/>
          </p:cNvSpPr>
          <p:nvPr>
            <p:ph type="sldNum" idx="12"/>
          </p:nvPr>
        </p:nvSpPr>
        <p:spPr>
          <a:xfrm>
            <a:off x="8499550" y="4742725"/>
            <a:ext cx="312600" cy="273900"/>
          </a:xfrm>
          <a:prstGeom prst="rect">
            <a:avLst/>
          </a:prstGeom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GB"/>
              <a:t>5</a:t>
            </a:fld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Google Shape;468;p62"/>
          <p:cNvSpPr txBox="1">
            <a:spLocks noGrp="1"/>
          </p:cNvSpPr>
          <p:nvPr>
            <p:ph type="title"/>
          </p:nvPr>
        </p:nvSpPr>
        <p:spPr>
          <a:xfrm>
            <a:off x="435894" y="526617"/>
            <a:ext cx="8272200" cy="760200"/>
          </a:xfrm>
          <a:prstGeom prst="rect">
            <a:avLst/>
          </a:prstGeom>
        </p:spPr>
        <p:txBody>
          <a:bodyPr spcFirstLastPara="1" wrap="square" lIns="68575" tIns="68575" rIns="68575" bIns="6857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sk-SK" dirty="0"/>
              <a:t>Základné pojmy </a:t>
            </a:r>
            <a:r>
              <a:rPr lang="en-GB" dirty="0"/>
              <a:t>a syntax </a:t>
            </a:r>
            <a:r>
              <a:rPr lang="sk-SK" dirty="0"/>
              <a:t>jazyka</a:t>
            </a:r>
            <a:r>
              <a:rPr lang="en-GB" dirty="0"/>
              <a:t> CSS</a:t>
            </a:r>
            <a:endParaRPr dirty="0"/>
          </a:p>
        </p:txBody>
      </p:sp>
      <p:sp>
        <p:nvSpPr>
          <p:cNvPr id="469" name="Google Shape;469;p62"/>
          <p:cNvSpPr txBox="1">
            <a:spLocks noGrp="1"/>
          </p:cNvSpPr>
          <p:nvPr>
            <p:ph type="body" idx="1"/>
          </p:nvPr>
        </p:nvSpPr>
        <p:spPr>
          <a:xfrm>
            <a:off x="321150" y="1635375"/>
            <a:ext cx="8272200" cy="3107400"/>
          </a:xfrm>
          <a:prstGeom prst="rect">
            <a:avLst/>
          </a:prstGeom>
        </p:spPr>
        <p:txBody>
          <a:bodyPr spcFirstLastPara="1" wrap="square" lIns="68575" tIns="68575" rIns="68575" bIns="68575" anchor="t" anchorCtr="0">
            <a:noAutofit/>
          </a:bodyPr>
          <a:lstStyle/>
          <a:p>
            <a:pPr marL="457200" lvl="0" indent="-330200" algn="l" rtl="0">
              <a:spcBef>
                <a:spcPts val="300"/>
              </a:spcBef>
              <a:spcAft>
                <a:spcPts val="0"/>
              </a:spcAft>
              <a:buSzPts val="1600"/>
              <a:buChar char="●"/>
            </a:pPr>
            <a:r>
              <a:rPr lang="en-GB" dirty="0"/>
              <a:t>CSS </a:t>
            </a:r>
            <a:r>
              <a:rPr lang="sk-SK" dirty="0"/>
              <a:t>dokument sa skladá zo zoznamu pravidiel </a:t>
            </a:r>
            <a:r>
              <a:rPr lang="en-GB" dirty="0"/>
              <a:t>(</a:t>
            </a:r>
            <a:r>
              <a:rPr lang="en-GB" i="1" dirty="0"/>
              <a:t>rule-set</a:t>
            </a:r>
            <a:r>
              <a:rPr lang="en-GB" dirty="0"/>
              <a:t>)</a:t>
            </a:r>
            <a:endParaRPr dirty="0"/>
          </a:p>
          <a:p>
            <a:pPr marL="457200" lvl="0" indent="-330200" algn="l" rtl="0">
              <a:spcBef>
                <a:spcPts val="500"/>
              </a:spcBef>
              <a:spcAft>
                <a:spcPts val="0"/>
              </a:spcAft>
              <a:buSzPts val="1600"/>
              <a:buChar char="●"/>
            </a:pPr>
            <a:r>
              <a:rPr lang="sk-SK" dirty="0"/>
              <a:t>Príklad</a:t>
            </a:r>
            <a:r>
              <a:rPr lang="en-GB" dirty="0"/>
              <a:t>: </a:t>
            </a:r>
            <a:endParaRPr dirty="0"/>
          </a:p>
          <a:p>
            <a:pPr marL="0" lvl="0" indent="0" algn="l" rtl="0">
              <a:lnSpc>
                <a:spcPct val="125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kumimoji="0" lang="sk-SK" altLang="sk-SK" sz="12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Consolas" panose="020B0609020204030204" pitchFamily="49" charset="0"/>
              </a:rPr>
              <a:t>     		/* štýl základného odstavca */</a:t>
            </a:r>
            <a:br>
              <a:rPr kumimoji="0" lang="sk-SK" altLang="sk-SK" sz="12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Consolas" panose="020B0609020204030204" pitchFamily="49" charset="0"/>
              </a:rPr>
            </a:br>
            <a:r>
              <a:rPr kumimoji="0" lang="sk-SK" altLang="sk-SK" sz="12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Consolas" panose="020B0609020204030204" pitchFamily="49" charset="0"/>
              </a:rPr>
              <a:t>		</a:t>
            </a:r>
            <a:r>
              <a:rPr kumimoji="0" lang="sk-SK" altLang="sk-SK" sz="12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</a:rPr>
              <a:t>p </a:t>
            </a:r>
            <a:r>
              <a:rPr kumimoji="0" lang="sk-SK" altLang="sk-SK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{</a:t>
            </a:r>
            <a:br>
              <a:rPr kumimoji="0" lang="sk-SK" altLang="sk-SK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</a:br>
            <a:r>
              <a:rPr kumimoji="0" lang="sk-SK" altLang="sk-SK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		  </a:t>
            </a:r>
            <a:r>
              <a:rPr kumimoji="0" lang="sk-SK" altLang="sk-SK" sz="1200" b="0" i="0" u="none" strike="noStrike" cap="none" normalizeH="0" baseline="0" dirty="0">
                <a:ln>
                  <a:noFill/>
                </a:ln>
                <a:solidFill>
                  <a:srgbClr val="174AD4"/>
                </a:solidFill>
                <a:effectLst/>
                <a:latin typeface="Consolas" panose="020B0609020204030204" pitchFamily="49" charset="0"/>
              </a:rPr>
              <a:t>text-</a:t>
            </a:r>
            <a:r>
              <a:rPr kumimoji="0" lang="sk-SK" altLang="sk-SK" sz="1200" b="0" i="0" u="none" strike="noStrike" cap="none" normalizeH="0" baseline="0" dirty="0" err="1">
                <a:ln>
                  <a:noFill/>
                </a:ln>
                <a:solidFill>
                  <a:srgbClr val="174AD4"/>
                </a:solidFill>
                <a:effectLst/>
                <a:latin typeface="Consolas" panose="020B0609020204030204" pitchFamily="49" charset="0"/>
              </a:rPr>
              <a:t>align</a:t>
            </a:r>
            <a:r>
              <a:rPr kumimoji="0" lang="sk-SK" altLang="sk-SK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kumimoji="0" lang="sk-SK" altLang="sk-SK" sz="1200" b="0" i="0" u="none" strike="noStrike" cap="none" normalizeH="0" baseline="0" dirty="0" err="1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</a:rPr>
              <a:t>justify</a:t>
            </a:r>
            <a:r>
              <a:rPr kumimoji="0" lang="sk-SK" altLang="sk-SK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kumimoji="0" lang="sk-SK" altLang="sk-SK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</a:br>
            <a:r>
              <a:rPr kumimoji="0" lang="sk-SK" altLang="sk-SK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 		  </a:t>
            </a:r>
            <a:r>
              <a:rPr kumimoji="0" lang="sk-SK" altLang="sk-SK" sz="1200" b="0" i="0" u="none" strike="noStrike" cap="none" normalizeH="0" baseline="0" dirty="0">
                <a:ln>
                  <a:noFill/>
                </a:ln>
                <a:solidFill>
                  <a:srgbClr val="174AD4"/>
                </a:solidFill>
                <a:effectLst/>
                <a:latin typeface="Consolas" panose="020B0609020204030204" pitchFamily="49" charset="0"/>
              </a:rPr>
              <a:t>color</a:t>
            </a:r>
            <a:r>
              <a:rPr kumimoji="0" lang="sk-SK" altLang="sk-SK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kumimoji="0" lang="sk-SK" altLang="sk-SK" sz="1200" b="0" i="0" u="none" strike="noStrike" cap="none" normalizeH="0" baseline="0" dirty="0" err="1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</a:rPr>
              <a:t>black</a:t>
            </a:r>
            <a:r>
              <a:rPr kumimoji="0" lang="sk-SK" altLang="sk-SK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kumimoji="0" lang="sk-SK" altLang="sk-SK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</a:br>
            <a:r>
              <a:rPr kumimoji="0" lang="sk-SK" altLang="sk-SK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		  </a:t>
            </a:r>
            <a:r>
              <a:rPr kumimoji="0" lang="sk-SK" altLang="sk-SK" sz="1200" b="0" i="0" u="none" strike="noStrike" cap="none" normalizeH="0" baseline="0" dirty="0">
                <a:ln>
                  <a:noFill/>
                </a:ln>
                <a:solidFill>
                  <a:srgbClr val="174AD4"/>
                </a:solidFill>
                <a:effectLst/>
                <a:latin typeface="Consolas" panose="020B0609020204030204" pitchFamily="49" charset="0"/>
              </a:rPr>
              <a:t>font-</a:t>
            </a:r>
            <a:r>
              <a:rPr kumimoji="0" lang="sk-SK" altLang="sk-SK" sz="1200" b="0" i="0" u="none" strike="noStrike" cap="none" normalizeH="0" baseline="0" dirty="0" err="1">
                <a:ln>
                  <a:noFill/>
                </a:ln>
                <a:solidFill>
                  <a:srgbClr val="174AD4"/>
                </a:solidFill>
                <a:effectLst/>
                <a:latin typeface="Consolas" panose="020B0609020204030204" pitchFamily="49" charset="0"/>
              </a:rPr>
              <a:t>family</a:t>
            </a:r>
            <a:r>
              <a:rPr kumimoji="0" lang="sk-SK" altLang="sk-SK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kumimoji="0" lang="sk-SK" altLang="sk-SK" sz="1200" b="0" i="0" u="none" strike="noStrike" cap="none" normalizeH="0" baseline="0" dirty="0" err="1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</a:rPr>
              <a:t>arial</a:t>
            </a:r>
            <a:r>
              <a:rPr kumimoji="0" lang="sk-SK" altLang="sk-SK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kumimoji="0" lang="sk-SK" altLang="sk-SK" sz="1200" b="0" i="0" u="none" strike="noStrike" cap="none" normalizeH="0" baseline="0" dirty="0" err="1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</a:rPr>
              <a:t>helvetica</a:t>
            </a:r>
            <a:r>
              <a:rPr kumimoji="0" lang="sk-SK" altLang="sk-SK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kumimoji="0" lang="sk-SK" altLang="sk-SK" sz="1200" b="0" i="0" u="none" strike="noStrike" cap="none" normalizeH="0" baseline="0" dirty="0" err="1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</a:rPr>
              <a:t>sans-serif</a:t>
            </a:r>
            <a:r>
              <a:rPr kumimoji="0" lang="sk-SK" altLang="sk-SK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kumimoji="0" lang="sk-SK" altLang="sk-SK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</a:br>
            <a:r>
              <a:rPr kumimoji="0" lang="sk-SK" altLang="sk-SK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		}</a:t>
            </a:r>
            <a:endParaRPr dirty="0"/>
          </a:p>
        </p:txBody>
      </p:sp>
      <p:sp>
        <p:nvSpPr>
          <p:cNvPr id="470" name="Google Shape;470;p62"/>
          <p:cNvSpPr txBox="1">
            <a:spLocks noGrp="1"/>
          </p:cNvSpPr>
          <p:nvPr>
            <p:ph type="sldNum" idx="12"/>
          </p:nvPr>
        </p:nvSpPr>
        <p:spPr>
          <a:xfrm>
            <a:off x="8499550" y="4742725"/>
            <a:ext cx="312600" cy="273900"/>
          </a:xfrm>
          <a:prstGeom prst="rect">
            <a:avLst/>
          </a:prstGeom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GB"/>
              <a:t>6</a:t>
            </a:fld>
            <a:endParaRPr/>
          </a:p>
        </p:txBody>
      </p:sp>
      <p:sp>
        <p:nvSpPr>
          <p:cNvPr id="3" name="BlokTextu 2">
            <a:extLst>
              <a:ext uri="{FF2B5EF4-FFF2-40B4-BE49-F238E27FC236}">
                <a16:creationId xmlns:a16="http://schemas.microsoft.com/office/drawing/2014/main" id="{4A68AE66-A6C5-D6B3-1E8D-971D52303802}"/>
              </a:ext>
            </a:extLst>
          </p:cNvPr>
          <p:cNvSpPr txBox="1"/>
          <p:nvPr/>
        </p:nvSpPr>
        <p:spPr>
          <a:xfrm>
            <a:off x="941615" y="2658162"/>
            <a:ext cx="73478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k-SK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selektor</a:t>
            </a:r>
          </a:p>
        </p:txBody>
      </p:sp>
      <p:sp>
        <p:nvSpPr>
          <p:cNvPr id="4" name="BlokTextu 3">
            <a:extLst>
              <a:ext uri="{FF2B5EF4-FFF2-40B4-BE49-F238E27FC236}">
                <a16:creationId xmlns:a16="http://schemas.microsoft.com/office/drawing/2014/main" id="{59AB0885-790E-360B-A70E-9BEBF223AC89}"/>
              </a:ext>
            </a:extLst>
          </p:cNvPr>
          <p:cNvSpPr txBox="1"/>
          <p:nvPr/>
        </p:nvSpPr>
        <p:spPr>
          <a:xfrm>
            <a:off x="2100946" y="4162273"/>
            <a:ext cx="148438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k-SK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Vlastnosť (</a:t>
            </a:r>
            <a:r>
              <a:rPr lang="sk-SK" sz="1200" i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property</a:t>
            </a:r>
            <a:r>
              <a:rPr lang="sk-SK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</a:t>
            </a:r>
          </a:p>
        </p:txBody>
      </p:sp>
      <p:sp>
        <p:nvSpPr>
          <p:cNvPr id="5" name="BlokTextu 4">
            <a:extLst>
              <a:ext uri="{FF2B5EF4-FFF2-40B4-BE49-F238E27FC236}">
                <a16:creationId xmlns:a16="http://schemas.microsoft.com/office/drawing/2014/main" id="{5FB34210-7D9C-C426-5E1B-FDB3713C058E}"/>
              </a:ext>
            </a:extLst>
          </p:cNvPr>
          <p:cNvSpPr txBox="1"/>
          <p:nvPr/>
        </p:nvSpPr>
        <p:spPr>
          <a:xfrm>
            <a:off x="3879768" y="4281799"/>
            <a:ext cx="124935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k-SK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Hodnota (</a:t>
            </a:r>
            <a:r>
              <a:rPr lang="sk-SK" sz="1200" i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value</a:t>
            </a:r>
            <a:r>
              <a:rPr lang="sk-SK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</a:t>
            </a:r>
          </a:p>
        </p:txBody>
      </p:sp>
      <p:sp>
        <p:nvSpPr>
          <p:cNvPr id="6" name="Obdĺžnik 5">
            <a:extLst>
              <a:ext uri="{FF2B5EF4-FFF2-40B4-BE49-F238E27FC236}">
                <a16:creationId xmlns:a16="http://schemas.microsoft.com/office/drawing/2014/main" id="{3B93A28D-91FA-696A-92DF-CA44078B36CA}"/>
              </a:ext>
            </a:extLst>
          </p:cNvPr>
          <p:cNvSpPr/>
          <p:nvPr/>
        </p:nvSpPr>
        <p:spPr>
          <a:xfrm>
            <a:off x="2051957" y="2688772"/>
            <a:ext cx="4120243" cy="1235529"/>
          </a:xfrm>
          <a:prstGeom prst="rect">
            <a:avLst/>
          </a:prstGeom>
          <a:noFill/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k-SK"/>
          </a:p>
        </p:txBody>
      </p:sp>
      <p:sp>
        <p:nvSpPr>
          <p:cNvPr id="7" name="BlokTextu 6">
            <a:extLst>
              <a:ext uri="{FF2B5EF4-FFF2-40B4-BE49-F238E27FC236}">
                <a16:creationId xmlns:a16="http://schemas.microsoft.com/office/drawing/2014/main" id="{A726CC88-A8E1-D38A-A64C-18586F4364C4}"/>
              </a:ext>
            </a:extLst>
          </p:cNvPr>
          <p:cNvSpPr txBox="1"/>
          <p:nvPr/>
        </p:nvSpPr>
        <p:spPr>
          <a:xfrm>
            <a:off x="6433436" y="2398322"/>
            <a:ext cx="85543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k-SK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komentár</a:t>
            </a:r>
          </a:p>
        </p:txBody>
      </p:sp>
      <p:sp>
        <p:nvSpPr>
          <p:cNvPr id="8" name="BlokTextu 7">
            <a:extLst>
              <a:ext uri="{FF2B5EF4-FFF2-40B4-BE49-F238E27FC236}">
                <a16:creationId xmlns:a16="http://schemas.microsoft.com/office/drawing/2014/main" id="{890405AB-6ED9-31BC-24D1-BC8F46D3CC27}"/>
              </a:ext>
            </a:extLst>
          </p:cNvPr>
          <p:cNvSpPr txBox="1"/>
          <p:nvPr/>
        </p:nvSpPr>
        <p:spPr>
          <a:xfrm>
            <a:off x="6645279" y="3023879"/>
            <a:ext cx="147546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k-SK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Pravidlo (</a:t>
            </a:r>
            <a:r>
              <a:rPr lang="sk-SK" sz="1200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rule</a:t>
            </a:r>
            <a:r>
              <a:rPr lang="sk-SK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</a:t>
            </a:r>
          </a:p>
        </p:txBody>
      </p:sp>
      <p:sp>
        <p:nvSpPr>
          <p:cNvPr id="9" name="Obdĺžnik 8">
            <a:extLst>
              <a:ext uri="{FF2B5EF4-FFF2-40B4-BE49-F238E27FC236}">
                <a16:creationId xmlns:a16="http://schemas.microsoft.com/office/drawing/2014/main" id="{0F92B1ED-2E85-2E0A-92DC-9699164A7DE1}"/>
              </a:ext>
            </a:extLst>
          </p:cNvPr>
          <p:cNvSpPr/>
          <p:nvPr/>
        </p:nvSpPr>
        <p:spPr>
          <a:xfrm>
            <a:off x="2362200" y="3347357"/>
            <a:ext cx="963385" cy="250372"/>
          </a:xfrm>
          <a:prstGeom prst="rect">
            <a:avLst/>
          </a:prstGeom>
          <a:noFill/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k-SK"/>
          </a:p>
        </p:txBody>
      </p:sp>
      <p:sp>
        <p:nvSpPr>
          <p:cNvPr id="10" name="Obdĺžnik 9">
            <a:extLst>
              <a:ext uri="{FF2B5EF4-FFF2-40B4-BE49-F238E27FC236}">
                <a16:creationId xmlns:a16="http://schemas.microsoft.com/office/drawing/2014/main" id="{5A98407C-9E6B-3FA4-32D1-D954C7916FC4}"/>
              </a:ext>
            </a:extLst>
          </p:cNvPr>
          <p:cNvSpPr/>
          <p:nvPr/>
        </p:nvSpPr>
        <p:spPr>
          <a:xfrm>
            <a:off x="3477986" y="3347357"/>
            <a:ext cx="2360223" cy="250372"/>
          </a:xfrm>
          <a:prstGeom prst="rect">
            <a:avLst/>
          </a:prstGeom>
          <a:noFill/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k-SK"/>
          </a:p>
        </p:txBody>
      </p:sp>
      <p:sp>
        <p:nvSpPr>
          <p:cNvPr id="11" name="Obdĺžnik 10">
            <a:extLst>
              <a:ext uri="{FF2B5EF4-FFF2-40B4-BE49-F238E27FC236}">
                <a16:creationId xmlns:a16="http://schemas.microsoft.com/office/drawing/2014/main" id="{DB2DFC45-5308-56C3-F2EE-9B06F8982F1A}"/>
              </a:ext>
            </a:extLst>
          </p:cNvPr>
          <p:cNvSpPr/>
          <p:nvPr/>
        </p:nvSpPr>
        <p:spPr>
          <a:xfrm>
            <a:off x="2149929" y="2707848"/>
            <a:ext cx="212271" cy="250372"/>
          </a:xfrm>
          <a:prstGeom prst="rect">
            <a:avLst/>
          </a:prstGeom>
          <a:noFill/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k-SK"/>
          </a:p>
        </p:txBody>
      </p:sp>
      <p:sp>
        <p:nvSpPr>
          <p:cNvPr id="12" name="Obdĺžnik 11">
            <a:extLst>
              <a:ext uri="{FF2B5EF4-FFF2-40B4-BE49-F238E27FC236}">
                <a16:creationId xmlns:a16="http://schemas.microsoft.com/office/drawing/2014/main" id="{0DF189D2-41F3-539A-804F-B6825A60D9A1}"/>
              </a:ext>
            </a:extLst>
          </p:cNvPr>
          <p:cNvSpPr/>
          <p:nvPr/>
        </p:nvSpPr>
        <p:spPr>
          <a:xfrm>
            <a:off x="2051957" y="2407790"/>
            <a:ext cx="4120243" cy="250372"/>
          </a:xfrm>
          <a:prstGeom prst="rect">
            <a:avLst/>
          </a:prstGeom>
          <a:noFill/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k-SK"/>
          </a:p>
        </p:txBody>
      </p:sp>
      <p:cxnSp>
        <p:nvCxnSpPr>
          <p:cNvPr id="14" name="Rovná spojovacia šípka 13">
            <a:extLst>
              <a:ext uri="{FF2B5EF4-FFF2-40B4-BE49-F238E27FC236}">
                <a16:creationId xmlns:a16="http://schemas.microsoft.com/office/drawing/2014/main" id="{9A59FE53-04B4-D3FB-A742-CEF087E131FC}"/>
              </a:ext>
            </a:extLst>
          </p:cNvPr>
          <p:cNvCxnSpPr>
            <a:cxnSpLocks/>
            <a:stCxn id="8" idx="1"/>
          </p:cNvCxnSpPr>
          <p:nvPr/>
        </p:nvCxnSpPr>
        <p:spPr>
          <a:xfrm flipH="1" flipV="1">
            <a:off x="6172200" y="3162378"/>
            <a:ext cx="473079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Rovná spojovacia šípka 15">
            <a:extLst>
              <a:ext uri="{FF2B5EF4-FFF2-40B4-BE49-F238E27FC236}">
                <a16:creationId xmlns:a16="http://schemas.microsoft.com/office/drawing/2014/main" id="{E3B39786-CFFF-098D-384B-BFF273623F97}"/>
              </a:ext>
            </a:extLst>
          </p:cNvPr>
          <p:cNvCxnSpPr>
            <a:cxnSpLocks/>
          </p:cNvCxnSpPr>
          <p:nvPr/>
        </p:nvCxnSpPr>
        <p:spPr>
          <a:xfrm flipV="1">
            <a:off x="4294414" y="3597729"/>
            <a:ext cx="0" cy="67475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Rovná spojovacia šípka 29">
            <a:extLst>
              <a:ext uri="{FF2B5EF4-FFF2-40B4-BE49-F238E27FC236}">
                <a16:creationId xmlns:a16="http://schemas.microsoft.com/office/drawing/2014/main" id="{501EFF0C-8A2C-F7DE-463A-FF9B62F3F3F9}"/>
              </a:ext>
            </a:extLst>
          </p:cNvPr>
          <p:cNvCxnSpPr>
            <a:cxnSpLocks/>
            <a:stCxn id="4" idx="0"/>
            <a:endCxn id="9" idx="2"/>
          </p:cNvCxnSpPr>
          <p:nvPr/>
        </p:nvCxnSpPr>
        <p:spPr>
          <a:xfrm flipV="1">
            <a:off x="2843139" y="3597729"/>
            <a:ext cx="754" cy="56454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Rovná spojovacia šípka 31">
            <a:extLst>
              <a:ext uri="{FF2B5EF4-FFF2-40B4-BE49-F238E27FC236}">
                <a16:creationId xmlns:a16="http://schemas.microsoft.com/office/drawing/2014/main" id="{1FEFF846-A4EE-F57C-F349-4614661E960A}"/>
              </a:ext>
            </a:extLst>
          </p:cNvPr>
          <p:cNvCxnSpPr>
            <a:cxnSpLocks/>
            <a:stCxn id="3" idx="3"/>
          </p:cNvCxnSpPr>
          <p:nvPr/>
        </p:nvCxnSpPr>
        <p:spPr>
          <a:xfrm flipV="1">
            <a:off x="1676401" y="2796661"/>
            <a:ext cx="473528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Rovná spojovacia šípka 33">
            <a:extLst>
              <a:ext uri="{FF2B5EF4-FFF2-40B4-BE49-F238E27FC236}">
                <a16:creationId xmlns:a16="http://schemas.microsoft.com/office/drawing/2014/main" id="{DF9CE30B-BE5B-6177-C1CB-91D10F1519A7}"/>
              </a:ext>
            </a:extLst>
          </p:cNvPr>
          <p:cNvCxnSpPr/>
          <p:nvPr/>
        </p:nvCxnSpPr>
        <p:spPr>
          <a:xfrm flipH="1">
            <a:off x="6183515" y="2555304"/>
            <a:ext cx="23948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p65"/>
          <p:cNvSpPr txBox="1">
            <a:spLocks noGrp="1"/>
          </p:cNvSpPr>
          <p:nvPr>
            <p:ph type="title"/>
          </p:nvPr>
        </p:nvSpPr>
        <p:spPr>
          <a:xfrm>
            <a:off x="435895" y="547244"/>
            <a:ext cx="8272200" cy="741300"/>
          </a:xfrm>
          <a:prstGeom prst="rect">
            <a:avLst/>
          </a:prstGeom>
        </p:spPr>
        <p:txBody>
          <a:bodyPr spcFirstLastPara="1" wrap="square" lIns="68575" tIns="68575" rIns="68575" bIns="6857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3000"/>
              <a:t>Združovanie pravidiel</a:t>
            </a:r>
            <a:endParaRPr/>
          </a:p>
        </p:txBody>
      </p:sp>
      <p:sp>
        <p:nvSpPr>
          <p:cNvPr id="495" name="Google Shape;495;p65"/>
          <p:cNvSpPr txBox="1">
            <a:spLocks noGrp="1"/>
          </p:cNvSpPr>
          <p:nvPr>
            <p:ph type="body" idx="1"/>
          </p:nvPr>
        </p:nvSpPr>
        <p:spPr>
          <a:xfrm>
            <a:off x="435889" y="1688169"/>
            <a:ext cx="3815400" cy="402000"/>
          </a:xfrm>
          <a:prstGeom prst="rect">
            <a:avLst/>
          </a:prstGeom>
        </p:spPr>
        <p:txBody>
          <a:bodyPr spcFirstLastPara="1" wrap="square" lIns="68575" tIns="68575" rIns="68575" bIns="68575" anchor="b" anchorCtr="0">
            <a:noAutofit/>
          </a:bodyPr>
          <a:lstStyle/>
          <a:p>
            <a:pPr marL="0" lvl="0" indent="0" algn="l" rtl="0">
              <a:spcBef>
                <a:spcPts val="300"/>
              </a:spcBef>
              <a:spcAft>
                <a:spcPts val="500"/>
              </a:spcAft>
              <a:buNone/>
            </a:pPr>
            <a:r>
              <a:rPr lang="en-GB"/>
              <a:t>Pravidlo 1	</a:t>
            </a:r>
            <a:endParaRPr/>
          </a:p>
        </p:txBody>
      </p:sp>
      <p:sp>
        <p:nvSpPr>
          <p:cNvPr id="497" name="Google Shape;497;p65"/>
          <p:cNvSpPr txBox="1">
            <a:spLocks noGrp="1"/>
          </p:cNvSpPr>
          <p:nvPr>
            <p:ph type="body" idx="3"/>
          </p:nvPr>
        </p:nvSpPr>
        <p:spPr>
          <a:xfrm>
            <a:off x="4636276" y="1681719"/>
            <a:ext cx="3815400" cy="414900"/>
          </a:xfrm>
          <a:prstGeom prst="rect">
            <a:avLst/>
          </a:prstGeom>
        </p:spPr>
        <p:txBody>
          <a:bodyPr spcFirstLastPara="1" wrap="square" lIns="68575" tIns="68575" rIns="68575" bIns="68575" anchor="b" anchorCtr="0">
            <a:noAutofit/>
          </a:bodyPr>
          <a:lstStyle/>
          <a:p>
            <a:pPr marL="0" lvl="0" indent="0" algn="l" rtl="0">
              <a:spcBef>
                <a:spcPts val="300"/>
              </a:spcBef>
              <a:spcAft>
                <a:spcPts val="500"/>
              </a:spcAft>
              <a:buNone/>
            </a:pPr>
            <a:r>
              <a:rPr lang="en-GB"/>
              <a:t>Pravidlo 2 (rovnaký význam)</a:t>
            </a:r>
            <a:endParaRPr/>
          </a:p>
        </p:txBody>
      </p:sp>
      <p:sp>
        <p:nvSpPr>
          <p:cNvPr id="499" name="Google Shape;499;p65"/>
          <p:cNvSpPr txBox="1">
            <a:spLocks noGrp="1"/>
          </p:cNvSpPr>
          <p:nvPr>
            <p:ph type="sldNum" idx="12"/>
          </p:nvPr>
        </p:nvSpPr>
        <p:spPr>
          <a:xfrm>
            <a:off x="7918725" y="4467103"/>
            <a:ext cx="789300" cy="273900"/>
          </a:xfrm>
          <a:prstGeom prst="rect">
            <a:avLst/>
          </a:prstGeom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GB"/>
              <a:t>7</a:t>
            </a:fld>
            <a:endParaRPr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17244654-74D3-4C4F-9B79-D518FCD02DF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7848" y="2090169"/>
            <a:ext cx="2308645" cy="120032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sk-SK" altLang="sk-SK" sz="12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</a:rPr>
              <a:t>p </a:t>
            </a:r>
            <a:r>
              <a:rPr kumimoji="0" lang="sk-SK" altLang="sk-SK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{</a:t>
            </a:r>
            <a:br>
              <a:rPr kumimoji="0" lang="sk-SK" altLang="sk-SK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</a:br>
            <a:r>
              <a:rPr kumimoji="0" lang="sk-SK" altLang="sk-SK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kumimoji="0" lang="sk-SK" altLang="sk-SK" sz="1200" b="0" i="0" u="none" strike="noStrike" cap="none" normalizeH="0" baseline="0" dirty="0">
                <a:ln>
                  <a:noFill/>
                </a:ln>
                <a:solidFill>
                  <a:srgbClr val="174AD4"/>
                </a:solidFill>
                <a:effectLst/>
                <a:latin typeface="Consolas" panose="020B0609020204030204" pitchFamily="49" charset="0"/>
              </a:rPr>
              <a:t>font-variant</a:t>
            </a:r>
            <a:r>
              <a:rPr kumimoji="0" lang="sk-SK" altLang="sk-SK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kumimoji="0" lang="sk-SK" altLang="sk-SK" sz="1200" b="0" i="0" u="none" strike="noStrike" cap="none" normalizeH="0" baseline="0" dirty="0" err="1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</a:rPr>
              <a:t>normal</a:t>
            </a:r>
            <a:r>
              <a:rPr kumimoji="0" lang="sk-SK" altLang="sk-SK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kumimoji="0" lang="sk-SK" altLang="sk-SK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</a:br>
            <a:r>
              <a:rPr kumimoji="0" lang="sk-SK" altLang="sk-SK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kumimoji="0" lang="sk-SK" altLang="sk-SK" sz="1200" b="0" i="0" u="none" strike="noStrike" cap="none" normalizeH="0" baseline="0" dirty="0">
                <a:ln>
                  <a:noFill/>
                </a:ln>
                <a:solidFill>
                  <a:srgbClr val="174AD4"/>
                </a:solidFill>
                <a:effectLst/>
                <a:latin typeface="Consolas" panose="020B0609020204030204" pitchFamily="49" charset="0"/>
              </a:rPr>
              <a:t>font-</a:t>
            </a:r>
            <a:r>
              <a:rPr kumimoji="0" lang="sk-SK" altLang="sk-SK" sz="1200" b="0" i="0" u="none" strike="noStrike" cap="none" normalizeH="0" baseline="0" dirty="0" err="1">
                <a:ln>
                  <a:noFill/>
                </a:ln>
                <a:solidFill>
                  <a:srgbClr val="174AD4"/>
                </a:solidFill>
                <a:effectLst/>
                <a:latin typeface="Consolas" panose="020B0609020204030204" pitchFamily="49" charset="0"/>
              </a:rPr>
              <a:t>style</a:t>
            </a:r>
            <a:r>
              <a:rPr kumimoji="0" lang="sk-SK" altLang="sk-SK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kumimoji="0" lang="sk-SK" altLang="sk-SK" sz="1200" b="0" i="0" u="none" strike="noStrike" cap="none" normalizeH="0" baseline="0" dirty="0" err="1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</a:rPr>
              <a:t>italic</a:t>
            </a:r>
            <a:r>
              <a:rPr kumimoji="0" lang="sk-SK" altLang="sk-SK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kumimoji="0" lang="sk-SK" altLang="sk-SK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</a:br>
            <a:r>
              <a:rPr kumimoji="0" lang="sk-SK" altLang="sk-SK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kumimoji="0" lang="sk-SK" altLang="sk-SK" sz="1200" b="0" i="0" u="none" strike="noStrike" cap="none" normalizeH="0" baseline="0" dirty="0">
                <a:ln>
                  <a:noFill/>
                </a:ln>
                <a:solidFill>
                  <a:srgbClr val="174AD4"/>
                </a:solidFill>
                <a:effectLst/>
                <a:latin typeface="Consolas" panose="020B0609020204030204" pitchFamily="49" charset="0"/>
              </a:rPr>
              <a:t>font-</a:t>
            </a:r>
            <a:r>
              <a:rPr kumimoji="0" lang="sk-SK" altLang="sk-SK" sz="1200" b="0" i="0" u="none" strike="noStrike" cap="none" normalizeH="0" baseline="0" dirty="0" err="1">
                <a:ln>
                  <a:noFill/>
                </a:ln>
                <a:solidFill>
                  <a:srgbClr val="174AD4"/>
                </a:solidFill>
                <a:effectLst/>
                <a:latin typeface="Consolas" panose="020B0609020204030204" pitchFamily="49" charset="0"/>
              </a:rPr>
              <a:t>weight</a:t>
            </a:r>
            <a:r>
              <a:rPr kumimoji="0" lang="sk-SK" altLang="sk-SK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kumimoji="0" lang="sk-SK" altLang="sk-SK" sz="1200" b="0" i="0" u="none" strike="noStrike" cap="none" normalizeH="0" baseline="0" dirty="0" err="1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</a:rPr>
              <a:t>bold</a:t>
            </a:r>
            <a:r>
              <a:rPr kumimoji="0" lang="sk-SK" altLang="sk-SK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kumimoji="0" lang="sk-SK" altLang="sk-SK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</a:br>
            <a:r>
              <a:rPr kumimoji="0" lang="sk-SK" altLang="sk-SK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kumimoji="0" lang="sk-SK" altLang="sk-SK" sz="1200" b="0" i="0" u="none" strike="noStrike" cap="none" normalizeH="0" baseline="0" dirty="0">
                <a:ln>
                  <a:noFill/>
                </a:ln>
                <a:solidFill>
                  <a:srgbClr val="174AD4"/>
                </a:solidFill>
                <a:effectLst/>
                <a:latin typeface="Consolas" panose="020B0609020204030204" pitchFamily="49" charset="0"/>
              </a:rPr>
              <a:t>font-</a:t>
            </a:r>
            <a:r>
              <a:rPr kumimoji="0" lang="sk-SK" altLang="sk-SK" sz="1200" b="0" i="0" u="none" strike="noStrike" cap="none" normalizeH="0" baseline="0" dirty="0" err="1">
                <a:ln>
                  <a:noFill/>
                </a:ln>
                <a:solidFill>
                  <a:srgbClr val="174AD4"/>
                </a:solidFill>
                <a:effectLst/>
                <a:latin typeface="Consolas" panose="020B0609020204030204" pitchFamily="49" charset="0"/>
              </a:rPr>
              <a:t>family</a:t>
            </a:r>
            <a:r>
              <a:rPr kumimoji="0" lang="sk-SK" altLang="sk-SK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kumimoji="0" lang="sk-SK" altLang="sk-SK" sz="1200" b="0" i="0" u="none" strike="noStrike" cap="none" normalizeH="0" baseline="0" dirty="0" err="1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</a:rPr>
              <a:t>serif</a:t>
            </a:r>
            <a:r>
              <a:rPr kumimoji="0" lang="sk-SK" altLang="sk-SK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kumimoji="0" lang="sk-SK" altLang="sk-SK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</a:br>
            <a:r>
              <a:rPr kumimoji="0" lang="sk-SK" altLang="sk-SK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}</a:t>
            </a:r>
            <a:endParaRPr kumimoji="0" lang="sk-SK" altLang="sk-SK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4B471A33-2826-4E91-A26E-ABB24E4053E2}"/>
              </a:ext>
            </a:extLst>
          </p:cNvPr>
          <p:cNvSpPr>
            <a:spLocks noGrp="1" noChangeArrowheads="1"/>
          </p:cNvSpPr>
          <p:nvPr>
            <p:ph type="body" idx="4"/>
          </p:nvPr>
        </p:nvSpPr>
        <p:spPr bwMode="auto">
          <a:xfrm>
            <a:off x="4636276" y="2096619"/>
            <a:ext cx="3158237" cy="646331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sk-SK" altLang="sk-SK" sz="1200" b="0" i="0" u="none" strike="noStrike" cap="none" normalizeH="0" baseline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</a:rPr>
              <a:t>p </a:t>
            </a:r>
            <a:r>
              <a:rPr kumimoji="0" lang="sk-SK" altLang="sk-SK" sz="12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{</a:t>
            </a:r>
            <a:br>
              <a:rPr kumimoji="0" lang="sk-SK" altLang="sk-SK" sz="12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</a:br>
            <a:r>
              <a:rPr kumimoji="0" lang="sk-SK" altLang="sk-SK" sz="12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kumimoji="0" lang="sk-SK" altLang="sk-SK" sz="1200" b="0" i="0" u="none" strike="noStrike" cap="none" normalizeH="0" baseline="0">
                <a:ln>
                  <a:noFill/>
                </a:ln>
                <a:solidFill>
                  <a:srgbClr val="174AD4"/>
                </a:solidFill>
                <a:effectLst/>
                <a:latin typeface="Consolas" panose="020B0609020204030204" pitchFamily="49" charset="0"/>
              </a:rPr>
              <a:t>font</a:t>
            </a:r>
            <a:r>
              <a:rPr kumimoji="0" lang="sk-SK" altLang="sk-SK" sz="12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kumimoji="0" lang="sk-SK" altLang="sk-SK" sz="1200" b="0" i="0" u="none" strike="noStrike" cap="none" normalizeH="0" baseline="0" err="1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</a:rPr>
              <a:t>normal</a:t>
            </a:r>
            <a:r>
              <a:rPr kumimoji="0" lang="sk-SK" altLang="sk-SK" sz="1200" b="0" i="0" u="none" strike="noStrike" cap="none" normalizeH="0" baseline="0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sk-SK" altLang="sk-SK" sz="1200" b="0" i="0" u="none" strike="noStrike" cap="none" normalizeH="0" baseline="0" err="1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</a:rPr>
              <a:t>italic</a:t>
            </a:r>
            <a:r>
              <a:rPr kumimoji="0" lang="sk-SK" altLang="sk-SK" sz="1200" b="0" i="0" u="none" strike="noStrike" cap="none" normalizeH="0" baseline="0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sk-SK" altLang="sk-SK" sz="1200" b="0" i="0" u="none" strike="noStrike" cap="none" normalizeH="0" baseline="0" err="1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</a:rPr>
              <a:t>bold</a:t>
            </a:r>
            <a:r>
              <a:rPr kumimoji="0" lang="sk-SK" altLang="sk-SK" sz="1200" b="0" i="0" u="none" strike="noStrike" cap="none" normalizeH="0" baseline="0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sk-SK" altLang="sk-SK" sz="1200" b="0" i="0" u="none" strike="noStrike" cap="none" normalizeH="0" baseline="0" err="1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</a:rPr>
              <a:t>serif</a:t>
            </a:r>
            <a:r>
              <a:rPr kumimoji="0" lang="sk-SK" altLang="sk-SK" sz="12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kumimoji="0" lang="sk-SK" altLang="sk-SK" sz="12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</a:br>
            <a:r>
              <a:rPr kumimoji="0" lang="sk-SK" altLang="sk-SK" sz="12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}</a:t>
            </a:r>
            <a:endParaRPr kumimoji="0" lang="sk-SK" altLang="sk-SK" sz="12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nsolas" panose="020B0609020204030204" pitchFamily="49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0" name="Google Shape;480;p63"/>
          <p:cNvSpPr txBox="1">
            <a:spLocks noGrp="1"/>
          </p:cNvSpPr>
          <p:nvPr>
            <p:ph type="title"/>
          </p:nvPr>
        </p:nvSpPr>
        <p:spPr>
          <a:xfrm>
            <a:off x="435894" y="526617"/>
            <a:ext cx="8272200" cy="760200"/>
          </a:xfrm>
          <a:prstGeom prst="rect">
            <a:avLst/>
          </a:prstGeom>
        </p:spPr>
        <p:txBody>
          <a:bodyPr spcFirstLastPara="1" wrap="square" lIns="68575" tIns="68575" rIns="68575" bIns="6857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sk-SK" dirty="0"/>
              <a:t>Značky</a:t>
            </a:r>
            <a:r>
              <a:rPr lang="en-GB" dirty="0"/>
              <a:t> </a:t>
            </a:r>
            <a:r>
              <a:rPr lang="sk-SK" dirty="0"/>
              <a:t>a atribúty</a:t>
            </a:r>
            <a:r>
              <a:rPr lang="en-GB" dirty="0"/>
              <a:t> HTML </a:t>
            </a:r>
            <a:r>
              <a:rPr lang="sk-SK" dirty="0"/>
              <a:t>na podporu </a:t>
            </a:r>
            <a:r>
              <a:rPr lang="en-GB" dirty="0"/>
              <a:t>CSS</a:t>
            </a:r>
            <a:endParaRPr dirty="0"/>
          </a:p>
        </p:txBody>
      </p:sp>
      <p:sp>
        <p:nvSpPr>
          <p:cNvPr id="481" name="Google Shape;481;p63"/>
          <p:cNvSpPr txBox="1">
            <a:spLocks noGrp="1"/>
          </p:cNvSpPr>
          <p:nvPr>
            <p:ph type="body" idx="1"/>
          </p:nvPr>
        </p:nvSpPr>
        <p:spPr>
          <a:xfrm>
            <a:off x="435894" y="1635372"/>
            <a:ext cx="8272200" cy="2758800"/>
          </a:xfrm>
          <a:prstGeom prst="rect">
            <a:avLst/>
          </a:prstGeom>
        </p:spPr>
        <p:txBody>
          <a:bodyPr spcFirstLastPara="1" wrap="square" lIns="68575" tIns="68575" rIns="68575" bIns="68575" anchor="t" anchorCtr="0">
            <a:noAutofit/>
          </a:bodyPr>
          <a:lstStyle/>
          <a:p>
            <a:pPr marL="457200" lvl="0" indent="-330200" algn="l" rtl="0">
              <a:spcBef>
                <a:spcPts val="300"/>
              </a:spcBef>
              <a:spcAft>
                <a:spcPts val="0"/>
              </a:spcAft>
              <a:buSzPts val="1600"/>
              <a:buChar char="●"/>
            </a:pPr>
            <a:r>
              <a:rPr lang="sk-SK" dirty="0"/>
              <a:t>Slúžia na spojenie štýlov </a:t>
            </a:r>
            <a:r>
              <a:rPr lang="en-GB" dirty="0"/>
              <a:t>a HTML </a:t>
            </a:r>
            <a:r>
              <a:rPr lang="sk-SK" dirty="0"/>
              <a:t>elementov</a:t>
            </a:r>
          </a:p>
          <a:p>
            <a:pPr marL="914400" lvl="1" indent="-298450" algn="l" rtl="0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sk-SK" dirty="0"/>
              <a:t>Nemajú vlastné formátovanie </a:t>
            </a:r>
            <a:r>
              <a:rPr lang="en-GB" dirty="0"/>
              <a:t>v HTML</a:t>
            </a:r>
            <a:endParaRPr dirty="0"/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sk-SK" dirty="0"/>
              <a:t>Bloková značka </a:t>
            </a:r>
            <a:r>
              <a:rPr lang="en-GB" sz="1400" dirty="0"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  <a:t>&lt;div&gt;</a:t>
            </a:r>
            <a:endParaRPr dirty="0">
              <a:latin typeface="Consolas" panose="020B0609020204030204" pitchFamily="49" charset="0"/>
            </a:endParaRPr>
          </a:p>
          <a:p>
            <a:pPr>
              <a:spcBef>
                <a:spcPts val="0"/>
              </a:spcBef>
            </a:pPr>
            <a:r>
              <a:rPr lang="sk-SK" dirty="0"/>
              <a:t>Riadková značka </a:t>
            </a:r>
            <a:r>
              <a:rPr lang="en-GB" sz="1400" dirty="0">
                <a:latin typeface="Consolas" panose="020B0609020204030204" pitchFamily="49" charset="0"/>
                <a:sym typeface="Roboto Mono"/>
              </a:rPr>
              <a:t>&lt;span&gt;</a:t>
            </a:r>
            <a:endParaRPr sz="1400" dirty="0">
              <a:latin typeface="Consolas" panose="020B0609020204030204" pitchFamily="49" charset="0"/>
            </a:endParaRPr>
          </a:p>
          <a:p>
            <a:pPr marL="457200" marR="0" lvl="0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sk-SK" dirty="0"/>
              <a:t>Atribúty</a:t>
            </a:r>
            <a:r>
              <a:rPr lang="en-GB" dirty="0"/>
              <a:t> </a:t>
            </a:r>
            <a:r>
              <a:rPr lang="en-GB" sz="1400" dirty="0">
                <a:latin typeface="Consolas" panose="020B0609020204030204" pitchFamily="49" charset="0"/>
                <a:sym typeface="Roboto Mono"/>
              </a:rPr>
              <a:t>class</a:t>
            </a:r>
            <a:r>
              <a:rPr lang="en-GB" dirty="0"/>
              <a:t> </a:t>
            </a:r>
            <a:r>
              <a:rPr lang="sk-SK" dirty="0"/>
              <a:t>a</a:t>
            </a:r>
            <a:r>
              <a:rPr lang="en-GB" dirty="0"/>
              <a:t> </a:t>
            </a:r>
            <a:r>
              <a:rPr lang="en-GB" sz="1400" dirty="0">
                <a:latin typeface="Consolas" panose="020B0609020204030204" pitchFamily="49" charset="0"/>
                <a:sym typeface="Roboto Mono"/>
              </a:rPr>
              <a:t>id</a:t>
            </a:r>
            <a:endParaRPr sz="1400" dirty="0">
              <a:latin typeface="Consolas" panose="020B0609020204030204" pitchFamily="49" charset="0"/>
            </a:endParaRPr>
          </a:p>
        </p:txBody>
      </p:sp>
      <p:sp>
        <p:nvSpPr>
          <p:cNvPr id="482" name="Google Shape;482;p63"/>
          <p:cNvSpPr txBox="1">
            <a:spLocks noGrp="1"/>
          </p:cNvSpPr>
          <p:nvPr>
            <p:ph type="sldNum" idx="12"/>
          </p:nvPr>
        </p:nvSpPr>
        <p:spPr>
          <a:xfrm>
            <a:off x="8499550" y="4742725"/>
            <a:ext cx="312600" cy="273900"/>
          </a:xfrm>
          <a:prstGeom prst="rect">
            <a:avLst/>
          </a:prstGeom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GB"/>
              <a:t>8</a:t>
            </a:fld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4" name="Google Shape;504;p66"/>
          <p:cNvSpPr txBox="1">
            <a:spLocks noGrp="1"/>
          </p:cNvSpPr>
          <p:nvPr>
            <p:ph type="title"/>
          </p:nvPr>
        </p:nvSpPr>
        <p:spPr>
          <a:xfrm>
            <a:off x="435894" y="526617"/>
            <a:ext cx="8272200" cy="760200"/>
          </a:xfrm>
          <a:prstGeom prst="rect">
            <a:avLst/>
          </a:prstGeom>
        </p:spPr>
        <p:txBody>
          <a:bodyPr spcFirstLastPara="1" wrap="square" lIns="68575" tIns="68575" rIns="68575" bIns="6857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sk-SK" dirty="0"/>
              <a:t>Základné selektory </a:t>
            </a:r>
            <a:r>
              <a:rPr lang="en-US" dirty="0"/>
              <a:t>(1)</a:t>
            </a:r>
            <a:endParaRPr dirty="0"/>
          </a:p>
        </p:txBody>
      </p:sp>
      <p:sp>
        <p:nvSpPr>
          <p:cNvPr id="505" name="Google Shape;505;p66"/>
          <p:cNvSpPr txBox="1">
            <a:spLocks noGrp="1"/>
          </p:cNvSpPr>
          <p:nvPr>
            <p:ph type="body" idx="1"/>
          </p:nvPr>
        </p:nvSpPr>
        <p:spPr>
          <a:xfrm>
            <a:off x="435893" y="1635372"/>
            <a:ext cx="8445509" cy="2758800"/>
          </a:xfrm>
          <a:prstGeom prst="rect">
            <a:avLst/>
          </a:prstGeom>
        </p:spPr>
        <p:txBody>
          <a:bodyPr spcFirstLastPara="1" wrap="square" lIns="68575" tIns="68575" rIns="68575" bIns="68575" anchor="t" anchorCtr="0">
            <a:noAutofit/>
          </a:bodyPr>
          <a:lstStyle/>
          <a:p>
            <a:pPr marL="457200" lvl="0" indent="-330200" algn="l" rtl="0">
              <a:spcBef>
                <a:spcPts val="300"/>
              </a:spcBef>
              <a:spcAft>
                <a:spcPts val="0"/>
              </a:spcAft>
              <a:buSzPts val="1600"/>
              <a:buChar char="●"/>
            </a:pPr>
            <a:r>
              <a:rPr lang="sk-SK" dirty="0"/>
              <a:t>Selektor značky </a:t>
            </a:r>
            <a:r>
              <a:rPr lang="en-GB" dirty="0"/>
              <a:t>HTML</a:t>
            </a:r>
            <a:endParaRPr dirty="0"/>
          </a:p>
          <a:p>
            <a:pPr marL="0" lvl="0" indent="45720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 dirty="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457200" lvl="0" indent="-330200" algn="l" rtl="0">
              <a:spcBef>
                <a:spcPts val="300"/>
              </a:spcBef>
              <a:spcAft>
                <a:spcPts val="0"/>
              </a:spcAft>
              <a:buSzPts val="1600"/>
              <a:buChar char="●"/>
            </a:pPr>
            <a:r>
              <a:rPr lang="sk-SK" dirty="0"/>
              <a:t>Selektor triedy </a:t>
            </a:r>
            <a:r>
              <a:rPr lang="en-GB" dirty="0"/>
              <a:t>(</a:t>
            </a:r>
            <a:r>
              <a:rPr lang="en-GB" i="1" dirty="0"/>
              <a:t>class</a:t>
            </a:r>
            <a:r>
              <a:rPr lang="en-GB" dirty="0"/>
              <a:t>)</a:t>
            </a:r>
            <a:endParaRPr dirty="0"/>
          </a:p>
          <a:p>
            <a:pPr marL="914400" lvl="1" indent="-298450" algn="l" rtl="0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-GB" dirty="0"/>
              <a:t>Tried </a:t>
            </a:r>
            <a:r>
              <a:rPr lang="sk-SK" dirty="0"/>
              <a:t>môže byť pri jednom elemente aj viac</a:t>
            </a:r>
          </a:p>
          <a:p>
            <a:pPr marL="0" lvl="0" indent="457200" algn="l" rtl="0">
              <a:lnSpc>
                <a:spcPct val="125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lang="en-GB" sz="1200" dirty="0">
                <a:latin typeface="Roboto Mono"/>
                <a:ea typeface="Roboto Mono"/>
                <a:cs typeface="Roboto Mono"/>
                <a:sym typeface="Roboto Mono"/>
              </a:rPr>
              <a:t>	</a:t>
            </a:r>
            <a:r>
              <a:rPr lang="sk-SK" sz="1200" dirty="0">
                <a:latin typeface="Roboto Mono"/>
                <a:ea typeface="Roboto Mono"/>
                <a:cs typeface="Roboto Mono"/>
                <a:sym typeface="Roboto Mono"/>
              </a:rPr>
              <a:t>      			</a:t>
            </a:r>
            <a:r>
              <a:rPr lang="en-GB" sz="1400" dirty="0"/>
              <a:t>HTML </a:t>
            </a:r>
            <a:r>
              <a:rPr lang="sk-SK" sz="1400" dirty="0"/>
              <a:t>kód</a:t>
            </a:r>
            <a:r>
              <a:rPr lang="en-GB" sz="1400" dirty="0"/>
              <a:t>: </a:t>
            </a:r>
            <a:r>
              <a:rPr lang="en-GB" sz="1200" dirty="0">
                <a:solidFill>
                  <a:srgbClr val="007700"/>
                </a:solidFill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  <a:t>&lt;p</a:t>
            </a:r>
            <a:r>
              <a:rPr lang="en-GB" sz="1200" dirty="0">
                <a:solidFill>
                  <a:schemeClr val="dk1"/>
                </a:solidFill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  <a:t> </a:t>
            </a:r>
            <a:r>
              <a:rPr lang="en-GB" sz="1200" dirty="0">
                <a:solidFill>
                  <a:srgbClr val="0000CC"/>
                </a:solidFill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  <a:t>class=</a:t>
            </a:r>
            <a:r>
              <a:rPr lang="en-GB" sz="1200" dirty="0">
                <a:solidFill>
                  <a:schemeClr val="dk1"/>
                </a:solidFill>
                <a:highlight>
                  <a:srgbClr val="FFF0F0"/>
                </a:highlight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  <a:t>"</a:t>
            </a:r>
            <a:r>
              <a:rPr lang="sk-SK" sz="1200" dirty="0">
                <a:solidFill>
                  <a:schemeClr val="dk1"/>
                </a:solidFill>
                <a:highlight>
                  <a:srgbClr val="FFF0F0"/>
                </a:highlight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  <a:t>varovanie</a:t>
            </a:r>
            <a:r>
              <a:rPr lang="en-GB" sz="1200" dirty="0">
                <a:solidFill>
                  <a:schemeClr val="dk1"/>
                </a:solidFill>
                <a:highlight>
                  <a:srgbClr val="FFF0F0"/>
                </a:highlight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  <a:t>"</a:t>
            </a:r>
            <a:r>
              <a:rPr lang="en-GB" sz="1200" dirty="0">
                <a:solidFill>
                  <a:srgbClr val="007700"/>
                </a:solidFill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  <a:t>&gt;</a:t>
            </a:r>
            <a:endParaRPr sz="1200" dirty="0">
              <a:solidFill>
                <a:srgbClr val="007700"/>
              </a:solidFill>
              <a:latin typeface="Consolas" panose="020B0609020204030204" pitchFamily="49" charset="0"/>
              <a:ea typeface="Roboto Mono"/>
              <a:cs typeface="Roboto Mono"/>
              <a:sym typeface="Roboto Mono"/>
            </a:endParaRPr>
          </a:p>
          <a:p>
            <a:pPr marL="457200" lvl="0" indent="-330200" algn="l" rtl="0">
              <a:spcBef>
                <a:spcPts val="300"/>
              </a:spcBef>
              <a:spcAft>
                <a:spcPts val="0"/>
              </a:spcAft>
              <a:buSzPts val="1600"/>
              <a:buChar char="●"/>
            </a:pPr>
            <a:r>
              <a:rPr lang="sk-SK" dirty="0"/>
              <a:t>Selektor ID </a:t>
            </a:r>
            <a:r>
              <a:rPr lang="en-GB" dirty="0"/>
              <a:t>(</a:t>
            </a:r>
            <a:r>
              <a:rPr lang="sk-SK" dirty="0"/>
              <a:t>určuje unikátny </a:t>
            </a:r>
            <a:r>
              <a:rPr lang="en-GB" dirty="0"/>
              <a:t>HTML element)</a:t>
            </a:r>
            <a:endParaRPr dirty="0"/>
          </a:p>
          <a:p>
            <a:pPr marL="457200" lvl="0" indent="0" algn="l" rtl="0">
              <a:lnSpc>
                <a:spcPct val="125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lang="sk-SK" sz="1200" dirty="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		</a:t>
            </a:r>
            <a:r>
              <a:rPr lang="en-GB" sz="1200" dirty="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		</a:t>
            </a:r>
            <a:r>
              <a:rPr lang="en-GB" sz="1400" dirty="0"/>
              <a:t>HTML </a:t>
            </a:r>
            <a:r>
              <a:rPr lang="sk-SK" sz="1400" dirty="0"/>
              <a:t>kód</a:t>
            </a:r>
            <a:r>
              <a:rPr lang="en-GB" sz="1400" dirty="0"/>
              <a:t>: </a:t>
            </a:r>
            <a:r>
              <a:rPr lang="en-GB" sz="1200" dirty="0">
                <a:solidFill>
                  <a:srgbClr val="007700"/>
                </a:solidFill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  <a:t>&lt;h1</a:t>
            </a:r>
            <a:r>
              <a:rPr lang="en-GB" sz="1200" dirty="0">
                <a:solidFill>
                  <a:schemeClr val="dk1"/>
                </a:solidFill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  <a:t> </a:t>
            </a:r>
            <a:r>
              <a:rPr lang="en-GB" sz="1200" dirty="0">
                <a:solidFill>
                  <a:srgbClr val="0000CC"/>
                </a:solidFill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  <a:t>id=</a:t>
            </a:r>
            <a:r>
              <a:rPr lang="en-GB" sz="1200" dirty="0">
                <a:solidFill>
                  <a:schemeClr val="dk1"/>
                </a:solidFill>
                <a:highlight>
                  <a:srgbClr val="FFF0F0"/>
                </a:highlight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  <a:t>"nadpis1"</a:t>
            </a:r>
            <a:r>
              <a:rPr lang="en-GB" sz="1200" dirty="0">
                <a:solidFill>
                  <a:srgbClr val="007700"/>
                </a:solidFill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  <a:t>&gt;</a:t>
            </a:r>
            <a:endParaRPr sz="1200" dirty="0">
              <a:latin typeface="Consolas" panose="020B0609020204030204" pitchFamily="49" charset="0"/>
              <a:ea typeface="Roboto Mono"/>
              <a:cs typeface="Roboto Mono"/>
              <a:sym typeface="Roboto Mono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300"/>
              </a:spcBef>
              <a:spcAft>
                <a:spcPts val="500"/>
              </a:spcAft>
              <a:buClr>
                <a:srgbClr val="000000"/>
              </a:buClr>
              <a:buSzPts val="1100"/>
              <a:buFont typeface="Arial"/>
              <a:buNone/>
            </a:pPr>
            <a:endParaRPr dirty="0"/>
          </a:p>
        </p:txBody>
      </p:sp>
      <p:sp>
        <p:nvSpPr>
          <p:cNvPr id="506" name="Google Shape;506;p66"/>
          <p:cNvSpPr txBox="1">
            <a:spLocks noGrp="1"/>
          </p:cNvSpPr>
          <p:nvPr>
            <p:ph type="sldNum" idx="12"/>
          </p:nvPr>
        </p:nvSpPr>
        <p:spPr>
          <a:xfrm>
            <a:off x="8499550" y="4742725"/>
            <a:ext cx="312600" cy="273900"/>
          </a:xfrm>
          <a:prstGeom prst="rect">
            <a:avLst/>
          </a:prstGeom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GB"/>
              <a:t>9</a:t>
            </a:fld>
            <a:endParaRPr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1025E70-F425-4190-BF7A-928C700C23A6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6702" y="2025088"/>
            <a:ext cx="2648482" cy="27699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sk-SK" altLang="sk-SK" sz="12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</a:rPr>
              <a:t>p </a:t>
            </a:r>
            <a:r>
              <a:rPr kumimoji="0" lang="sk-SK" altLang="sk-SK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{ </a:t>
            </a:r>
            <a:r>
              <a:rPr kumimoji="0" lang="sk-SK" altLang="sk-SK" sz="1200" b="0" i="0" u="none" strike="noStrike" cap="none" normalizeH="0" baseline="0" dirty="0" err="1">
                <a:ln>
                  <a:noFill/>
                </a:ln>
                <a:solidFill>
                  <a:srgbClr val="174AD4"/>
                </a:solidFill>
                <a:effectLst/>
                <a:latin typeface="Consolas" panose="020B0609020204030204" pitchFamily="49" charset="0"/>
              </a:rPr>
              <a:t>border</a:t>
            </a:r>
            <a:r>
              <a:rPr kumimoji="0" lang="sk-SK" altLang="sk-SK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kumimoji="0" lang="sk-SK" altLang="sk-SK" sz="1200" b="0" i="0" u="none" strike="noStrike" cap="none" normalizeH="0" baseline="0" dirty="0">
                <a:ln>
                  <a:noFill/>
                </a:ln>
                <a:solidFill>
                  <a:srgbClr val="1750EB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kumimoji="0" lang="sk-SK" altLang="sk-SK" sz="12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</a:rPr>
              <a:t>px </a:t>
            </a:r>
            <a:r>
              <a:rPr kumimoji="0" lang="sk-SK" altLang="sk-SK" sz="1200" b="0" i="0" u="none" strike="noStrike" cap="none" normalizeH="0" baseline="0" dirty="0" err="1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</a:rPr>
              <a:t>solid</a:t>
            </a:r>
            <a:r>
              <a:rPr kumimoji="0" lang="sk-SK" altLang="sk-SK" sz="12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sk-SK" altLang="sk-SK" sz="1200" b="0" i="0" u="none" strike="noStrike" cap="none" normalizeH="0" baseline="0" dirty="0" err="1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</a:rPr>
              <a:t>black</a:t>
            </a:r>
            <a:r>
              <a:rPr kumimoji="0" lang="sk-SK" altLang="sk-SK" sz="12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sk-SK" altLang="sk-SK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}</a:t>
            </a:r>
            <a:endParaRPr kumimoji="0" lang="sk-SK" altLang="sk-SK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8268A36-2DAD-4CC8-861B-E8CD1D0C1EA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37990" y="2841414"/>
            <a:ext cx="2478564" cy="27699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sk-SK" altLang="sk-SK" sz="1200" b="0" i="0" u="none" strike="noStrike" cap="none" normalizeH="0" baseline="0" dirty="0" err="1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</a:rPr>
              <a:t>p</a:t>
            </a:r>
            <a:r>
              <a:rPr kumimoji="0" lang="sk-SK" altLang="sk-SK" sz="12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kumimoji="0" lang="sk-SK" altLang="sk-SK" sz="1200" b="0" i="0" u="none" strike="noStrike" cap="none" normalizeH="0" baseline="0" dirty="0" err="1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</a:rPr>
              <a:t>varovanie</a:t>
            </a:r>
            <a:r>
              <a:rPr kumimoji="0" lang="sk-SK" altLang="sk-SK" sz="12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sk-SK" altLang="sk-SK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{ </a:t>
            </a:r>
            <a:r>
              <a:rPr kumimoji="0" lang="sk-SK" altLang="sk-SK" sz="1200" b="0" i="0" u="none" strike="noStrike" cap="none" normalizeH="0" baseline="0" dirty="0" err="1">
                <a:ln>
                  <a:noFill/>
                </a:ln>
                <a:solidFill>
                  <a:srgbClr val="174AD4"/>
                </a:solidFill>
                <a:effectLst/>
                <a:latin typeface="Consolas" panose="020B0609020204030204" pitchFamily="49" charset="0"/>
              </a:rPr>
              <a:t>color</a:t>
            </a:r>
            <a:r>
              <a:rPr kumimoji="0" lang="sk-SK" altLang="sk-SK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kumimoji="0" lang="sk-SK" altLang="sk-SK" sz="1200" b="0" i="0" u="none" strike="noStrike" cap="none" normalizeH="0" baseline="0" dirty="0" err="1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</a:rPr>
              <a:t>red</a:t>
            </a:r>
            <a:r>
              <a:rPr kumimoji="0" lang="sk-SK" altLang="sk-SK" sz="12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sk-SK" altLang="sk-SK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} </a:t>
            </a:r>
            <a:endParaRPr kumimoji="0" lang="sk-SK" altLang="sk-SK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8864910-B58E-458B-97AB-E93F43ACBB40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6702" y="3519240"/>
            <a:ext cx="2563522" cy="27699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sk-SK" altLang="sk-SK" sz="12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</a:rPr>
              <a:t>#nadpis1 </a:t>
            </a:r>
            <a:r>
              <a:rPr kumimoji="0" lang="sk-SK" altLang="sk-SK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{ </a:t>
            </a:r>
            <a:r>
              <a:rPr kumimoji="0" lang="sk-SK" altLang="sk-SK" sz="1200" b="0" i="0" u="none" strike="noStrike" cap="none" normalizeH="0" baseline="0" dirty="0" err="1">
                <a:ln>
                  <a:noFill/>
                </a:ln>
                <a:solidFill>
                  <a:srgbClr val="174AD4"/>
                </a:solidFill>
                <a:effectLst/>
                <a:latin typeface="Consolas" panose="020B0609020204030204" pitchFamily="49" charset="0"/>
              </a:rPr>
              <a:t>color</a:t>
            </a:r>
            <a:r>
              <a:rPr kumimoji="0" lang="sk-SK" altLang="sk-SK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kumimoji="0" lang="sk-SK" altLang="sk-SK" sz="1200" b="0" i="0" u="none" strike="noStrike" cap="none" normalizeH="0" baseline="0" dirty="0" err="1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</a:rPr>
              <a:t>green</a:t>
            </a:r>
            <a:r>
              <a:rPr kumimoji="0" lang="sk-SK" altLang="sk-SK" sz="12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sk-SK" altLang="sk-SK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}   </a:t>
            </a:r>
            <a:endParaRPr kumimoji="0" lang="sk-SK" altLang="sk-SK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onsolas" panose="020B0609020204030204" pitchFamily="49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1" name="Google Shape;511;p67"/>
          <p:cNvSpPr txBox="1">
            <a:spLocks noGrp="1"/>
          </p:cNvSpPr>
          <p:nvPr>
            <p:ph type="title"/>
          </p:nvPr>
        </p:nvSpPr>
        <p:spPr>
          <a:xfrm>
            <a:off x="435894" y="526617"/>
            <a:ext cx="8272200" cy="760200"/>
          </a:xfrm>
          <a:prstGeom prst="rect">
            <a:avLst/>
          </a:prstGeom>
        </p:spPr>
        <p:txBody>
          <a:bodyPr spcFirstLastPara="1" wrap="square" lIns="68575" tIns="68575" rIns="68575" bIns="6857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sk-SK" dirty="0"/>
              <a:t>Základné selektory</a:t>
            </a:r>
            <a:r>
              <a:rPr lang="en-GB" dirty="0"/>
              <a:t> (</a:t>
            </a:r>
            <a:r>
              <a:rPr lang="en-US" dirty="0"/>
              <a:t>2</a:t>
            </a:r>
            <a:r>
              <a:rPr lang="en-GB" dirty="0"/>
              <a:t>)</a:t>
            </a:r>
          </a:p>
        </p:txBody>
      </p:sp>
      <p:sp>
        <p:nvSpPr>
          <p:cNvPr id="512" name="Google Shape;512;p67"/>
          <p:cNvSpPr txBox="1">
            <a:spLocks noGrp="1"/>
          </p:cNvSpPr>
          <p:nvPr>
            <p:ph type="body" idx="1"/>
          </p:nvPr>
        </p:nvSpPr>
        <p:spPr>
          <a:xfrm>
            <a:off x="435894" y="1635372"/>
            <a:ext cx="8272200" cy="2758800"/>
          </a:xfrm>
          <a:prstGeom prst="rect">
            <a:avLst/>
          </a:prstGeom>
        </p:spPr>
        <p:txBody>
          <a:bodyPr spcFirstLastPara="1" wrap="square" lIns="68575" tIns="68575" rIns="68575" bIns="68575" anchor="t" anchorCtr="0">
            <a:noAutofit/>
          </a:bodyPr>
          <a:lstStyle/>
          <a:p>
            <a:pPr marL="457200" lvl="0" indent="-330200" algn="l" rtl="0">
              <a:spcBef>
                <a:spcPts val="300"/>
              </a:spcBef>
              <a:spcAft>
                <a:spcPts val="0"/>
              </a:spcAft>
              <a:buSzPts val="1600"/>
              <a:buChar char="●"/>
            </a:pPr>
            <a:r>
              <a:rPr lang="sk-SK" dirty="0"/>
              <a:t>Všeobecný</a:t>
            </a:r>
            <a:r>
              <a:rPr lang="en-GB" dirty="0"/>
              <a:t> </a:t>
            </a:r>
            <a:r>
              <a:rPr lang="sk-SK" dirty="0"/>
              <a:t>selektor</a:t>
            </a:r>
          </a:p>
          <a:p>
            <a:pPr marL="0" lvl="0" indent="457200" algn="l" rtl="0">
              <a:lnSpc>
                <a:spcPct val="125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 dirty="0">
                <a:solidFill>
                  <a:srgbClr val="333333"/>
                </a:solidFill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  <a:t>*</a:t>
            </a:r>
            <a:r>
              <a:rPr lang="en-GB" sz="1200" dirty="0">
                <a:solidFill>
                  <a:schemeClr val="dk1"/>
                </a:solidFill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  <a:t> { </a:t>
            </a:r>
            <a:r>
              <a:rPr lang="en-GB" sz="1200" b="1" dirty="0">
                <a:solidFill>
                  <a:srgbClr val="008800"/>
                </a:solidFill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  <a:t>font-family</a:t>
            </a:r>
            <a:r>
              <a:rPr lang="en-GB" sz="1200" dirty="0">
                <a:solidFill>
                  <a:srgbClr val="333333"/>
                </a:solidFill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  <a:t>:</a:t>
            </a:r>
            <a:r>
              <a:rPr lang="en-GB" sz="1200" dirty="0">
                <a:solidFill>
                  <a:schemeClr val="dk1"/>
                </a:solidFill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  <a:t> Arial</a:t>
            </a:r>
            <a:r>
              <a:rPr lang="en-GB" sz="1200" dirty="0">
                <a:solidFill>
                  <a:srgbClr val="333333"/>
                </a:solidFill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  <a:t>,</a:t>
            </a:r>
            <a:r>
              <a:rPr lang="en-GB" sz="1200" dirty="0">
                <a:solidFill>
                  <a:schemeClr val="dk1"/>
                </a:solidFill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  <a:t> Helvetica</a:t>
            </a:r>
            <a:r>
              <a:rPr lang="en-GB" sz="1200" dirty="0">
                <a:solidFill>
                  <a:srgbClr val="333333"/>
                </a:solidFill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  <a:t>,</a:t>
            </a:r>
            <a:r>
              <a:rPr lang="en-GB" sz="1200" dirty="0">
                <a:solidFill>
                  <a:schemeClr val="dk1"/>
                </a:solidFill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  <a:t> </a:t>
            </a:r>
            <a:r>
              <a:rPr lang="en-GB" sz="1200" b="1" dirty="0">
                <a:solidFill>
                  <a:srgbClr val="008800"/>
                </a:solidFill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  <a:t>sans-serif</a:t>
            </a:r>
            <a:r>
              <a:rPr lang="en-GB" sz="1200" dirty="0">
                <a:solidFill>
                  <a:schemeClr val="dk1"/>
                </a:solidFill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  <a:t>; }</a:t>
            </a:r>
            <a:endParaRPr sz="1200" dirty="0">
              <a:solidFill>
                <a:schemeClr val="dk1"/>
              </a:solidFill>
              <a:latin typeface="Consolas" panose="020B0609020204030204" pitchFamily="49" charset="0"/>
              <a:ea typeface="Roboto Mono"/>
              <a:cs typeface="Roboto Mono"/>
              <a:sym typeface="Roboto Mono"/>
            </a:endParaRPr>
          </a:p>
          <a:p>
            <a:pPr marL="457200" lvl="0" indent="-330200" algn="l" rtl="0">
              <a:spcBef>
                <a:spcPts val="300"/>
              </a:spcBef>
              <a:spcAft>
                <a:spcPts val="0"/>
              </a:spcAft>
              <a:buSzPts val="1600"/>
              <a:buChar char="●"/>
            </a:pPr>
            <a:r>
              <a:rPr lang="sk-SK" dirty="0"/>
              <a:t>Selektor všeobecnej triedy</a:t>
            </a:r>
          </a:p>
          <a:p>
            <a:pPr marL="0" lvl="0" indent="457200" algn="l" rtl="0">
              <a:lnSpc>
                <a:spcPct val="125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lang="en-GB" sz="1200" dirty="0">
                <a:solidFill>
                  <a:srgbClr val="333333"/>
                </a:solidFill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  <a:t>*</a:t>
            </a:r>
            <a:r>
              <a:rPr lang="en-GB" sz="1200" b="1" dirty="0">
                <a:solidFill>
                  <a:srgbClr val="BB0066"/>
                </a:solidFill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  <a:t>.</a:t>
            </a:r>
            <a:r>
              <a:rPr lang="en-GB" sz="1200" b="1" dirty="0" err="1">
                <a:solidFill>
                  <a:srgbClr val="BB0066"/>
                </a:solidFill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  <a:t>zakladny_text</a:t>
            </a:r>
            <a:r>
              <a:rPr lang="en-GB" sz="1200" dirty="0">
                <a:solidFill>
                  <a:schemeClr val="dk1"/>
                </a:solidFill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  <a:t> { </a:t>
            </a:r>
            <a:r>
              <a:rPr lang="en-GB" sz="1200" b="1" dirty="0">
                <a:solidFill>
                  <a:srgbClr val="008800"/>
                </a:solidFill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  <a:t>font-size</a:t>
            </a:r>
            <a:r>
              <a:rPr lang="en-GB" sz="1200" dirty="0">
                <a:solidFill>
                  <a:srgbClr val="333333"/>
                </a:solidFill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  <a:t>:</a:t>
            </a:r>
            <a:r>
              <a:rPr lang="en-GB" sz="1200" dirty="0">
                <a:solidFill>
                  <a:schemeClr val="dk1"/>
                </a:solidFill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  <a:t> </a:t>
            </a:r>
            <a:r>
              <a:rPr lang="en-GB" sz="1200" b="1" dirty="0">
                <a:solidFill>
                  <a:srgbClr val="6600EE"/>
                </a:solidFill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  <a:t>80</a:t>
            </a:r>
            <a:r>
              <a:rPr lang="en-GB" sz="1200" dirty="0">
                <a:solidFill>
                  <a:srgbClr val="333333"/>
                </a:solidFill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  <a:t>%</a:t>
            </a:r>
            <a:r>
              <a:rPr lang="en-GB" sz="1200" dirty="0">
                <a:solidFill>
                  <a:schemeClr val="dk1"/>
                </a:solidFill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  <a:t> }</a:t>
            </a:r>
            <a:endParaRPr sz="1200" dirty="0">
              <a:solidFill>
                <a:schemeClr val="dk1"/>
              </a:solidFill>
              <a:latin typeface="Consolas" panose="020B0609020204030204" pitchFamily="49" charset="0"/>
              <a:ea typeface="Roboto Mono"/>
              <a:cs typeface="Roboto Mono"/>
              <a:sym typeface="Roboto Mono"/>
            </a:endParaRPr>
          </a:p>
          <a:p>
            <a:pPr marL="457200" lvl="0" indent="-330200" algn="l" rtl="0">
              <a:spcBef>
                <a:spcPts val="300"/>
              </a:spcBef>
              <a:spcAft>
                <a:spcPts val="0"/>
              </a:spcAft>
              <a:buSzPts val="1600"/>
              <a:buChar char="●"/>
            </a:pPr>
            <a:r>
              <a:rPr lang="sk-SK" dirty="0"/>
              <a:t>Skupinový</a:t>
            </a:r>
            <a:r>
              <a:rPr lang="en-GB" dirty="0"/>
              <a:t>  </a:t>
            </a:r>
            <a:r>
              <a:rPr lang="sk-SK" dirty="0"/>
              <a:t>selektor</a:t>
            </a:r>
          </a:p>
          <a:p>
            <a:pPr marL="0" lvl="0" indent="457200" algn="l" rtl="0">
              <a:lnSpc>
                <a:spcPct val="125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 dirty="0">
                <a:solidFill>
                  <a:srgbClr val="007700"/>
                </a:solidFill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  <a:t>h1</a:t>
            </a:r>
            <a:r>
              <a:rPr lang="en-GB" sz="1200" dirty="0">
                <a:solidFill>
                  <a:srgbClr val="333333"/>
                </a:solidFill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  <a:t>,</a:t>
            </a:r>
            <a:r>
              <a:rPr lang="en-GB" sz="1200" dirty="0">
                <a:solidFill>
                  <a:schemeClr val="dk1"/>
                </a:solidFill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  <a:t> </a:t>
            </a:r>
            <a:r>
              <a:rPr lang="en-GB" sz="1200" dirty="0">
                <a:solidFill>
                  <a:srgbClr val="007700"/>
                </a:solidFill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  <a:t>h2</a:t>
            </a:r>
            <a:r>
              <a:rPr lang="en-GB" sz="1200" dirty="0">
                <a:solidFill>
                  <a:srgbClr val="333333"/>
                </a:solidFill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  <a:t>, .</a:t>
            </a:r>
            <a:r>
              <a:rPr lang="en-GB" sz="1200" dirty="0" err="1">
                <a:solidFill>
                  <a:srgbClr val="007700"/>
                </a:solidFill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  <a:t>modry</a:t>
            </a:r>
            <a:r>
              <a:rPr lang="en-GB" sz="1200" dirty="0">
                <a:solidFill>
                  <a:schemeClr val="dk1"/>
                </a:solidFill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  <a:t> { </a:t>
            </a:r>
            <a:r>
              <a:rPr lang="en-GB" sz="1200" b="1" dirty="0">
                <a:solidFill>
                  <a:srgbClr val="008800"/>
                </a:solidFill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  <a:t>color</a:t>
            </a:r>
            <a:r>
              <a:rPr lang="en-GB" sz="1200" dirty="0">
                <a:solidFill>
                  <a:srgbClr val="333333"/>
                </a:solidFill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  <a:t>:</a:t>
            </a:r>
            <a:r>
              <a:rPr lang="en-GB" sz="1200" dirty="0">
                <a:solidFill>
                  <a:schemeClr val="dk1"/>
                </a:solidFill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  <a:t> </a:t>
            </a:r>
            <a:r>
              <a:rPr lang="en-GB" sz="1200" dirty="0">
                <a:solidFill>
                  <a:srgbClr val="007020"/>
                </a:solidFill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  <a:t>blue</a:t>
            </a:r>
            <a:r>
              <a:rPr lang="en-GB" sz="1200" dirty="0">
                <a:solidFill>
                  <a:schemeClr val="dk1"/>
                </a:solidFill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  <a:t>;</a:t>
            </a:r>
            <a:r>
              <a:rPr lang="sk-SK" sz="1200" dirty="0">
                <a:solidFill>
                  <a:schemeClr val="dk1"/>
                </a:solidFill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  <a:t> </a:t>
            </a:r>
            <a:r>
              <a:rPr lang="en-GB" sz="1200" b="1" dirty="0">
                <a:solidFill>
                  <a:srgbClr val="008800"/>
                </a:solidFill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  <a:t>font-family</a:t>
            </a:r>
            <a:r>
              <a:rPr lang="en-GB" sz="1200" dirty="0">
                <a:solidFill>
                  <a:srgbClr val="333333"/>
                </a:solidFill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  <a:t>:</a:t>
            </a:r>
            <a:r>
              <a:rPr lang="en-GB" sz="1200" dirty="0">
                <a:solidFill>
                  <a:schemeClr val="dk1"/>
                </a:solidFill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  <a:t> </a:t>
            </a:r>
            <a:r>
              <a:rPr lang="en-GB" sz="1200" b="1" dirty="0">
                <a:solidFill>
                  <a:srgbClr val="008800"/>
                </a:solidFill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  <a:t>sans-serif</a:t>
            </a:r>
            <a:r>
              <a:rPr lang="en-GB" sz="1200" dirty="0">
                <a:solidFill>
                  <a:schemeClr val="dk1"/>
                </a:solidFill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  <a:t> }</a:t>
            </a:r>
            <a:endParaRPr sz="1200" dirty="0">
              <a:solidFill>
                <a:schemeClr val="dk1"/>
              </a:solidFill>
              <a:latin typeface="Consolas" panose="020B0609020204030204" pitchFamily="49" charset="0"/>
              <a:ea typeface="Roboto Mono"/>
              <a:cs typeface="Roboto Mono"/>
              <a:sym typeface="Roboto Mono"/>
            </a:endParaRPr>
          </a:p>
          <a:p>
            <a:pPr marL="457200" lvl="0" indent="0" algn="l" rtl="0">
              <a:spcBef>
                <a:spcPts val="300"/>
              </a:spcBef>
              <a:spcAft>
                <a:spcPts val="0"/>
              </a:spcAft>
              <a:buNone/>
            </a:pPr>
            <a:endParaRPr dirty="0"/>
          </a:p>
          <a:p>
            <a:pPr marL="457200" lvl="0" indent="0" algn="l" rtl="0">
              <a:spcBef>
                <a:spcPts val="500"/>
              </a:spcBef>
              <a:spcAft>
                <a:spcPts val="500"/>
              </a:spcAft>
              <a:buClr>
                <a:schemeClr val="dk1"/>
              </a:buClr>
              <a:buSzPts val="1100"/>
              <a:buFont typeface="Arial"/>
              <a:buNone/>
            </a:pPr>
            <a:endParaRPr dirty="0"/>
          </a:p>
        </p:txBody>
      </p:sp>
      <p:sp>
        <p:nvSpPr>
          <p:cNvPr id="513" name="Google Shape;513;p67"/>
          <p:cNvSpPr txBox="1">
            <a:spLocks noGrp="1"/>
          </p:cNvSpPr>
          <p:nvPr>
            <p:ph type="sldNum" idx="12"/>
          </p:nvPr>
        </p:nvSpPr>
        <p:spPr>
          <a:xfrm>
            <a:off x="8499550" y="4742725"/>
            <a:ext cx="312600" cy="273900"/>
          </a:xfrm>
          <a:prstGeom prst="rect">
            <a:avLst/>
          </a:prstGeom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GB"/>
              <a:t>10</a:t>
            </a:fld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38"/>
          <p:cNvSpPr txBox="1">
            <a:spLocks noGrp="1"/>
          </p:cNvSpPr>
          <p:nvPr>
            <p:ph type="title"/>
          </p:nvPr>
        </p:nvSpPr>
        <p:spPr>
          <a:xfrm>
            <a:off x="435894" y="526617"/>
            <a:ext cx="8272200" cy="760200"/>
          </a:xfrm>
          <a:prstGeom prst="rect">
            <a:avLst/>
          </a:prstGeom>
        </p:spPr>
        <p:txBody>
          <a:bodyPr spcFirstLastPara="1" wrap="square" lIns="68575" tIns="68575" rIns="68575" bIns="6857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sk-SK" dirty="0" err="1"/>
              <a:t>Potomkové</a:t>
            </a:r>
            <a:r>
              <a:rPr lang="sk-SK" dirty="0"/>
              <a:t> selektor</a:t>
            </a:r>
            <a:r>
              <a:rPr lang="en-US" dirty="0"/>
              <a:t>y </a:t>
            </a:r>
            <a:endParaRPr lang="sk-SK" dirty="0"/>
          </a:p>
        </p:txBody>
      </p:sp>
      <p:sp>
        <p:nvSpPr>
          <p:cNvPr id="286" name="Google Shape;286;p38"/>
          <p:cNvSpPr txBox="1">
            <a:spLocks noGrp="1"/>
          </p:cNvSpPr>
          <p:nvPr>
            <p:ph type="body" idx="1"/>
          </p:nvPr>
        </p:nvSpPr>
        <p:spPr>
          <a:xfrm>
            <a:off x="435900" y="1635375"/>
            <a:ext cx="8272200" cy="2933100"/>
          </a:xfrm>
          <a:prstGeom prst="rect">
            <a:avLst/>
          </a:prstGeom>
        </p:spPr>
        <p:txBody>
          <a:bodyPr spcFirstLastPara="1" wrap="square" lIns="68575" tIns="68575" rIns="68575" bIns="68575" anchor="t" anchorCtr="0">
            <a:noAutofit/>
          </a:bodyPr>
          <a:lstStyle/>
          <a:p>
            <a:pPr marL="457200" lvl="0" indent="-330200" algn="l" rtl="0">
              <a:spcBef>
                <a:spcPts val="300"/>
              </a:spcBef>
              <a:spcAft>
                <a:spcPts val="0"/>
              </a:spcAft>
              <a:buSzPts val="1600"/>
              <a:buChar char="●"/>
            </a:pPr>
            <a:r>
              <a:rPr lang="sk-SK" dirty="0"/>
              <a:t>Selektor priameho potomka</a:t>
            </a:r>
          </a:p>
          <a:p>
            <a:pPr marL="914400" lvl="1" indent="-304800" algn="l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Mono"/>
              <a:buChar char="○"/>
            </a:pPr>
            <a:r>
              <a:rPr lang="sk-SK" sz="1200" dirty="0">
                <a:solidFill>
                  <a:srgbClr val="434343"/>
                </a:solidFill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  <a:t>p &gt; </a:t>
            </a:r>
            <a:r>
              <a:rPr lang="sk-SK" sz="1200" dirty="0" err="1">
                <a:solidFill>
                  <a:srgbClr val="434343"/>
                </a:solidFill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  <a:t>strong</a:t>
            </a:r>
            <a:r>
              <a:rPr lang="sk-SK" sz="1200" dirty="0">
                <a:solidFill>
                  <a:srgbClr val="434343"/>
                </a:solidFill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  <a:t> { color : </a:t>
            </a:r>
            <a:r>
              <a:rPr lang="sk-SK" sz="1200" dirty="0" err="1">
                <a:solidFill>
                  <a:srgbClr val="434343"/>
                </a:solidFill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  <a:t>red</a:t>
            </a:r>
            <a:r>
              <a:rPr lang="sk-SK" sz="1200" dirty="0">
                <a:solidFill>
                  <a:srgbClr val="434343"/>
                </a:solidFill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  <a:t> }</a:t>
            </a:r>
            <a:br>
              <a:rPr lang="sk-SK" sz="1200" dirty="0">
                <a:solidFill>
                  <a:srgbClr val="434343"/>
                </a:solidFill>
                <a:latin typeface="Roboto Mono"/>
                <a:ea typeface="Roboto Mono"/>
                <a:cs typeface="Roboto Mono"/>
                <a:sym typeface="Roboto Mono"/>
              </a:rPr>
            </a:br>
            <a:endParaRPr lang="sk-SK" sz="1200" dirty="0">
              <a:solidFill>
                <a:srgbClr val="434343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sk-SK" dirty="0"/>
              <a:t>Selektor ľubovoľného potomka: </a:t>
            </a:r>
          </a:p>
          <a:p>
            <a:pPr marL="914400" lvl="1" indent="-298450" algn="l" rtl="0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sk-SK" sz="1200" dirty="0" err="1">
                <a:solidFill>
                  <a:srgbClr val="434343"/>
                </a:solidFill>
                <a:latin typeface="Consolas" panose="020B0609020204030204" pitchFamily="49" charset="0"/>
                <a:ea typeface="Roboto Mono"/>
                <a:sym typeface="Roboto Mono"/>
              </a:rPr>
              <a:t>blockquote</a:t>
            </a:r>
            <a:r>
              <a:rPr lang="sk-SK" sz="1200" dirty="0">
                <a:solidFill>
                  <a:srgbClr val="434343"/>
                </a:solidFill>
                <a:latin typeface="Consolas" panose="020B0609020204030204" pitchFamily="49" charset="0"/>
                <a:ea typeface="Roboto Mono"/>
                <a:sym typeface="Roboto Mono"/>
              </a:rPr>
              <a:t> </a:t>
            </a:r>
            <a:r>
              <a:rPr lang="sk-SK" sz="1200" dirty="0" err="1">
                <a:solidFill>
                  <a:srgbClr val="434343"/>
                </a:solidFill>
                <a:latin typeface="Consolas" panose="020B0609020204030204" pitchFamily="49" charset="0"/>
                <a:ea typeface="Roboto Mono"/>
                <a:sym typeface="Roboto Mono"/>
              </a:rPr>
              <a:t>em</a:t>
            </a:r>
            <a:r>
              <a:rPr lang="sk-SK" sz="1200" dirty="0">
                <a:solidFill>
                  <a:srgbClr val="434343"/>
                </a:solidFill>
                <a:latin typeface="Consolas" panose="020B0609020204030204" pitchFamily="49" charset="0"/>
                <a:ea typeface="Roboto Mono"/>
                <a:sym typeface="Roboto Mono"/>
              </a:rPr>
              <a:t> { color :#ff0000 }</a:t>
            </a:r>
            <a:br>
              <a:rPr lang="sk-SK" sz="1200" dirty="0">
                <a:solidFill>
                  <a:srgbClr val="434343"/>
                </a:solidFill>
                <a:latin typeface="Roboto Mono"/>
                <a:ea typeface="Roboto Mono"/>
                <a:cs typeface="Roboto Mono"/>
                <a:sym typeface="Roboto Mono"/>
              </a:rPr>
            </a:br>
            <a:endParaRPr lang="sk-SK" sz="1800" dirty="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457200" marR="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Noto Sans Symbols"/>
              <a:buChar char="●"/>
            </a:pPr>
            <a:r>
              <a:rPr lang="sk-SK" dirty="0"/>
              <a:t>Selektor priameho nasledujúceho</a:t>
            </a:r>
            <a:r>
              <a:rPr lang="en-US" dirty="0"/>
              <a:t> </a:t>
            </a:r>
            <a:r>
              <a:rPr lang="sk-SK" dirty="0"/>
              <a:t>súrodenca</a:t>
            </a:r>
          </a:p>
          <a:p>
            <a:pPr marL="914400" lvl="1" indent="-298450" algn="l" rtl="0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sk-SK" sz="1200" dirty="0">
                <a:solidFill>
                  <a:srgbClr val="434343"/>
                </a:solidFill>
                <a:latin typeface="Consolas" panose="020B0609020204030204" pitchFamily="49" charset="0"/>
                <a:ea typeface="Roboto Mono"/>
                <a:sym typeface="Roboto Mono"/>
              </a:rPr>
              <a:t>li + li { </a:t>
            </a:r>
            <a:r>
              <a:rPr lang="sk-SK" sz="1200" dirty="0" err="1">
                <a:solidFill>
                  <a:srgbClr val="434343"/>
                </a:solidFill>
                <a:latin typeface="Consolas" panose="020B0609020204030204" pitchFamily="49" charset="0"/>
                <a:ea typeface="Roboto Mono"/>
                <a:sym typeface="Roboto Mono"/>
              </a:rPr>
              <a:t>border</a:t>
            </a:r>
            <a:r>
              <a:rPr lang="sk-SK" sz="1200" dirty="0">
                <a:solidFill>
                  <a:srgbClr val="434343"/>
                </a:solidFill>
                <a:latin typeface="Consolas" panose="020B0609020204030204" pitchFamily="49" charset="0"/>
                <a:ea typeface="Roboto Mono"/>
                <a:sym typeface="Roboto Mono"/>
              </a:rPr>
              <a:t>-top: 1px </a:t>
            </a:r>
            <a:r>
              <a:rPr lang="sk-SK" sz="1200" dirty="0" err="1">
                <a:solidFill>
                  <a:srgbClr val="434343"/>
                </a:solidFill>
                <a:latin typeface="Consolas" panose="020B0609020204030204" pitchFamily="49" charset="0"/>
                <a:ea typeface="Roboto Mono"/>
                <a:sym typeface="Roboto Mono"/>
              </a:rPr>
              <a:t>solid</a:t>
            </a:r>
            <a:r>
              <a:rPr lang="sk-SK" sz="1200" dirty="0">
                <a:solidFill>
                  <a:srgbClr val="434343"/>
                </a:solidFill>
                <a:latin typeface="Consolas" panose="020B0609020204030204" pitchFamily="49" charset="0"/>
                <a:ea typeface="Roboto Mono"/>
                <a:sym typeface="Roboto Mono"/>
              </a:rPr>
              <a:t> </a:t>
            </a:r>
            <a:r>
              <a:rPr lang="sk-SK" sz="1200" dirty="0" err="1">
                <a:solidFill>
                  <a:srgbClr val="434343"/>
                </a:solidFill>
                <a:latin typeface="Consolas" panose="020B0609020204030204" pitchFamily="49" charset="0"/>
                <a:ea typeface="Roboto Mono"/>
                <a:sym typeface="Roboto Mono"/>
              </a:rPr>
              <a:t>black</a:t>
            </a:r>
            <a:r>
              <a:rPr lang="sk-SK" sz="1200" dirty="0">
                <a:solidFill>
                  <a:srgbClr val="434343"/>
                </a:solidFill>
                <a:latin typeface="Consolas" panose="020B0609020204030204" pitchFamily="49" charset="0"/>
                <a:ea typeface="Roboto Mono"/>
                <a:sym typeface="Roboto Mono"/>
              </a:rPr>
              <a:t> }</a:t>
            </a:r>
            <a:br>
              <a:rPr lang="sk-SK" sz="1200" dirty="0">
                <a:solidFill>
                  <a:srgbClr val="434343"/>
                </a:solidFill>
                <a:latin typeface="Roboto Mono"/>
                <a:ea typeface="Roboto Mono"/>
                <a:cs typeface="Roboto Mono"/>
                <a:sym typeface="Roboto Mono"/>
              </a:rPr>
            </a:br>
            <a:endParaRPr lang="sk-SK" dirty="0"/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sk-SK" dirty="0"/>
              <a:t>Selektor ľubovoľného nasledujúceho  súrodenca </a:t>
            </a:r>
          </a:p>
          <a:p>
            <a:pPr marL="914400" lvl="1" indent="-298450" algn="l" rtl="0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sk-SK" sz="1200" dirty="0">
                <a:solidFill>
                  <a:srgbClr val="434343"/>
                </a:solidFill>
                <a:latin typeface="Consolas" panose="020B0609020204030204" pitchFamily="49" charset="0"/>
                <a:ea typeface="Roboto Mono"/>
                <a:sym typeface="Roboto Mono"/>
              </a:rPr>
              <a:t>li ~ li { </a:t>
            </a:r>
            <a:r>
              <a:rPr lang="sk-SK" sz="1200" dirty="0" err="1">
                <a:solidFill>
                  <a:srgbClr val="434343"/>
                </a:solidFill>
                <a:latin typeface="Consolas" panose="020B0609020204030204" pitchFamily="49" charset="0"/>
                <a:ea typeface="Roboto Mono"/>
                <a:sym typeface="Roboto Mono"/>
              </a:rPr>
              <a:t>border</a:t>
            </a:r>
            <a:r>
              <a:rPr lang="sk-SK" sz="1200" dirty="0">
                <a:solidFill>
                  <a:srgbClr val="434343"/>
                </a:solidFill>
                <a:latin typeface="Consolas" panose="020B0609020204030204" pitchFamily="49" charset="0"/>
                <a:ea typeface="Roboto Mono"/>
                <a:sym typeface="Roboto Mono"/>
              </a:rPr>
              <a:t>-top: 1px </a:t>
            </a:r>
            <a:r>
              <a:rPr lang="sk-SK" sz="1200" dirty="0" err="1">
                <a:solidFill>
                  <a:srgbClr val="434343"/>
                </a:solidFill>
                <a:latin typeface="Consolas" panose="020B0609020204030204" pitchFamily="49" charset="0"/>
                <a:ea typeface="Roboto Mono"/>
                <a:sym typeface="Roboto Mono"/>
              </a:rPr>
              <a:t>solid</a:t>
            </a:r>
            <a:r>
              <a:rPr lang="sk-SK" sz="1200" dirty="0">
                <a:solidFill>
                  <a:srgbClr val="434343"/>
                </a:solidFill>
                <a:latin typeface="Consolas" panose="020B0609020204030204" pitchFamily="49" charset="0"/>
                <a:ea typeface="Roboto Mono"/>
                <a:sym typeface="Roboto Mono"/>
              </a:rPr>
              <a:t> </a:t>
            </a:r>
            <a:r>
              <a:rPr lang="sk-SK" sz="1200" dirty="0" err="1">
                <a:solidFill>
                  <a:srgbClr val="434343"/>
                </a:solidFill>
                <a:latin typeface="Consolas" panose="020B0609020204030204" pitchFamily="49" charset="0"/>
                <a:ea typeface="Roboto Mono"/>
                <a:sym typeface="Roboto Mono"/>
              </a:rPr>
              <a:t>black</a:t>
            </a:r>
            <a:r>
              <a:rPr lang="sk-SK" sz="1200" dirty="0">
                <a:solidFill>
                  <a:srgbClr val="434343"/>
                </a:solidFill>
                <a:latin typeface="Consolas" panose="020B0609020204030204" pitchFamily="49" charset="0"/>
                <a:ea typeface="Roboto Mono"/>
                <a:sym typeface="Roboto Mono"/>
              </a:rPr>
              <a:t> }</a:t>
            </a:r>
            <a:endParaRPr lang="sk-SK" sz="1200" dirty="0">
              <a:solidFill>
                <a:srgbClr val="434343"/>
              </a:solidFill>
              <a:latin typeface="Consolas" panose="020B0609020204030204" pitchFamily="49" charset="0"/>
              <a:ea typeface="Roboto Mono"/>
            </a:endParaRPr>
          </a:p>
        </p:txBody>
      </p:sp>
      <p:sp>
        <p:nvSpPr>
          <p:cNvPr id="287" name="Google Shape;287;p38"/>
          <p:cNvSpPr txBox="1">
            <a:spLocks noGrp="1"/>
          </p:cNvSpPr>
          <p:nvPr>
            <p:ph type="sldNum" idx="12"/>
          </p:nvPr>
        </p:nvSpPr>
        <p:spPr>
          <a:xfrm>
            <a:off x="8499550" y="4742725"/>
            <a:ext cx="312600" cy="273900"/>
          </a:xfrm>
          <a:prstGeom prst="rect">
            <a:avLst/>
          </a:prstGeom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sk-SK" smtClean="0"/>
              <a:t>11</a:t>
            </a:fld>
            <a:endParaRPr lang="sk-SK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39"/>
          <p:cNvSpPr txBox="1">
            <a:spLocks noGrp="1"/>
          </p:cNvSpPr>
          <p:nvPr>
            <p:ph type="title"/>
          </p:nvPr>
        </p:nvSpPr>
        <p:spPr>
          <a:xfrm>
            <a:off x="435894" y="526617"/>
            <a:ext cx="8272200" cy="760200"/>
          </a:xfrm>
          <a:prstGeom prst="rect">
            <a:avLst/>
          </a:prstGeom>
        </p:spPr>
        <p:txBody>
          <a:bodyPr spcFirstLastPara="1" wrap="square" lIns="68575" tIns="68575" rIns="68575" bIns="6857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sk-SK" dirty="0"/>
              <a:t>Potomkové CSS selektory – príklady </a:t>
            </a:r>
          </a:p>
        </p:txBody>
      </p:sp>
      <p:sp>
        <p:nvSpPr>
          <p:cNvPr id="294" name="Google Shape;294;p39"/>
          <p:cNvSpPr txBox="1">
            <a:spLocks noGrp="1"/>
          </p:cNvSpPr>
          <p:nvPr>
            <p:ph type="sldNum" idx="12"/>
          </p:nvPr>
        </p:nvSpPr>
        <p:spPr>
          <a:xfrm>
            <a:off x="8499550" y="4742725"/>
            <a:ext cx="312600" cy="273900"/>
          </a:xfrm>
          <a:prstGeom prst="rect">
            <a:avLst/>
          </a:prstGeom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sk-SK" smtClean="0"/>
              <a:t>12</a:t>
            </a:fld>
            <a:endParaRPr lang="sk-SK" dirty="0"/>
          </a:p>
        </p:txBody>
      </p:sp>
      <p:sp>
        <p:nvSpPr>
          <p:cNvPr id="293" name="Google Shape;293;p39"/>
          <p:cNvSpPr txBox="1">
            <a:spLocks noGrp="1"/>
          </p:cNvSpPr>
          <p:nvPr>
            <p:ph type="body" idx="1"/>
          </p:nvPr>
        </p:nvSpPr>
        <p:spPr>
          <a:xfrm>
            <a:off x="343025" y="1452674"/>
            <a:ext cx="3120000" cy="3143851"/>
          </a:xfrm>
          <a:prstGeom prst="rect">
            <a:avLst/>
          </a:prstGeom>
          <a:solidFill>
            <a:schemeClr val="bg1"/>
          </a:solidFill>
        </p:spPr>
        <p:txBody>
          <a:bodyPr spcFirstLastPara="1" wrap="square" lIns="68575" tIns="68575" rIns="68575" bIns="68575" anchor="t" anchorCtr="0">
            <a:noAutofit/>
          </a:bodyPr>
          <a:lstStyle/>
          <a:p>
            <a:pPr marL="228600" lvl="0" indent="-152400" algn="l" rtl="0">
              <a:lnSpc>
                <a:spcPts val="9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sk-SK" sz="900" dirty="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lang="sk-SK" sz="900" dirty="0" err="1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ul</a:t>
            </a:r>
            <a:r>
              <a:rPr lang="sk-SK" sz="900" dirty="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</a:p>
          <a:p>
            <a:pPr marL="228600" lvl="0" indent="-152400" algn="l" rtl="0">
              <a:lnSpc>
                <a:spcPts val="9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lang="sk-SK" sz="900" dirty="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     </a:t>
            </a:r>
            <a:r>
              <a:rPr lang="sk-SK" sz="900" dirty="0">
                <a:solidFill>
                  <a:srgbClr val="007700"/>
                </a:solidFill>
                <a:latin typeface="Consolas"/>
                <a:ea typeface="Consolas"/>
                <a:cs typeface="Consolas"/>
                <a:sym typeface="Consolas"/>
              </a:rPr>
              <a:t>&lt;li&gt;</a:t>
            </a:r>
            <a:r>
              <a:rPr lang="sk-SK" sz="900" dirty="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Slovensky</a:t>
            </a:r>
            <a:r>
              <a:rPr lang="sk-SK" sz="900" dirty="0">
                <a:solidFill>
                  <a:srgbClr val="007700"/>
                </a:solidFill>
                <a:latin typeface="Consolas"/>
                <a:ea typeface="Consolas"/>
                <a:cs typeface="Consolas"/>
                <a:sym typeface="Consolas"/>
              </a:rPr>
              <a:t>&lt;/li&gt;</a:t>
            </a:r>
            <a:endParaRPr lang="sk-SK" sz="900" dirty="0">
              <a:solidFill>
                <a:srgbClr val="333333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228600" lvl="0" indent="-152400" algn="l" rtl="0">
              <a:lnSpc>
                <a:spcPts val="9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lang="sk-SK" sz="900" dirty="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     </a:t>
            </a:r>
            <a:r>
              <a:rPr lang="sk-SK" sz="900" dirty="0">
                <a:solidFill>
                  <a:srgbClr val="007700"/>
                </a:solidFill>
                <a:latin typeface="Consolas"/>
                <a:ea typeface="Consolas"/>
                <a:cs typeface="Consolas"/>
                <a:sym typeface="Consolas"/>
              </a:rPr>
              <a:t>&lt;li&gt;</a:t>
            </a:r>
            <a:r>
              <a:rPr lang="sk-SK" sz="900" dirty="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Nemecky</a:t>
            </a:r>
            <a:r>
              <a:rPr lang="sk-SK" sz="900" dirty="0">
                <a:solidFill>
                  <a:srgbClr val="007700"/>
                </a:solidFill>
                <a:latin typeface="Consolas"/>
                <a:ea typeface="Consolas"/>
                <a:cs typeface="Consolas"/>
                <a:sym typeface="Consolas"/>
              </a:rPr>
              <a:t>&lt;/li&gt;</a:t>
            </a:r>
            <a:endParaRPr lang="sk-SK" sz="900" dirty="0">
              <a:solidFill>
                <a:srgbClr val="333333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228600" lvl="0" indent="-152400" algn="l" rtl="0">
              <a:lnSpc>
                <a:spcPts val="9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lang="sk-SK" sz="900" dirty="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     </a:t>
            </a:r>
            <a:r>
              <a:rPr lang="sk-SK" sz="900" dirty="0">
                <a:solidFill>
                  <a:srgbClr val="007700"/>
                </a:solidFill>
                <a:latin typeface="Consolas"/>
                <a:ea typeface="Consolas"/>
                <a:cs typeface="Consolas"/>
                <a:sym typeface="Consolas"/>
              </a:rPr>
              <a:t>&lt;li&gt;</a:t>
            </a:r>
            <a:r>
              <a:rPr lang="sk-SK" sz="900" dirty="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Anglicky</a:t>
            </a:r>
          </a:p>
          <a:p>
            <a:pPr marL="228600" lvl="0" indent="-152400" algn="l" rtl="0">
              <a:lnSpc>
                <a:spcPts val="9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lang="sk-SK" sz="900" dirty="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      </a:t>
            </a:r>
            <a:r>
              <a:rPr lang="sk-SK" sz="900" dirty="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 &lt;</a:t>
            </a:r>
            <a:r>
              <a:rPr lang="sk-SK" sz="900" dirty="0" err="1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ul</a:t>
            </a:r>
            <a:r>
              <a:rPr lang="sk-SK" sz="900" dirty="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</a:p>
          <a:p>
            <a:pPr marL="228600" lvl="0" indent="-152400" algn="l" rtl="0">
              <a:lnSpc>
                <a:spcPts val="9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lang="sk-SK" sz="900" dirty="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         </a:t>
            </a:r>
            <a:r>
              <a:rPr lang="sk-SK" sz="900" dirty="0">
                <a:solidFill>
                  <a:srgbClr val="007700"/>
                </a:solidFill>
                <a:latin typeface="Consolas"/>
                <a:ea typeface="Consolas"/>
                <a:cs typeface="Consolas"/>
                <a:sym typeface="Consolas"/>
              </a:rPr>
              <a:t>&lt;li&gt;</a:t>
            </a:r>
            <a:r>
              <a:rPr lang="sk-SK" sz="900" dirty="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Slovensky</a:t>
            </a:r>
            <a:r>
              <a:rPr lang="sk-SK" sz="900" dirty="0">
                <a:solidFill>
                  <a:srgbClr val="007700"/>
                </a:solidFill>
                <a:latin typeface="Consolas"/>
                <a:ea typeface="Consolas"/>
                <a:cs typeface="Consolas"/>
                <a:sym typeface="Consolas"/>
              </a:rPr>
              <a:t>&lt;/li&gt;</a:t>
            </a:r>
            <a:endParaRPr lang="sk-SK" sz="900" dirty="0">
              <a:solidFill>
                <a:srgbClr val="333333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228600" lvl="0" indent="-152400" algn="l" rtl="0">
              <a:lnSpc>
                <a:spcPts val="9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lang="sk-SK" sz="900" dirty="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         </a:t>
            </a:r>
            <a:r>
              <a:rPr lang="sk-SK" sz="900" dirty="0">
                <a:solidFill>
                  <a:srgbClr val="007700"/>
                </a:solidFill>
                <a:latin typeface="Consolas"/>
                <a:ea typeface="Consolas"/>
                <a:cs typeface="Consolas"/>
                <a:sym typeface="Consolas"/>
              </a:rPr>
              <a:t>&lt;li&gt;</a:t>
            </a:r>
            <a:r>
              <a:rPr lang="sk-SK" sz="900" dirty="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Nemecky</a:t>
            </a:r>
            <a:r>
              <a:rPr lang="sk-SK" sz="900" dirty="0">
                <a:solidFill>
                  <a:srgbClr val="007700"/>
                </a:solidFill>
                <a:latin typeface="Consolas"/>
                <a:ea typeface="Consolas"/>
                <a:cs typeface="Consolas"/>
                <a:sym typeface="Consolas"/>
              </a:rPr>
              <a:t>&lt;/li&gt;</a:t>
            </a:r>
            <a:endParaRPr lang="sk-SK" sz="900" dirty="0">
              <a:solidFill>
                <a:srgbClr val="333333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228600" lvl="0" indent="-152400" algn="l" rtl="0">
              <a:lnSpc>
                <a:spcPts val="9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lang="sk-SK" sz="900" dirty="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         </a:t>
            </a:r>
            <a:r>
              <a:rPr lang="sk-SK" sz="900" dirty="0">
                <a:solidFill>
                  <a:srgbClr val="007700"/>
                </a:solidFill>
                <a:latin typeface="Consolas"/>
                <a:ea typeface="Consolas"/>
                <a:cs typeface="Consolas"/>
                <a:sym typeface="Consolas"/>
              </a:rPr>
              <a:t>&lt;li&gt;</a:t>
            </a:r>
            <a:r>
              <a:rPr lang="sk-SK" sz="900" dirty="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Anglicky</a:t>
            </a:r>
          </a:p>
          <a:p>
            <a:pPr marL="228600" lvl="0" indent="-152400" algn="l" rtl="0">
              <a:lnSpc>
                <a:spcPts val="9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lang="sk-SK" sz="900" dirty="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           </a:t>
            </a:r>
            <a:r>
              <a:rPr lang="sk-SK" sz="900" dirty="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lang="sk-SK" sz="900" dirty="0" err="1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ul</a:t>
            </a:r>
            <a:r>
              <a:rPr lang="sk-SK" sz="900" dirty="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</a:p>
          <a:p>
            <a:pPr marL="228600" lvl="0" indent="-152400" algn="l" rtl="0">
              <a:lnSpc>
                <a:spcPts val="9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lang="sk-SK" sz="900" dirty="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             </a:t>
            </a:r>
            <a:r>
              <a:rPr lang="sk-SK" sz="900" dirty="0">
                <a:solidFill>
                  <a:srgbClr val="007700"/>
                </a:solidFill>
                <a:latin typeface="Consolas"/>
                <a:ea typeface="Consolas"/>
                <a:cs typeface="Consolas"/>
                <a:sym typeface="Consolas"/>
              </a:rPr>
              <a:t>&lt;li&gt;</a:t>
            </a:r>
            <a:r>
              <a:rPr lang="sk-SK" sz="900" dirty="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Slovensky</a:t>
            </a:r>
            <a:r>
              <a:rPr lang="sk-SK" sz="900" dirty="0">
                <a:solidFill>
                  <a:srgbClr val="007700"/>
                </a:solidFill>
                <a:latin typeface="Consolas"/>
                <a:ea typeface="Consolas"/>
                <a:cs typeface="Consolas"/>
                <a:sym typeface="Consolas"/>
              </a:rPr>
              <a:t>&lt;/li&gt;</a:t>
            </a:r>
            <a:endParaRPr lang="sk-SK" sz="900" dirty="0">
              <a:solidFill>
                <a:srgbClr val="333333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228600" lvl="0" indent="-152400" algn="l" rtl="0">
              <a:lnSpc>
                <a:spcPts val="9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lang="sk-SK" sz="900" dirty="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             </a:t>
            </a:r>
            <a:r>
              <a:rPr lang="sk-SK" sz="900" dirty="0">
                <a:solidFill>
                  <a:srgbClr val="007700"/>
                </a:solidFill>
                <a:latin typeface="Consolas"/>
                <a:ea typeface="Consolas"/>
                <a:cs typeface="Consolas"/>
                <a:sym typeface="Consolas"/>
              </a:rPr>
              <a:t>&lt;li&gt;</a:t>
            </a:r>
            <a:r>
              <a:rPr lang="sk-SK" sz="900" dirty="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Nemecky</a:t>
            </a:r>
            <a:r>
              <a:rPr lang="sk-SK" sz="900" dirty="0">
                <a:solidFill>
                  <a:srgbClr val="007700"/>
                </a:solidFill>
                <a:latin typeface="Consolas"/>
                <a:ea typeface="Consolas"/>
                <a:cs typeface="Consolas"/>
                <a:sym typeface="Consolas"/>
              </a:rPr>
              <a:t>&lt;/li&gt;</a:t>
            </a:r>
            <a:endParaRPr lang="sk-SK" sz="900" dirty="0">
              <a:solidFill>
                <a:srgbClr val="333333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228600" lvl="0" indent="-152400" algn="l" rtl="0">
              <a:lnSpc>
                <a:spcPts val="9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lang="sk-SK" sz="900" dirty="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             </a:t>
            </a:r>
            <a:r>
              <a:rPr lang="sk-SK" sz="900" dirty="0">
                <a:solidFill>
                  <a:srgbClr val="007700"/>
                </a:solidFill>
                <a:latin typeface="Consolas"/>
                <a:ea typeface="Consolas"/>
                <a:cs typeface="Consolas"/>
                <a:sym typeface="Consolas"/>
              </a:rPr>
              <a:t>&lt;li&gt;</a:t>
            </a:r>
            <a:r>
              <a:rPr lang="sk-SK" sz="900" dirty="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Anglicky</a:t>
            </a:r>
            <a:r>
              <a:rPr lang="sk-SK" sz="900" dirty="0">
                <a:solidFill>
                  <a:srgbClr val="007700"/>
                </a:solidFill>
                <a:latin typeface="Consolas"/>
                <a:ea typeface="Consolas"/>
                <a:cs typeface="Consolas"/>
                <a:sym typeface="Consolas"/>
              </a:rPr>
              <a:t>&lt;/li&gt;</a:t>
            </a:r>
            <a:endParaRPr lang="sk-SK" sz="900" dirty="0">
              <a:solidFill>
                <a:srgbClr val="333333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228600" lvl="0" indent="-152400" algn="l" rtl="0">
              <a:lnSpc>
                <a:spcPts val="9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lang="sk-SK" sz="900" dirty="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           </a:t>
            </a:r>
            <a:r>
              <a:rPr lang="sk-SK" sz="900" dirty="0">
                <a:solidFill>
                  <a:srgbClr val="007700"/>
                </a:solidFill>
                <a:latin typeface="Consolas"/>
                <a:ea typeface="Consolas"/>
                <a:cs typeface="Consolas"/>
                <a:sym typeface="Consolas"/>
              </a:rPr>
              <a:t>&lt;/</a:t>
            </a:r>
            <a:r>
              <a:rPr lang="sk-SK" sz="900" dirty="0" err="1">
                <a:solidFill>
                  <a:srgbClr val="007700"/>
                </a:solidFill>
                <a:latin typeface="Consolas"/>
                <a:ea typeface="Consolas"/>
                <a:cs typeface="Consolas"/>
                <a:sym typeface="Consolas"/>
              </a:rPr>
              <a:t>ul</a:t>
            </a:r>
            <a:r>
              <a:rPr lang="sk-SK" sz="900" dirty="0">
                <a:solidFill>
                  <a:srgbClr val="007700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  <a:endParaRPr lang="sk-SK" sz="900" dirty="0">
              <a:solidFill>
                <a:srgbClr val="333333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228600" lvl="0" indent="-152400" algn="l" rtl="0">
              <a:lnSpc>
                <a:spcPts val="9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lang="sk-SK" sz="900" dirty="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         </a:t>
            </a:r>
            <a:r>
              <a:rPr lang="sk-SK" sz="900" dirty="0">
                <a:solidFill>
                  <a:srgbClr val="007700"/>
                </a:solidFill>
                <a:latin typeface="Consolas"/>
                <a:ea typeface="Consolas"/>
                <a:cs typeface="Consolas"/>
                <a:sym typeface="Consolas"/>
              </a:rPr>
              <a:t>&lt;/li&gt;</a:t>
            </a:r>
            <a:endParaRPr lang="sk-SK" sz="900" dirty="0">
              <a:solidFill>
                <a:srgbClr val="333333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228600" lvl="0" indent="-152400" algn="l" rtl="0">
              <a:lnSpc>
                <a:spcPts val="9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lang="sk-SK" sz="900" dirty="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       </a:t>
            </a:r>
            <a:r>
              <a:rPr lang="sk-SK" sz="900" dirty="0">
                <a:solidFill>
                  <a:srgbClr val="007700"/>
                </a:solidFill>
                <a:latin typeface="Consolas"/>
                <a:ea typeface="Consolas"/>
                <a:cs typeface="Consolas"/>
                <a:sym typeface="Consolas"/>
              </a:rPr>
              <a:t>&lt;/</a:t>
            </a:r>
            <a:r>
              <a:rPr lang="sk-SK" sz="900" dirty="0" err="1">
                <a:solidFill>
                  <a:srgbClr val="007700"/>
                </a:solidFill>
                <a:latin typeface="Consolas"/>
                <a:ea typeface="Consolas"/>
                <a:cs typeface="Consolas"/>
                <a:sym typeface="Consolas"/>
              </a:rPr>
              <a:t>ul</a:t>
            </a:r>
            <a:r>
              <a:rPr lang="sk-SK" sz="900" dirty="0">
                <a:solidFill>
                  <a:srgbClr val="007700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  <a:endParaRPr lang="sk-SK" sz="900" dirty="0">
              <a:solidFill>
                <a:srgbClr val="333333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228600" lvl="0" indent="-152400" algn="l" rtl="0">
              <a:lnSpc>
                <a:spcPts val="9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lang="sk-SK" sz="900" dirty="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     </a:t>
            </a:r>
            <a:r>
              <a:rPr lang="sk-SK" sz="900" dirty="0">
                <a:solidFill>
                  <a:srgbClr val="007700"/>
                </a:solidFill>
                <a:latin typeface="Consolas"/>
                <a:ea typeface="Consolas"/>
                <a:cs typeface="Consolas"/>
                <a:sym typeface="Consolas"/>
              </a:rPr>
              <a:t>&lt;/li&gt;</a:t>
            </a:r>
            <a:endParaRPr lang="sk-SK" sz="900" dirty="0">
              <a:solidFill>
                <a:srgbClr val="333333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ts val="9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lang="sk-SK" sz="900" dirty="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sk-SK" sz="900" dirty="0">
                <a:solidFill>
                  <a:srgbClr val="007700"/>
                </a:solidFill>
                <a:latin typeface="Consolas"/>
                <a:ea typeface="Consolas"/>
                <a:cs typeface="Consolas"/>
                <a:sym typeface="Consolas"/>
              </a:rPr>
              <a:t>&lt;/</a:t>
            </a:r>
            <a:r>
              <a:rPr lang="sk-SK" sz="900" dirty="0" err="1">
                <a:solidFill>
                  <a:srgbClr val="007700"/>
                </a:solidFill>
                <a:latin typeface="Consolas"/>
                <a:ea typeface="Consolas"/>
                <a:cs typeface="Consolas"/>
                <a:sym typeface="Consolas"/>
              </a:rPr>
              <a:t>ul</a:t>
            </a:r>
            <a:r>
              <a:rPr lang="sk-SK" sz="900" dirty="0">
                <a:solidFill>
                  <a:srgbClr val="007700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</a:p>
          <a:p>
            <a:pPr marL="228600" lvl="0" indent="-152400" algn="l" rtl="0">
              <a:lnSpc>
                <a:spcPct val="100000"/>
              </a:lnSpc>
              <a:spcBef>
                <a:spcPts val="300"/>
              </a:spcBef>
              <a:spcAft>
                <a:spcPts val="500"/>
              </a:spcAft>
              <a:buNone/>
            </a:pPr>
            <a:endParaRPr lang="sk-SK" sz="900" dirty="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96" name="Google Shape;296;p39"/>
          <p:cNvSpPr txBox="1"/>
          <p:nvPr/>
        </p:nvSpPr>
        <p:spPr>
          <a:xfrm>
            <a:off x="3638450" y="1450725"/>
            <a:ext cx="5099700" cy="314385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sk-SK" sz="1800" dirty="0" err="1">
                <a:latin typeface="Consolas"/>
                <a:ea typeface="Consolas"/>
                <a:cs typeface="Consolas"/>
                <a:sym typeface="Consolas"/>
              </a:rPr>
              <a:t>ul</a:t>
            </a:r>
            <a:endParaRPr lang="sk-SK" sz="1800" dirty="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1" name="Google Shape;302;p40">
            <a:extLst>
              <a:ext uri="{FF2B5EF4-FFF2-40B4-BE49-F238E27FC236}">
                <a16:creationId xmlns:a16="http://schemas.microsoft.com/office/drawing/2014/main" id="{E83B629A-76B9-4F42-B43E-C0AF3BECAB01}"/>
              </a:ext>
            </a:extLst>
          </p:cNvPr>
          <p:cNvSpPr txBox="1">
            <a:spLocks/>
          </p:cNvSpPr>
          <p:nvPr/>
        </p:nvSpPr>
        <p:spPr>
          <a:xfrm>
            <a:off x="343025" y="1452675"/>
            <a:ext cx="3120000" cy="31074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spcFirstLastPara="1" wrap="square" lIns="68575" tIns="68575" rIns="68575" bIns="6857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30200" algn="l" rtl="0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Noto Sans Symbols"/>
              <a:buChar char="●"/>
              <a:defRPr sz="1600" b="0" i="0" u="none" strike="noStrike" cap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defRPr>
            </a:lvl1pPr>
            <a:lvl2pPr marL="914400" marR="0" lvl="1" indent="-298450" algn="l" rtl="0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Noto Sans Symbols"/>
              <a:buChar char="○"/>
              <a:defRPr sz="1400" b="0" i="0" u="none" strike="noStrike" cap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defRPr>
            </a:lvl2pPr>
            <a:lvl3pPr marL="1371600" marR="0" lvl="2" indent="-292100" algn="l" rtl="0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Noto Sans Symbols"/>
              <a:buChar char="■"/>
              <a:defRPr sz="1100" b="0" i="0" u="none" strike="noStrike" cap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defRPr>
            </a:lvl3pPr>
            <a:lvl4pPr marL="1828800" marR="0" lvl="3" indent="-279400" algn="l" rtl="0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800"/>
              <a:buFont typeface="Noto Sans Symbols"/>
              <a:buChar char="●"/>
              <a:defRPr sz="900" b="0" i="0" u="none" strike="noStrike" cap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defRPr>
            </a:lvl4pPr>
            <a:lvl5pPr marL="2286000" marR="0" lvl="4" indent="-279400" algn="l" rtl="0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800"/>
              <a:buFont typeface="Noto Sans Symbols"/>
              <a:buChar char="○"/>
              <a:defRPr sz="900" b="0" i="0" u="none" strike="noStrike" cap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defRPr>
            </a:lvl5pPr>
            <a:lvl6pPr marL="2743200" marR="0" lvl="5" indent="-279400" algn="l" rtl="0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800"/>
              <a:buFont typeface="Noto Sans Symbols"/>
              <a:buChar char="■"/>
              <a:defRPr sz="900" b="0" i="0" u="none" strike="noStrike" cap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defRPr>
            </a:lvl6pPr>
            <a:lvl7pPr marL="3200400" marR="0" lvl="6" indent="-279400" algn="l" rtl="0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800"/>
              <a:buFont typeface="Noto Sans Symbols"/>
              <a:buChar char="●"/>
              <a:defRPr sz="900" b="0" i="0" u="none" strike="noStrike" cap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defRPr>
            </a:lvl7pPr>
            <a:lvl8pPr marL="3657600" marR="0" lvl="7" indent="-279400" algn="l" rtl="0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800"/>
              <a:buFont typeface="Noto Sans Symbols"/>
              <a:buChar char="○"/>
              <a:defRPr sz="900" b="0" i="0" u="none" strike="noStrike" cap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defRPr>
            </a:lvl8pPr>
            <a:lvl9pPr marL="4114800" marR="0" lvl="8" indent="-279400" algn="l" rtl="0">
              <a:lnSpc>
                <a:spcPct val="115000"/>
              </a:lnSpc>
              <a:spcBef>
                <a:spcPts val="500"/>
              </a:spcBef>
              <a:spcAft>
                <a:spcPts val="500"/>
              </a:spcAft>
              <a:buClr>
                <a:schemeClr val="accent2"/>
              </a:buClr>
              <a:buSzPts val="800"/>
              <a:buFont typeface="Noto Sans Symbols"/>
              <a:buChar char="■"/>
              <a:defRPr sz="900" b="0" i="0" u="none" strike="noStrike" cap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defRPr>
            </a:lvl9pPr>
          </a:lstStyle>
          <a:p>
            <a:pPr marL="228600" indent="-152400">
              <a:lnSpc>
                <a:spcPts val="900"/>
              </a:lnSpc>
              <a:buFont typeface="Noto Sans Symbols"/>
              <a:buNone/>
            </a:pPr>
            <a:r>
              <a:rPr lang="sk-SK" sz="900">
                <a:solidFill>
                  <a:srgbClr val="007700"/>
                </a:solidFill>
                <a:latin typeface="Consolas"/>
                <a:ea typeface="Consolas"/>
                <a:cs typeface="Consolas"/>
                <a:sym typeface="Consolas"/>
              </a:rPr>
              <a:t>&lt;ul&gt;</a:t>
            </a:r>
            <a:endParaRPr lang="sk-SK" sz="900">
              <a:solidFill>
                <a:srgbClr val="333333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228600" indent="-152400">
              <a:lnSpc>
                <a:spcPts val="900"/>
              </a:lnSpc>
              <a:spcBef>
                <a:spcPts val="500"/>
              </a:spcBef>
              <a:buFont typeface="Noto Sans Symbols"/>
              <a:buNone/>
            </a:pPr>
            <a:r>
              <a:rPr lang="sk-SK" sz="9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     </a:t>
            </a:r>
            <a:r>
              <a:rPr lang="sk-SK" sz="900">
                <a:solidFill>
                  <a:srgbClr val="007700"/>
                </a:solidFill>
                <a:latin typeface="Consolas"/>
                <a:ea typeface="Consolas"/>
                <a:cs typeface="Consolas"/>
                <a:sym typeface="Consolas"/>
              </a:rPr>
              <a:t>&lt;li&gt;</a:t>
            </a:r>
            <a:r>
              <a:rPr lang="sk-SK" sz="9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Slovensky</a:t>
            </a:r>
            <a:r>
              <a:rPr lang="sk-SK" sz="900">
                <a:solidFill>
                  <a:srgbClr val="007700"/>
                </a:solidFill>
                <a:latin typeface="Consolas"/>
                <a:ea typeface="Consolas"/>
                <a:cs typeface="Consolas"/>
                <a:sym typeface="Consolas"/>
              </a:rPr>
              <a:t>&lt;/li&gt;</a:t>
            </a:r>
            <a:endParaRPr lang="sk-SK" sz="900">
              <a:solidFill>
                <a:srgbClr val="333333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228600" indent="-152400">
              <a:lnSpc>
                <a:spcPts val="900"/>
              </a:lnSpc>
              <a:spcBef>
                <a:spcPts val="500"/>
              </a:spcBef>
              <a:buFont typeface="Noto Sans Symbols"/>
              <a:buNone/>
            </a:pPr>
            <a:r>
              <a:rPr lang="sk-SK" sz="9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     </a:t>
            </a:r>
            <a:r>
              <a:rPr lang="sk-SK" sz="900">
                <a:solidFill>
                  <a:srgbClr val="007700"/>
                </a:solidFill>
                <a:latin typeface="Consolas"/>
                <a:ea typeface="Consolas"/>
                <a:cs typeface="Consolas"/>
                <a:sym typeface="Consolas"/>
              </a:rPr>
              <a:t>&lt;li&gt;</a:t>
            </a:r>
            <a:r>
              <a:rPr lang="sk-SK" sz="9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Nemecky</a:t>
            </a:r>
            <a:r>
              <a:rPr lang="sk-SK" sz="900">
                <a:solidFill>
                  <a:srgbClr val="007700"/>
                </a:solidFill>
                <a:latin typeface="Consolas"/>
                <a:ea typeface="Consolas"/>
                <a:cs typeface="Consolas"/>
                <a:sym typeface="Consolas"/>
              </a:rPr>
              <a:t>&lt;/li&gt;</a:t>
            </a:r>
            <a:endParaRPr lang="sk-SK" sz="900">
              <a:solidFill>
                <a:srgbClr val="333333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228600" indent="-152400">
              <a:lnSpc>
                <a:spcPts val="900"/>
              </a:lnSpc>
              <a:spcBef>
                <a:spcPts val="500"/>
              </a:spcBef>
              <a:buFont typeface="Noto Sans Symbols"/>
              <a:buNone/>
            </a:pPr>
            <a:r>
              <a:rPr lang="sk-SK" sz="9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     </a:t>
            </a:r>
            <a:r>
              <a:rPr lang="sk-SK" sz="900">
                <a:solidFill>
                  <a:srgbClr val="007700"/>
                </a:solidFill>
                <a:latin typeface="Consolas"/>
                <a:ea typeface="Consolas"/>
                <a:cs typeface="Consolas"/>
                <a:sym typeface="Consolas"/>
              </a:rPr>
              <a:t>&lt;li&gt;</a:t>
            </a:r>
            <a:r>
              <a:rPr lang="sk-SK" sz="9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Anglicky</a:t>
            </a:r>
          </a:p>
          <a:p>
            <a:pPr marL="228600" indent="-152400">
              <a:lnSpc>
                <a:spcPts val="900"/>
              </a:lnSpc>
              <a:spcBef>
                <a:spcPts val="500"/>
              </a:spcBef>
              <a:buFont typeface="Noto Sans Symbols"/>
              <a:buNone/>
            </a:pPr>
            <a:r>
              <a:rPr lang="sk-SK" sz="9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      </a:t>
            </a:r>
            <a:r>
              <a:rPr lang="sk-SK" sz="90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 &lt;ul&gt;</a:t>
            </a:r>
          </a:p>
          <a:p>
            <a:pPr marL="228600" indent="-152400">
              <a:lnSpc>
                <a:spcPts val="900"/>
              </a:lnSpc>
              <a:spcBef>
                <a:spcPts val="500"/>
              </a:spcBef>
              <a:buFont typeface="Noto Sans Symbols"/>
              <a:buNone/>
            </a:pPr>
            <a:r>
              <a:rPr lang="sk-SK" sz="9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         </a:t>
            </a:r>
            <a:r>
              <a:rPr lang="sk-SK" sz="900">
                <a:solidFill>
                  <a:srgbClr val="007700"/>
                </a:solidFill>
                <a:latin typeface="Consolas"/>
                <a:ea typeface="Consolas"/>
                <a:cs typeface="Consolas"/>
                <a:sym typeface="Consolas"/>
              </a:rPr>
              <a:t>&lt;li&gt;</a:t>
            </a:r>
            <a:r>
              <a:rPr lang="sk-SK" sz="9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Slovensky</a:t>
            </a:r>
            <a:r>
              <a:rPr lang="sk-SK" sz="900">
                <a:solidFill>
                  <a:srgbClr val="007700"/>
                </a:solidFill>
                <a:latin typeface="Consolas"/>
                <a:ea typeface="Consolas"/>
                <a:cs typeface="Consolas"/>
                <a:sym typeface="Consolas"/>
              </a:rPr>
              <a:t>&lt;/li&gt;</a:t>
            </a:r>
            <a:endParaRPr lang="sk-SK" sz="900">
              <a:solidFill>
                <a:srgbClr val="333333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228600" indent="-152400">
              <a:lnSpc>
                <a:spcPts val="900"/>
              </a:lnSpc>
              <a:spcBef>
                <a:spcPts val="500"/>
              </a:spcBef>
              <a:buFont typeface="Noto Sans Symbols"/>
              <a:buNone/>
            </a:pPr>
            <a:r>
              <a:rPr lang="sk-SK" sz="9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         </a:t>
            </a:r>
            <a:r>
              <a:rPr lang="sk-SK" sz="900">
                <a:solidFill>
                  <a:srgbClr val="007700"/>
                </a:solidFill>
                <a:latin typeface="Consolas"/>
                <a:ea typeface="Consolas"/>
                <a:cs typeface="Consolas"/>
                <a:sym typeface="Consolas"/>
              </a:rPr>
              <a:t>&lt;li&gt;</a:t>
            </a:r>
            <a:r>
              <a:rPr lang="sk-SK" sz="9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Nemecky</a:t>
            </a:r>
            <a:r>
              <a:rPr lang="sk-SK" sz="900">
                <a:solidFill>
                  <a:srgbClr val="007700"/>
                </a:solidFill>
                <a:latin typeface="Consolas"/>
                <a:ea typeface="Consolas"/>
                <a:cs typeface="Consolas"/>
                <a:sym typeface="Consolas"/>
              </a:rPr>
              <a:t>&lt;/li&gt;</a:t>
            </a:r>
            <a:endParaRPr lang="sk-SK" sz="900">
              <a:solidFill>
                <a:srgbClr val="333333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228600" indent="-152400">
              <a:lnSpc>
                <a:spcPts val="900"/>
              </a:lnSpc>
              <a:spcBef>
                <a:spcPts val="500"/>
              </a:spcBef>
              <a:buFont typeface="Noto Sans Symbols"/>
              <a:buNone/>
            </a:pPr>
            <a:r>
              <a:rPr lang="sk-SK" sz="9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         </a:t>
            </a:r>
            <a:r>
              <a:rPr lang="sk-SK" sz="900">
                <a:solidFill>
                  <a:srgbClr val="007700"/>
                </a:solidFill>
                <a:latin typeface="Consolas"/>
                <a:ea typeface="Consolas"/>
                <a:cs typeface="Consolas"/>
                <a:sym typeface="Consolas"/>
              </a:rPr>
              <a:t>&lt;li&gt;</a:t>
            </a:r>
            <a:r>
              <a:rPr lang="sk-SK" sz="9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Anglicky</a:t>
            </a:r>
          </a:p>
          <a:p>
            <a:pPr marL="228600" indent="-152400">
              <a:lnSpc>
                <a:spcPts val="900"/>
              </a:lnSpc>
              <a:spcBef>
                <a:spcPts val="500"/>
              </a:spcBef>
              <a:buFont typeface="Noto Sans Symbols"/>
              <a:buNone/>
            </a:pPr>
            <a:r>
              <a:rPr lang="sk-SK" sz="9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           </a:t>
            </a:r>
            <a:r>
              <a:rPr lang="sk-SK" sz="90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&lt;ul&gt;</a:t>
            </a:r>
          </a:p>
          <a:p>
            <a:pPr marL="228600" indent="-152400">
              <a:lnSpc>
                <a:spcPts val="900"/>
              </a:lnSpc>
              <a:spcBef>
                <a:spcPts val="500"/>
              </a:spcBef>
              <a:buFont typeface="Noto Sans Symbols"/>
              <a:buNone/>
            </a:pPr>
            <a:r>
              <a:rPr lang="sk-SK" sz="9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             </a:t>
            </a:r>
            <a:r>
              <a:rPr lang="sk-SK" sz="900">
                <a:solidFill>
                  <a:srgbClr val="007700"/>
                </a:solidFill>
                <a:latin typeface="Consolas"/>
                <a:ea typeface="Consolas"/>
                <a:cs typeface="Consolas"/>
                <a:sym typeface="Consolas"/>
              </a:rPr>
              <a:t>&lt;li&gt;</a:t>
            </a:r>
            <a:r>
              <a:rPr lang="sk-SK" sz="9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Slovensky</a:t>
            </a:r>
            <a:r>
              <a:rPr lang="sk-SK" sz="900">
                <a:solidFill>
                  <a:srgbClr val="007700"/>
                </a:solidFill>
                <a:latin typeface="Consolas"/>
                <a:ea typeface="Consolas"/>
                <a:cs typeface="Consolas"/>
                <a:sym typeface="Consolas"/>
              </a:rPr>
              <a:t>&lt;/li&gt;</a:t>
            </a:r>
            <a:endParaRPr lang="sk-SK" sz="900">
              <a:solidFill>
                <a:srgbClr val="333333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228600" indent="-152400">
              <a:lnSpc>
                <a:spcPts val="900"/>
              </a:lnSpc>
              <a:spcBef>
                <a:spcPts val="500"/>
              </a:spcBef>
              <a:buFont typeface="Noto Sans Symbols"/>
              <a:buNone/>
            </a:pPr>
            <a:r>
              <a:rPr lang="sk-SK" sz="9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             </a:t>
            </a:r>
            <a:r>
              <a:rPr lang="sk-SK" sz="900">
                <a:solidFill>
                  <a:srgbClr val="007700"/>
                </a:solidFill>
                <a:latin typeface="Consolas"/>
                <a:ea typeface="Consolas"/>
                <a:cs typeface="Consolas"/>
                <a:sym typeface="Consolas"/>
              </a:rPr>
              <a:t>&lt;li&gt;</a:t>
            </a:r>
            <a:r>
              <a:rPr lang="sk-SK" sz="9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Nemecky</a:t>
            </a:r>
            <a:r>
              <a:rPr lang="sk-SK" sz="900">
                <a:solidFill>
                  <a:srgbClr val="007700"/>
                </a:solidFill>
                <a:latin typeface="Consolas"/>
                <a:ea typeface="Consolas"/>
                <a:cs typeface="Consolas"/>
                <a:sym typeface="Consolas"/>
              </a:rPr>
              <a:t>&lt;/li&gt;</a:t>
            </a:r>
            <a:endParaRPr lang="sk-SK" sz="900">
              <a:solidFill>
                <a:srgbClr val="333333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228600" indent="-152400">
              <a:lnSpc>
                <a:spcPts val="900"/>
              </a:lnSpc>
              <a:spcBef>
                <a:spcPts val="500"/>
              </a:spcBef>
              <a:buFont typeface="Noto Sans Symbols"/>
              <a:buNone/>
            </a:pPr>
            <a:r>
              <a:rPr lang="sk-SK" sz="9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             </a:t>
            </a:r>
            <a:r>
              <a:rPr lang="sk-SK" sz="900">
                <a:solidFill>
                  <a:srgbClr val="007700"/>
                </a:solidFill>
                <a:latin typeface="Consolas"/>
                <a:ea typeface="Consolas"/>
                <a:cs typeface="Consolas"/>
                <a:sym typeface="Consolas"/>
              </a:rPr>
              <a:t>&lt;li&gt;</a:t>
            </a:r>
            <a:r>
              <a:rPr lang="sk-SK" sz="9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Anglicky</a:t>
            </a:r>
            <a:r>
              <a:rPr lang="sk-SK" sz="900">
                <a:solidFill>
                  <a:srgbClr val="007700"/>
                </a:solidFill>
                <a:latin typeface="Consolas"/>
                <a:ea typeface="Consolas"/>
                <a:cs typeface="Consolas"/>
                <a:sym typeface="Consolas"/>
              </a:rPr>
              <a:t>&lt;/li&gt;</a:t>
            </a:r>
            <a:endParaRPr lang="sk-SK" sz="900">
              <a:solidFill>
                <a:srgbClr val="333333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228600" indent="-152400">
              <a:lnSpc>
                <a:spcPts val="900"/>
              </a:lnSpc>
              <a:spcBef>
                <a:spcPts val="500"/>
              </a:spcBef>
              <a:buFont typeface="Noto Sans Symbols"/>
              <a:buNone/>
            </a:pPr>
            <a:r>
              <a:rPr lang="sk-SK" sz="9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           </a:t>
            </a:r>
            <a:r>
              <a:rPr lang="sk-SK" sz="900">
                <a:solidFill>
                  <a:srgbClr val="007700"/>
                </a:solidFill>
                <a:latin typeface="Consolas"/>
                <a:ea typeface="Consolas"/>
                <a:cs typeface="Consolas"/>
                <a:sym typeface="Consolas"/>
              </a:rPr>
              <a:t>&lt;/ul&gt;</a:t>
            </a:r>
            <a:endParaRPr lang="sk-SK" sz="900">
              <a:solidFill>
                <a:srgbClr val="333333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228600" indent="-152400">
              <a:lnSpc>
                <a:spcPts val="900"/>
              </a:lnSpc>
              <a:spcBef>
                <a:spcPts val="500"/>
              </a:spcBef>
              <a:buFont typeface="Noto Sans Symbols"/>
              <a:buNone/>
            </a:pPr>
            <a:r>
              <a:rPr lang="sk-SK" sz="9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         </a:t>
            </a:r>
            <a:r>
              <a:rPr lang="sk-SK" sz="900">
                <a:solidFill>
                  <a:srgbClr val="007700"/>
                </a:solidFill>
                <a:latin typeface="Consolas"/>
                <a:ea typeface="Consolas"/>
                <a:cs typeface="Consolas"/>
                <a:sym typeface="Consolas"/>
              </a:rPr>
              <a:t>&lt;/li&gt;</a:t>
            </a:r>
            <a:endParaRPr lang="sk-SK" sz="900">
              <a:solidFill>
                <a:srgbClr val="333333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228600" indent="-152400">
              <a:lnSpc>
                <a:spcPts val="900"/>
              </a:lnSpc>
              <a:spcBef>
                <a:spcPts val="500"/>
              </a:spcBef>
              <a:buFont typeface="Noto Sans Symbols"/>
              <a:buNone/>
            </a:pPr>
            <a:r>
              <a:rPr lang="sk-SK" sz="9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       </a:t>
            </a:r>
            <a:r>
              <a:rPr lang="sk-SK" sz="900">
                <a:solidFill>
                  <a:srgbClr val="007700"/>
                </a:solidFill>
                <a:latin typeface="Consolas"/>
                <a:ea typeface="Consolas"/>
                <a:cs typeface="Consolas"/>
                <a:sym typeface="Consolas"/>
              </a:rPr>
              <a:t>&lt;/ul&gt;</a:t>
            </a:r>
            <a:endParaRPr lang="sk-SK" sz="900">
              <a:solidFill>
                <a:srgbClr val="333333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228600" indent="-152400">
              <a:lnSpc>
                <a:spcPts val="900"/>
              </a:lnSpc>
              <a:spcBef>
                <a:spcPts val="500"/>
              </a:spcBef>
              <a:buFont typeface="Noto Sans Symbols"/>
              <a:buNone/>
            </a:pPr>
            <a:r>
              <a:rPr lang="sk-SK" sz="9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     </a:t>
            </a:r>
            <a:r>
              <a:rPr lang="sk-SK" sz="900">
                <a:solidFill>
                  <a:srgbClr val="007700"/>
                </a:solidFill>
                <a:latin typeface="Consolas"/>
                <a:ea typeface="Consolas"/>
                <a:cs typeface="Consolas"/>
                <a:sym typeface="Consolas"/>
              </a:rPr>
              <a:t>&lt;/li&gt;</a:t>
            </a:r>
            <a:endParaRPr lang="sk-SK" sz="900">
              <a:solidFill>
                <a:srgbClr val="333333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indent="0">
              <a:lnSpc>
                <a:spcPts val="900"/>
              </a:lnSpc>
              <a:spcBef>
                <a:spcPts val="500"/>
              </a:spcBef>
              <a:buFont typeface="Noto Sans Symbols"/>
              <a:buNone/>
            </a:pPr>
            <a:r>
              <a:rPr lang="sk-SK" sz="9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sk-SK" sz="900">
                <a:solidFill>
                  <a:srgbClr val="007700"/>
                </a:solidFill>
                <a:latin typeface="Consolas"/>
                <a:ea typeface="Consolas"/>
                <a:cs typeface="Consolas"/>
                <a:sym typeface="Consolas"/>
              </a:rPr>
              <a:t>&lt;/ul&gt;</a:t>
            </a:r>
          </a:p>
          <a:p>
            <a:pPr marL="228600" indent="-152400">
              <a:lnSpc>
                <a:spcPct val="100000"/>
              </a:lnSpc>
              <a:spcAft>
                <a:spcPts val="500"/>
              </a:spcAft>
              <a:buFont typeface="Noto Sans Symbols"/>
              <a:buNone/>
            </a:pPr>
            <a:endParaRPr lang="sk-SK" sz="900" dirty="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2" name="Google Shape;305;p40">
            <a:extLst>
              <a:ext uri="{FF2B5EF4-FFF2-40B4-BE49-F238E27FC236}">
                <a16:creationId xmlns:a16="http://schemas.microsoft.com/office/drawing/2014/main" id="{EDD67D75-7E75-4C16-89C3-EBC000324B09}"/>
              </a:ext>
            </a:extLst>
          </p:cNvPr>
          <p:cNvSpPr txBox="1"/>
          <p:nvPr/>
        </p:nvSpPr>
        <p:spPr>
          <a:xfrm>
            <a:off x="3638450" y="1450725"/>
            <a:ext cx="5099700" cy="31458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sk-SK" sz="1800">
                <a:latin typeface="Consolas"/>
                <a:ea typeface="Consolas"/>
                <a:cs typeface="Consolas"/>
                <a:sym typeface="Consolas"/>
              </a:rPr>
              <a:t>ul ul</a:t>
            </a:r>
            <a:endParaRPr lang="sk-SK" sz="1800" dirty="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3" name="Google Shape;311;p41">
            <a:extLst>
              <a:ext uri="{FF2B5EF4-FFF2-40B4-BE49-F238E27FC236}">
                <a16:creationId xmlns:a16="http://schemas.microsoft.com/office/drawing/2014/main" id="{BF975240-359C-44B2-8937-230BA23593D8}"/>
              </a:ext>
            </a:extLst>
          </p:cNvPr>
          <p:cNvSpPr txBox="1">
            <a:spLocks/>
          </p:cNvSpPr>
          <p:nvPr/>
        </p:nvSpPr>
        <p:spPr>
          <a:xfrm>
            <a:off x="343026" y="1452676"/>
            <a:ext cx="3120000" cy="31074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spcFirstLastPara="1" wrap="square" lIns="68575" tIns="68575" rIns="68575" bIns="6857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30200" algn="l" rtl="0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Noto Sans Symbols"/>
              <a:buChar char="●"/>
              <a:defRPr sz="1600" b="0" i="0" u="none" strike="noStrike" cap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defRPr>
            </a:lvl1pPr>
            <a:lvl2pPr marL="914400" marR="0" lvl="1" indent="-298450" algn="l" rtl="0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Noto Sans Symbols"/>
              <a:buChar char="○"/>
              <a:defRPr sz="1400" b="0" i="0" u="none" strike="noStrike" cap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defRPr>
            </a:lvl2pPr>
            <a:lvl3pPr marL="1371600" marR="0" lvl="2" indent="-292100" algn="l" rtl="0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Noto Sans Symbols"/>
              <a:buChar char="■"/>
              <a:defRPr sz="1100" b="0" i="0" u="none" strike="noStrike" cap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defRPr>
            </a:lvl3pPr>
            <a:lvl4pPr marL="1828800" marR="0" lvl="3" indent="-279400" algn="l" rtl="0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800"/>
              <a:buFont typeface="Noto Sans Symbols"/>
              <a:buChar char="●"/>
              <a:defRPr sz="900" b="0" i="0" u="none" strike="noStrike" cap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defRPr>
            </a:lvl4pPr>
            <a:lvl5pPr marL="2286000" marR="0" lvl="4" indent="-279400" algn="l" rtl="0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800"/>
              <a:buFont typeface="Noto Sans Symbols"/>
              <a:buChar char="○"/>
              <a:defRPr sz="900" b="0" i="0" u="none" strike="noStrike" cap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defRPr>
            </a:lvl5pPr>
            <a:lvl6pPr marL="2743200" marR="0" lvl="5" indent="-279400" algn="l" rtl="0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800"/>
              <a:buFont typeface="Noto Sans Symbols"/>
              <a:buChar char="■"/>
              <a:defRPr sz="900" b="0" i="0" u="none" strike="noStrike" cap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defRPr>
            </a:lvl6pPr>
            <a:lvl7pPr marL="3200400" marR="0" lvl="6" indent="-279400" algn="l" rtl="0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800"/>
              <a:buFont typeface="Noto Sans Symbols"/>
              <a:buChar char="●"/>
              <a:defRPr sz="900" b="0" i="0" u="none" strike="noStrike" cap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defRPr>
            </a:lvl7pPr>
            <a:lvl8pPr marL="3657600" marR="0" lvl="7" indent="-279400" algn="l" rtl="0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800"/>
              <a:buFont typeface="Noto Sans Symbols"/>
              <a:buChar char="○"/>
              <a:defRPr sz="900" b="0" i="0" u="none" strike="noStrike" cap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defRPr>
            </a:lvl8pPr>
            <a:lvl9pPr marL="4114800" marR="0" lvl="8" indent="-279400" algn="l" rtl="0">
              <a:lnSpc>
                <a:spcPct val="115000"/>
              </a:lnSpc>
              <a:spcBef>
                <a:spcPts val="500"/>
              </a:spcBef>
              <a:spcAft>
                <a:spcPts val="500"/>
              </a:spcAft>
              <a:buClr>
                <a:schemeClr val="accent2"/>
              </a:buClr>
              <a:buSzPts val="800"/>
              <a:buFont typeface="Noto Sans Symbols"/>
              <a:buChar char="■"/>
              <a:defRPr sz="900" b="0" i="0" u="none" strike="noStrike" cap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defRPr>
            </a:lvl9pPr>
          </a:lstStyle>
          <a:p>
            <a:pPr marL="228600" indent="-152400">
              <a:lnSpc>
                <a:spcPts val="900"/>
              </a:lnSpc>
              <a:buFont typeface="Noto Sans Symbols"/>
              <a:buNone/>
            </a:pPr>
            <a:r>
              <a:rPr lang="sk-SK" sz="900">
                <a:solidFill>
                  <a:srgbClr val="007700"/>
                </a:solidFill>
                <a:latin typeface="Consolas"/>
                <a:ea typeface="Consolas"/>
                <a:cs typeface="Consolas"/>
                <a:sym typeface="Consolas"/>
              </a:rPr>
              <a:t>&lt;ul&gt;</a:t>
            </a:r>
            <a:endParaRPr lang="sk-SK" sz="900">
              <a:solidFill>
                <a:srgbClr val="333333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228600" indent="-152400">
              <a:lnSpc>
                <a:spcPts val="900"/>
              </a:lnSpc>
              <a:spcBef>
                <a:spcPts val="500"/>
              </a:spcBef>
              <a:buFont typeface="Noto Sans Symbols"/>
              <a:buNone/>
            </a:pPr>
            <a:r>
              <a:rPr lang="sk-SK" sz="9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     </a:t>
            </a:r>
            <a:r>
              <a:rPr lang="sk-SK" sz="900">
                <a:solidFill>
                  <a:srgbClr val="007700"/>
                </a:solidFill>
                <a:latin typeface="Consolas"/>
                <a:ea typeface="Consolas"/>
                <a:cs typeface="Consolas"/>
                <a:sym typeface="Consolas"/>
              </a:rPr>
              <a:t>&lt;li&gt;</a:t>
            </a:r>
            <a:r>
              <a:rPr lang="sk-SK" sz="9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Slovensky</a:t>
            </a:r>
            <a:r>
              <a:rPr lang="sk-SK" sz="900">
                <a:solidFill>
                  <a:srgbClr val="007700"/>
                </a:solidFill>
                <a:latin typeface="Consolas"/>
                <a:ea typeface="Consolas"/>
                <a:cs typeface="Consolas"/>
                <a:sym typeface="Consolas"/>
              </a:rPr>
              <a:t>&lt;/li&gt;</a:t>
            </a:r>
            <a:endParaRPr lang="sk-SK" sz="900">
              <a:solidFill>
                <a:srgbClr val="333333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228600" indent="-152400">
              <a:lnSpc>
                <a:spcPts val="900"/>
              </a:lnSpc>
              <a:spcBef>
                <a:spcPts val="500"/>
              </a:spcBef>
              <a:buFont typeface="Noto Sans Symbols"/>
              <a:buNone/>
            </a:pPr>
            <a:r>
              <a:rPr lang="sk-SK" sz="9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     </a:t>
            </a:r>
            <a:r>
              <a:rPr lang="sk-SK" sz="900">
                <a:solidFill>
                  <a:srgbClr val="007700"/>
                </a:solidFill>
                <a:latin typeface="Consolas"/>
                <a:ea typeface="Consolas"/>
                <a:cs typeface="Consolas"/>
                <a:sym typeface="Consolas"/>
              </a:rPr>
              <a:t>&lt;li&gt;</a:t>
            </a:r>
            <a:r>
              <a:rPr lang="sk-SK" sz="9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Nemecky</a:t>
            </a:r>
            <a:r>
              <a:rPr lang="sk-SK" sz="900">
                <a:solidFill>
                  <a:srgbClr val="007700"/>
                </a:solidFill>
                <a:latin typeface="Consolas"/>
                <a:ea typeface="Consolas"/>
                <a:cs typeface="Consolas"/>
                <a:sym typeface="Consolas"/>
              </a:rPr>
              <a:t>&lt;/li&gt;</a:t>
            </a:r>
            <a:endParaRPr lang="sk-SK" sz="900">
              <a:solidFill>
                <a:srgbClr val="333333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228600" indent="-152400">
              <a:lnSpc>
                <a:spcPts val="900"/>
              </a:lnSpc>
              <a:spcBef>
                <a:spcPts val="500"/>
              </a:spcBef>
              <a:buFont typeface="Noto Sans Symbols"/>
              <a:buNone/>
            </a:pPr>
            <a:r>
              <a:rPr lang="sk-SK" sz="9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     </a:t>
            </a:r>
            <a:r>
              <a:rPr lang="sk-SK" sz="900">
                <a:solidFill>
                  <a:srgbClr val="007700"/>
                </a:solidFill>
                <a:latin typeface="Consolas"/>
                <a:ea typeface="Consolas"/>
                <a:cs typeface="Consolas"/>
                <a:sym typeface="Consolas"/>
              </a:rPr>
              <a:t>&lt;li&gt;</a:t>
            </a:r>
            <a:r>
              <a:rPr lang="sk-SK" sz="9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Anglicky</a:t>
            </a:r>
          </a:p>
          <a:p>
            <a:pPr marL="228600" indent="-152400">
              <a:lnSpc>
                <a:spcPts val="900"/>
              </a:lnSpc>
              <a:spcBef>
                <a:spcPts val="500"/>
              </a:spcBef>
              <a:buFont typeface="Noto Sans Symbols"/>
              <a:buNone/>
            </a:pPr>
            <a:r>
              <a:rPr lang="sk-SK" sz="9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       </a:t>
            </a:r>
            <a:r>
              <a:rPr lang="sk-SK" sz="900">
                <a:solidFill>
                  <a:srgbClr val="007700"/>
                </a:solidFill>
                <a:latin typeface="Consolas"/>
                <a:ea typeface="Consolas"/>
                <a:cs typeface="Consolas"/>
                <a:sym typeface="Consolas"/>
              </a:rPr>
              <a:t>&lt;ul&gt;</a:t>
            </a:r>
            <a:endParaRPr lang="sk-SK" sz="900">
              <a:solidFill>
                <a:srgbClr val="333333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228600" indent="-152400">
              <a:lnSpc>
                <a:spcPts val="900"/>
              </a:lnSpc>
              <a:spcBef>
                <a:spcPts val="500"/>
              </a:spcBef>
              <a:buFont typeface="Noto Sans Symbols"/>
              <a:buNone/>
            </a:pPr>
            <a:r>
              <a:rPr lang="sk-SK" sz="9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         </a:t>
            </a:r>
            <a:r>
              <a:rPr lang="sk-SK" sz="90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&lt;li&gt;Slovensky&lt;/li&gt;</a:t>
            </a:r>
          </a:p>
          <a:p>
            <a:pPr marL="228600" indent="-152400">
              <a:lnSpc>
                <a:spcPts val="900"/>
              </a:lnSpc>
              <a:spcBef>
                <a:spcPts val="500"/>
              </a:spcBef>
              <a:buFont typeface="Noto Sans Symbols"/>
              <a:buNone/>
            </a:pPr>
            <a:r>
              <a:rPr lang="sk-SK" sz="90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          &lt;li&gt;Nemecky&lt;/li&gt;</a:t>
            </a:r>
          </a:p>
          <a:p>
            <a:pPr marL="228600" indent="-152400">
              <a:lnSpc>
                <a:spcPts val="900"/>
              </a:lnSpc>
              <a:spcBef>
                <a:spcPts val="500"/>
              </a:spcBef>
              <a:buFont typeface="Noto Sans Symbols"/>
              <a:buNone/>
            </a:pPr>
            <a:r>
              <a:rPr lang="sk-SK" sz="90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          &lt;li&gt;Anglicky</a:t>
            </a:r>
          </a:p>
          <a:p>
            <a:pPr marL="228600" indent="-152400">
              <a:lnSpc>
                <a:spcPts val="900"/>
              </a:lnSpc>
              <a:spcBef>
                <a:spcPts val="500"/>
              </a:spcBef>
              <a:buFont typeface="Noto Sans Symbols"/>
              <a:buNone/>
            </a:pPr>
            <a:r>
              <a:rPr lang="sk-SK" sz="9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           </a:t>
            </a:r>
            <a:r>
              <a:rPr lang="sk-SK" sz="900">
                <a:solidFill>
                  <a:srgbClr val="007700"/>
                </a:solidFill>
                <a:latin typeface="Consolas"/>
                <a:ea typeface="Consolas"/>
                <a:cs typeface="Consolas"/>
                <a:sym typeface="Consolas"/>
              </a:rPr>
              <a:t>&lt;ul&gt;</a:t>
            </a:r>
            <a:endParaRPr lang="sk-SK" sz="900">
              <a:solidFill>
                <a:srgbClr val="333333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228600" indent="-152400">
              <a:lnSpc>
                <a:spcPts val="900"/>
              </a:lnSpc>
              <a:spcBef>
                <a:spcPts val="500"/>
              </a:spcBef>
              <a:buFont typeface="Noto Sans Symbols"/>
              <a:buNone/>
            </a:pPr>
            <a:r>
              <a:rPr lang="sk-SK" sz="9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            </a:t>
            </a:r>
            <a:r>
              <a:rPr lang="sk-SK" sz="90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 &lt;li&gt;Slovensky&lt;/li&gt;</a:t>
            </a:r>
          </a:p>
          <a:p>
            <a:pPr marL="228600" indent="-152400">
              <a:lnSpc>
                <a:spcPts val="900"/>
              </a:lnSpc>
              <a:spcBef>
                <a:spcPts val="500"/>
              </a:spcBef>
              <a:buFont typeface="Noto Sans Symbols"/>
              <a:buNone/>
            </a:pPr>
            <a:r>
              <a:rPr lang="sk-SK" sz="90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              &lt;li&gt;Nemecky&lt;/li&gt;</a:t>
            </a:r>
          </a:p>
          <a:p>
            <a:pPr marL="228600" indent="-152400">
              <a:lnSpc>
                <a:spcPts val="900"/>
              </a:lnSpc>
              <a:spcBef>
                <a:spcPts val="500"/>
              </a:spcBef>
              <a:buFont typeface="Noto Sans Symbols"/>
              <a:buNone/>
            </a:pPr>
            <a:r>
              <a:rPr lang="sk-SK" sz="90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              &lt;li&gt;Anglicky&lt;/li&gt;</a:t>
            </a:r>
          </a:p>
          <a:p>
            <a:pPr marL="228600" indent="-152400">
              <a:lnSpc>
                <a:spcPts val="900"/>
              </a:lnSpc>
              <a:spcBef>
                <a:spcPts val="500"/>
              </a:spcBef>
              <a:buFont typeface="Noto Sans Symbols"/>
              <a:buNone/>
            </a:pPr>
            <a:r>
              <a:rPr lang="sk-SK" sz="9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           </a:t>
            </a:r>
            <a:r>
              <a:rPr lang="sk-SK" sz="900">
                <a:solidFill>
                  <a:srgbClr val="007700"/>
                </a:solidFill>
                <a:latin typeface="Consolas"/>
                <a:ea typeface="Consolas"/>
                <a:cs typeface="Consolas"/>
                <a:sym typeface="Consolas"/>
              </a:rPr>
              <a:t>&lt;/ul&gt;</a:t>
            </a:r>
            <a:endParaRPr lang="sk-SK" sz="900">
              <a:solidFill>
                <a:srgbClr val="333333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228600" indent="-152400">
              <a:lnSpc>
                <a:spcPts val="900"/>
              </a:lnSpc>
              <a:spcBef>
                <a:spcPts val="500"/>
              </a:spcBef>
              <a:buFont typeface="Noto Sans Symbols"/>
              <a:buNone/>
            </a:pPr>
            <a:r>
              <a:rPr lang="sk-SK" sz="9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        </a:t>
            </a:r>
            <a:r>
              <a:rPr lang="sk-SK" sz="90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 &lt;/li&gt;</a:t>
            </a:r>
          </a:p>
          <a:p>
            <a:pPr marL="228600" indent="-152400">
              <a:lnSpc>
                <a:spcPts val="900"/>
              </a:lnSpc>
              <a:spcBef>
                <a:spcPts val="500"/>
              </a:spcBef>
              <a:buFont typeface="Noto Sans Symbols"/>
              <a:buNone/>
            </a:pPr>
            <a:r>
              <a:rPr lang="sk-SK" sz="9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       </a:t>
            </a:r>
            <a:r>
              <a:rPr lang="sk-SK" sz="900">
                <a:solidFill>
                  <a:srgbClr val="007700"/>
                </a:solidFill>
                <a:latin typeface="Consolas"/>
                <a:ea typeface="Consolas"/>
                <a:cs typeface="Consolas"/>
                <a:sym typeface="Consolas"/>
              </a:rPr>
              <a:t>&lt;/ul&gt;</a:t>
            </a:r>
            <a:endParaRPr lang="sk-SK" sz="900">
              <a:solidFill>
                <a:srgbClr val="333333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228600" indent="-152400">
              <a:lnSpc>
                <a:spcPts val="900"/>
              </a:lnSpc>
              <a:spcBef>
                <a:spcPts val="500"/>
              </a:spcBef>
              <a:buFont typeface="Noto Sans Symbols"/>
              <a:buNone/>
            </a:pPr>
            <a:r>
              <a:rPr lang="sk-SK" sz="9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     </a:t>
            </a:r>
            <a:r>
              <a:rPr lang="sk-SK" sz="900">
                <a:solidFill>
                  <a:srgbClr val="007700"/>
                </a:solidFill>
                <a:latin typeface="Consolas"/>
                <a:ea typeface="Consolas"/>
                <a:cs typeface="Consolas"/>
                <a:sym typeface="Consolas"/>
              </a:rPr>
              <a:t>&lt;/li&gt;</a:t>
            </a:r>
            <a:endParaRPr lang="sk-SK" sz="900">
              <a:solidFill>
                <a:srgbClr val="333333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indent="0">
              <a:lnSpc>
                <a:spcPts val="900"/>
              </a:lnSpc>
              <a:spcBef>
                <a:spcPts val="500"/>
              </a:spcBef>
              <a:buFont typeface="Noto Sans Symbols"/>
              <a:buNone/>
            </a:pPr>
            <a:r>
              <a:rPr lang="sk-SK" sz="9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sk-SK" sz="900">
                <a:solidFill>
                  <a:srgbClr val="007700"/>
                </a:solidFill>
                <a:latin typeface="Consolas"/>
                <a:ea typeface="Consolas"/>
                <a:cs typeface="Consolas"/>
                <a:sym typeface="Consolas"/>
              </a:rPr>
              <a:t>&lt;/ul&gt;</a:t>
            </a:r>
          </a:p>
          <a:p>
            <a:pPr marL="228600" indent="-152400">
              <a:lnSpc>
                <a:spcPts val="900"/>
              </a:lnSpc>
              <a:spcAft>
                <a:spcPts val="500"/>
              </a:spcAft>
              <a:buFont typeface="Noto Sans Symbols"/>
              <a:buNone/>
            </a:pPr>
            <a:endParaRPr lang="sk-SK" sz="900" dirty="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4" name="Google Shape;314;p41">
            <a:extLst>
              <a:ext uri="{FF2B5EF4-FFF2-40B4-BE49-F238E27FC236}">
                <a16:creationId xmlns:a16="http://schemas.microsoft.com/office/drawing/2014/main" id="{71F6A600-5DA9-4FEC-A882-9FA399D5978F}"/>
              </a:ext>
            </a:extLst>
          </p:cNvPr>
          <p:cNvSpPr txBox="1"/>
          <p:nvPr/>
        </p:nvSpPr>
        <p:spPr>
          <a:xfrm>
            <a:off x="3638448" y="1457984"/>
            <a:ext cx="5099700" cy="31458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sk-SK" sz="1800">
                <a:latin typeface="Consolas"/>
                <a:ea typeface="Consolas"/>
                <a:cs typeface="Consolas"/>
                <a:sym typeface="Consolas"/>
              </a:rPr>
              <a:t>ul ul li</a:t>
            </a:r>
            <a:endParaRPr lang="sk-SK" sz="1800" dirty="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5" name="Google Shape;320;p42">
            <a:extLst>
              <a:ext uri="{FF2B5EF4-FFF2-40B4-BE49-F238E27FC236}">
                <a16:creationId xmlns:a16="http://schemas.microsoft.com/office/drawing/2014/main" id="{FF8E46C5-CB35-459F-80EF-EB4349400850}"/>
              </a:ext>
            </a:extLst>
          </p:cNvPr>
          <p:cNvSpPr txBox="1">
            <a:spLocks/>
          </p:cNvSpPr>
          <p:nvPr/>
        </p:nvSpPr>
        <p:spPr>
          <a:xfrm>
            <a:off x="343027" y="1452678"/>
            <a:ext cx="3120000" cy="31074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spcFirstLastPara="1" wrap="square" lIns="68575" tIns="68575" rIns="68575" bIns="6857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30200" algn="l" rtl="0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Noto Sans Symbols"/>
              <a:buChar char="●"/>
              <a:defRPr sz="1600" b="0" i="0" u="none" strike="noStrike" cap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defRPr>
            </a:lvl1pPr>
            <a:lvl2pPr marL="914400" marR="0" lvl="1" indent="-298450" algn="l" rtl="0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Noto Sans Symbols"/>
              <a:buChar char="○"/>
              <a:defRPr sz="1400" b="0" i="0" u="none" strike="noStrike" cap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defRPr>
            </a:lvl2pPr>
            <a:lvl3pPr marL="1371600" marR="0" lvl="2" indent="-292100" algn="l" rtl="0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Noto Sans Symbols"/>
              <a:buChar char="■"/>
              <a:defRPr sz="1100" b="0" i="0" u="none" strike="noStrike" cap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defRPr>
            </a:lvl3pPr>
            <a:lvl4pPr marL="1828800" marR="0" lvl="3" indent="-279400" algn="l" rtl="0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800"/>
              <a:buFont typeface="Noto Sans Symbols"/>
              <a:buChar char="●"/>
              <a:defRPr sz="900" b="0" i="0" u="none" strike="noStrike" cap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defRPr>
            </a:lvl4pPr>
            <a:lvl5pPr marL="2286000" marR="0" lvl="4" indent="-279400" algn="l" rtl="0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800"/>
              <a:buFont typeface="Noto Sans Symbols"/>
              <a:buChar char="○"/>
              <a:defRPr sz="900" b="0" i="0" u="none" strike="noStrike" cap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defRPr>
            </a:lvl5pPr>
            <a:lvl6pPr marL="2743200" marR="0" lvl="5" indent="-279400" algn="l" rtl="0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800"/>
              <a:buFont typeface="Noto Sans Symbols"/>
              <a:buChar char="■"/>
              <a:defRPr sz="900" b="0" i="0" u="none" strike="noStrike" cap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defRPr>
            </a:lvl6pPr>
            <a:lvl7pPr marL="3200400" marR="0" lvl="6" indent="-279400" algn="l" rtl="0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800"/>
              <a:buFont typeface="Noto Sans Symbols"/>
              <a:buChar char="●"/>
              <a:defRPr sz="900" b="0" i="0" u="none" strike="noStrike" cap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defRPr>
            </a:lvl7pPr>
            <a:lvl8pPr marL="3657600" marR="0" lvl="7" indent="-279400" algn="l" rtl="0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800"/>
              <a:buFont typeface="Noto Sans Symbols"/>
              <a:buChar char="○"/>
              <a:defRPr sz="900" b="0" i="0" u="none" strike="noStrike" cap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defRPr>
            </a:lvl8pPr>
            <a:lvl9pPr marL="4114800" marR="0" lvl="8" indent="-279400" algn="l" rtl="0">
              <a:lnSpc>
                <a:spcPct val="115000"/>
              </a:lnSpc>
              <a:spcBef>
                <a:spcPts val="500"/>
              </a:spcBef>
              <a:spcAft>
                <a:spcPts val="500"/>
              </a:spcAft>
              <a:buClr>
                <a:schemeClr val="accent2"/>
              </a:buClr>
              <a:buSzPts val="800"/>
              <a:buFont typeface="Noto Sans Symbols"/>
              <a:buChar char="■"/>
              <a:defRPr sz="900" b="0" i="0" u="none" strike="noStrike" cap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defRPr>
            </a:lvl9pPr>
          </a:lstStyle>
          <a:p>
            <a:pPr marL="228600" indent="-152400">
              <a:lnSpc>
                <a:spcPts val="900"/>
              </a:lnSpc>
              <a:buFont typeface="Noto Sans Symbols"/>
              <a:buNone/>
            </a:pPr>
            <a:r>
              <a:rPr lang="sk-SK" sz="900" dirty="0">
                <a:solidFill>
                  <a:srgbClr val="007700"/>
                </a:solidFill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lang="sk-SK" sz="900" dirty="0" err="1">
                <a:solidFill>
                  <a:srgbClr val="007700"/>
                </a:solidFill>
                <a:latin typeface="Consolas"/>
                <a:ea typeface="Consolas"/>
                <a:cs typeface="Consolas"/>
                <a:sym typeface="Consolas"/>
              </a:rPr>
              <a:t>ul</a:t>
            </a:r>
            <a:r>
              <a:rPr lang="sk-SK" sz="900" dirty="0">
                <a:solidFill>
                  <a:srgbClr val="007700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  <a:endParaRPr lang="sk-SK" sz="900" dirty="0">
              <a:solidFill>
                <a:srgbClr val="333333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228600" indent="-152400">
              <a:lnSpc>
                <a:spcPts val="900"/>
              </a:lnSpc>
              <a:spcBef>
                <a:spcPts val="500"/>
              </a:spcBef>
              <a:buFont typeface="Noto Sans Symbols"/>
              <a:buNone/>
            </a:pPr>
            <a:r>
              <a:rPr lang="sk-SK" sz="900" dirty="0">
                <a:solidFill>
                  <a:srgbClr val="007700"/>
                </a:solidFill>
                <a:latin typeface="Consolas"/>
                <a:ea typeface="Consolas"/>
                <a:cs typeface="Consolas"/>
                <a:sym typeface="Consolas"/>
              </a:rPr>
              <a:t>  &lt;li&gt;</a:t>
            </a:r>
            <a:r>
              <a:rPr lang="sk-SK" sz="900" dirty="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Slovensky</a:t>
            </a:r>
            <a:r>
              <a:rPr lang="sk-SK" sz="900" dirty="0">
                <a:solidFill>
                  <a:srgbClr val="007700"/>
                </a:solidFill>
                <a:latin typeface="Consolas"/>
                <a:ea typeface="Consolas"/>
                <a:cs typeface="Consolas"/>
                <a:sym typeface="Consolas"/>
              </a:rPr>
              <a:t>&lt;/li&gt;</a:t>
            </a:r>
            <a:endParaRPr lang="sk-SK" sz="900" dirty="0">
              <a:solidFill>
                <a:srgbClr val="333333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228600" indent="-152400">
              <a:lnSpc>
                <a:spcPts val="900"/>
              </a:lnSpc>
              <a:spcBef>
                <a:spcPts val="500"/>
              </a:spcBef>
              <a:buFont typeface="Noto Sans Symbols"/>
              <a:buNone/>
            </a:pPr>
            <a:r>
              <a:rPr lang="sk-SK" sz="900" dirty="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lang="sk-SK" sz="900" dirty="0">
                <a:solidFill>
                  <a:srgbClr val="007700"/>
                </a:solidFill>
                <a:latin typeface="Consolas"/>
                <a:ea typeface="Consolas"/>
                <a:cs typeface="Consolas"/>
                <a:sym typeface="Consolas"/>
              </a:rPr>
              <a:t>&lt;li&gt;</a:t>
            </a:r>
            <a:r>
              <a:rPr lang="sk-SK" sz="900" dirty="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Nemecky</a:t>
            </a:r>
            <a:r>
              <a:rPr lang="sk-SK" sz="900" dirty="0">
                <a:solidFill>
                  <a:srgbClr val="007700"/>
                </a:solidFill>
                <a:latin typeface="Consolas"/>
                <a:ea typeface="Consolas"/>
                <a:cs typeface="Consolas"/>
                <a:sym typeface="Consolas"/>
              </a:rPr>
              <a:t>&lt;/li&gt;</a:t>
            </a:r>
            <a:endParaRPr lang="sk-SK" sz="900" dirty="0">
              <a:solidFill>
                <a:srgbClr val="333333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228600" indent="-152400">
              <a:lnSpc>
                <a:spcPts val="900"/>
              </a:lnSpc>
              <a:spcBef>
                <a:spcPts val="500"/>
              </a:spcBef>
              <a:buFont typeface="Noto Sans Symbols"/>
              <a:buNone/>
            </a:pPr>
            <a:r>
              <a:rPr lang="sk-SK" sz="900" dirty="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lang="sk-SK" sz="900" dirty="0">
                <a:solidFill>
                  <a:srgbClr val="007700"/>
                </a:solidFill>
                <a:latin typeface="Consolas"/>
                <a:ea typeface="Consolas"/>
                <a:cs typeface="Consolas"/>
                <a:sym typeface="Consolas"/>
              </a:rPr>
              <a:t>&lt;li&gt;</a:t>
            </a:r>
            <a:r>
              <a:rPr lang="sk-SK" sz="900" dirty="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Anglicky</a:t>
            </a:r>
          </a:p>
          <a:p>
            <a:pPr marL="228600" indent="-152400">
              <a:lnSpc>
                <a:spcPts val="900"/>
              </a:lnSpc>
              <a:spcBef>
                <a:spcPts val="500"/>
              </a:spcBef>
              <a:buFont typeface="Noto Sans Symbols"/>
              <a:buNone/>
            </a:pPr>
            <a:r>
              <a:rPr lang="sk-SK" sz="900" dirty="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sk-SK" sz="900" dirty="0">
                <a:solidFill>
                  <a:srgbClr val="007700"/>
                </a:solidFill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lang="sk-SK" sz="900" dirty="0" err="1">
                <a:solidFill>
                  <a:srgbClr val="007700"/>
                </a:solidFill>
                <a:latin typeface="Consolas"/>
                <a:ea typeface="Consolas"/>
                <a:cs typeface="Consolas"/>
                <a:sym typeface="Consolas"/>
              </a:rPr>
              <a:t>ul</a:t>
            </a:r>
            <a:r>
              <a:rPr lang="sk-SK" sz="900" dirty="0">
                <a:solidFill>
                  <a:srgbClr val="007700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  <a:endParaRPr lang="sk-SK" sz="900" dirty="0">
              <a:solidFill>
                <a:srgbClr val="333333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228600" indent="-152400">
              <a:lnSpc>
                <a:spcPts val="900"/>
              </a:lnSpc>
              <a:spcBef>
                <a:spcPts val="500"/>
              </a:spcBef>
              <a:buFont typeface="Noto Sans Symbols"/>
              <a:buNone/>
            </a:pPr>
            <a:r>
              <a:rPr lang="sk-SK" sz="900" dirty="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     </a:t>
            </a:r>
            <a:r>
              <a:rPr lang="sk-SK" sz="900" dirty="0">
                <a:solidFill>
                  <a:srgbClr val="007700"/>
                </a:solidFill>
                <a:latin typeface="Consolas"/>
                <a:ea typeface="Consolas"/>
                <a:cs typeface="Consolas"/>
                <a:sym typeface="Consolas"/>
              </a:rPr>
              <a:t>&lt;li&gt;</a:t>
            </a:r>
            <a:r>
              <a:rPr lang="sk-SK" sz="900" dirty="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Slovensky</a:t>
            </a:r>
            <a:r>
              <a:rPr lang="sk-SK" sz="900" dirty="0">
                <a:solidFill>
                  <a:srgbClr val="007700"/>
                </a:solidFill>
                <a:latin typeface="Consolas"/>
                <a:ea typeface="Consolas"/>
                <a:cs typeface="Consolas"/>
                <a:sym typeface="Consolas"/>
              </a:rPr>
              <a:t>&lt;/li&gt;</a:t>
            </a:r>
            <a:endParaRPr lang="sk-SK" sz="900" dirty="0">
              <a:solidFill>
                <a:srgbClr val="333333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228600" indent="-152400">
              <a:lnSpc>
                <a:spcPts val="900"/>
              </a:lnSpc>
              <a:spcBef>
                <a:spcPts val="500"/>
              </a:spcBef>
              <a:buFont typeface="Noto Sans Symbols"/>
              <a:buNone/>
            </a:pPr>
            <a:r>
              <a:rPr lang="sk-SK" sz="900" dirty="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     </a:t>
            </a:r>
            <a:r>
              <a:rPr lang="sk-SK" sz="900" dirty="0">
                <a:solidFill>
                  <a:srgbClr val="007700"/>
                </a:solidFill>
                <a:latin typeface="Consolas"/>
                <a:ea typeface="Consolas"/>
                <a:cs typeface="Consolas"/>
                <a:sym typeface="Consolas"/>
              </a:rPr>
              <a:t>&lt;li&gt;</a:t>
            </a:r>
            <a:r>
              <a:rPr lang="sk-SK" sz="900" dirty="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Nemecky</a:t>
            </a:r>
            <a:r>
              <a:rPr lang="sk-SK" sz="900" dirty="0">
                <a:solidFill>
                  <a:srgbClr val="007700"/>
                </a:solidFill>
                <a:latin typeface="Consolas"/>
                <a:ea typeface="Consolas"/>
                <a:cs typeface="Consolas"/>
                <a:sym typeface="Consolas"/>
              </a:rPr>
              <a:t>&lt;/li&gt;</a:t>
            </a:r>
            <a:endParaRPr lang="sk-SK" sz="900" dirty="0">
              <a:solidFill>
                <a:srgbClr val="333333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228600" indent="-152400">
              <a:lnSpc>
                <a:spcPts val="900"/>
              </a:lnSpc>
              <a:spcBef>
                <a:spcPts val="500"/>
              </a:spcBef>
              <a:buFont typeface="Noto Sans Symbols"/>
              <a:buNone/>
            </a:pPr>
            <a:r>
              <a:rPr lang="sk-SK" sz="900" dirty="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     </a:t>
            </a:r>
            <a:r>
              <a:rPr lang="sk-SK" sz="900" dirty="0">
                <a:solidFill>
                  <a:srgbClr val="007700"/>
                </a:solidFill>
                <a:latin typeface="Consolas"/>
                <a:ea typeface="Consolas"/>
                <a:cs typeface="Consolas"/>
                <a:sym typeface="Consolas"/>
              </a:rPr>
              <a:t>&lt;li&gt;</a:t>
            </a:r>
            <a:r>
              <a:rPr lang="sk-SK" sz="900" dirty="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Anglicky</a:t>
            </a:r>
          </a:p>
          <a:p>
            <a:pPr marL="228600" indent="-152400">
              <a:lnSpc>
                <a:spcPts val="900"/>
              </a:lnSpc>
              <a:spcBef>
                <a:spcPts val="500"/>
              </a:spcBef>
              <a:buFont typeface="Noto Sans Symbols"/>
              <a:buNone/>
            </a:pPr>
            <a:r>
              <a:rPr lang="sk-SK" sz="900" dirty="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       </a:t>
            </a:r>
            <a:r>
              <a:rPr lang="sk-SK" sz="900" dirty="0">
                <a:solidFill>
                  <a:srgbClr val="007700"/>
                </a:solidFill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lang="sk-SK" sz="900" dirty="0" err="1">
                <a:solidFill>
                  <a:srgbClr val="007700"/>
                </a:solidFill>
                <a:latin typeface="Consolas"/>
                <a:ea typeface="Consolas"/>
                <a:cs typeface="Consolas"/>
                <a:sym typeface="Consolas"/>
              </a:rPr>
              <a:t>ul</a:t>
            </a:r>
            <a:r>
              <a:rPr lang="sk-SK" sz="900" dirty="0">
                <a:solidFill>
                  <a:srgbClr val="007700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  <a:endParaRPr lang="sk-SK" sz="900" dirty="0">
              <a:solidFill>
                <a:srgbClr val="333333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228600" indent="-152400">
              <a:lnSpc>
                <a:spcPts val="900"/>
              </a:lnSpc>
              <a:spcBef>
                <a:spcPts val="500"/>
              </a:spcBef>
              <a:buFont typeface="Noto Sans Symbols"/>
              <a:buNone/>
            </a:pPr>
            <a:r>
              <a:rPr lang="sk-SK" sz="900" dirty="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    </a:t>
            </a:r>
            <a:r>
              <a:rPr lang="sk-SK" sz="900" dirty="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     &lt;li&gt;Slovensky&lt;/li&gt;</a:t>
            </a:r>
          </a:p>
          <a:p>
            <a:pPr marL="228600" indent="-152400">
              <a:lnSpc>
                <a:spcPts val="900"/>
              </a:lnSpc>
              <a:spcBef>
                <a:spcPts val="500"/>
              </a:spcBef>
              <a:buFont typeface="Noto Sans Symbols"/>
              <a:buNone/>
            </a:pPr>
            <a:r>
              <a:rPr lang="sk-SK" sz="900" dirty="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          &lt;li&gt;Nemecky&lt;/li&gt;</a:t>
            </a:r>
          </a:p>
          <a:p>
            <a:pPr marL="228600" indent="-152400">
              <a:lnSpc>
                <a:spcPts val="900"/>
              </a:lnSpc>
              <a:spcBef>
                <a:spcPts val="500"/>
              </a:spcBef>
              <a:buFont typeface="Noto Sans Symbols"/>
              <a:buNone/>
            </a:pPr>
            <a:r>
              <a:rPr lang="sk-SK" sz="900" dirty="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          &lt;li&gt;Anglicky&lt;/li&gt;</a:t>
            </a:r>
          </a:p>
          <a:p>
            <a:pPr marL="228600" indent="-152400">
              <a:lnSpc>
                <a:spcPts val="900"/>
              </a:lnSpc>
              <a:spcBef>
                <a:spcPts val="500"/>
              </a:spcBef>
              <a:buFont typeface="Noto Sans Symbols"/>
              <a:buNone/>
            </a:pPr>
            <a:r>
              <a:rPr lang="sk-SK" sz="900" dirty="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       </a:t>
            </a:r>
            <a:r>
              <a:rPr lang="sk-SK" sz="900" dirty="0">
                <a:solidFill>
                  <a:srgbClr val="007700"/>
                </a:solidFill>
                <a:latin typeface="Consolas"/>
                <a:ea typeface="Consolas"/>
                <a:cs typeface="Consolas"/>
                <a:sym typeface="Consolas"/>
              </a:rPr>
              <a:t>&lt;/</a:t>
            </a:r>
            <a:r>
              <a:rPr lang="sk-SK" sz="900" dirty="0" err="1">
                <a:solidFill>
                  <a:srgbClr val="007700"/>
                </a:solidFill>
                <a:latin typeface="Consolas"/>
                <a:ea typeface="Consolas"/>
                <a:cs typeface="Consolas"/>
                <a:sym typeface="Consolas"/>
              </a:rPr>
              <a:t>ul</a:t>
            </a:r>
            <a:r>
              <a:rPr lang="sk-SK" sz="900" dirty="0">
                <a:solidFill>
                  <a:srgbClr val="007700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  <a:endParaRPr lang="sk-SK" sz="900" dirty="0">
              <a:solidFill>
                <a:srgbClr val="333333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228600" indent="-152400">
              <a:lnSpc>
                <a:spcPts val="900"/>
              </a:lnSpc>
              <a:spcBef>
                <a:spcPts val="500"/>
              </a:spcBef>
              <a:buFont typeface="Noto Sans Symbols"/>
              <a:buNone/>
            </a:pPr>
            <a:r>
              <a:rPr lang="sk-SK" sz="900" dirty="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     </a:t>
            </a:r>
            <a:r>
              <a:rPr lang="sk-SK" sz="900" dirty="0">
                <a:solidFill>
                  <a:srgbClr val="007700"/>
                </a:solidFill>
                <a:latin typeface="Consolas"/>
                <a:ea typeface="Consolas"/>
                <a:cs typeface="Consolas"/>
                <a:sym typeface="Consolas"/>
              </a:rPr>
              <a:t>&lt;/li&gt;</a:t>
            </a:r>
            <a:endParaRPr lang="sk-SK" sz="900" dirty="0">
              <a:solidFill>
                <a:srgbClr val="333333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228600" indent="-152400">
              <a:lnSpc>
                <a:spcPts val="900"/>
              </a:lnSpc>
              <a:spcBef>
                <a:spcPts val="500"/>
              </a:spcBef>
              <a:buFont typeface="Noto Sans Symbols"/>
              <a:buNone/>
            </a:pPr>
            <a:r>
              <a:rPr lang="sk-SK" sz="900" dirty="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sk-SK" sz="900" dirty="0">
                <a:solidFill>
                  <a:srgbClr val="007700"/>
                </a:solidFill>
                <a:latin typeface="Consolas"/>
                <a:ea typeface="Consolas"/>
                <a:cs typeface="Consolas"/>
                <a:sym typeface="Consolas"/>
              </a:rPr>
              <a:t>&lt;/</a:t>
            </a:r>
            <a:r>
              <a:rPr lang="sk-SK" sz="900" dirty="0" err="1">
                <a:solidFill>
                  <a:srgbClr val="007700"/>
                </a:solidFill>
                <a:latin typeface="Consolas"/>
                <a:ea typeface="Consolas"/>
                <a:cs typeface="Consolas"/>
                <a:sym typeface="Consolas"/>
              </a:rPr>
              <a:t>ul</a:t>
            </a:r>
            <a:r>
              <a:rPr lang="sk-SK" sz="900" dirty="0">
                <a:solidFill>
                  <a:srgbClr val="007700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  <a:endParaRPr lang="sk-SK" sz="900" dirty="0">
              <a:solidFill>
                <a:srgbClr val="333333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228600" indent="-152400">
              <a:lnSpc>
                <a:spcPts val="900"/>
              </a:lnSpc>
              <a:spcBef>
                <a:spcPts val="500"/>
              </a:spcBef>
              <a:buFont typeface="Noto Sans Symbols"/>
              <a:buNone/>
            </a:pPr>
            <a:r>
              <a:rPr lang="sk-SK" sz="900" dirty="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lang="sk-SK" sz="900" dirty="0">
                <a:solidFill>
                  <a:srgbClr val="007700"/>
                </a:solidFill>
                <a:latin typeface="Consolas"/>
                <a:ea typeface="Consolas"/>
                <a:cs typeface="Consolas"/>
                <a:sym typeface="Consolas"/>
              </a:rPr>
              <a:t>&lt;/li&gt;</a:t>
            </a:r>
            <a:endParaRPr lang="sk-SK" sz="900" dirty="0">
              <a:solidFill>
                <a:srgbClr val="333333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indent="0">
              <a:lnSpc>
                <a:spcPts val="900"/>
              </a:lnSpc>
              <a:spcBef>
                <a:spcPts val="500"/>
              </a:spcBef>
              <a:buFont typeface="Noto Sans Symbols"/>
              <a:buNone/>
            </a:pPr>
            <a:r>
              <a:rPr lang="sk-SK" sz="900" dirty="0">
                <a:solidFill>
                  <a:srgbClr val="007700"/>
                </a:solidFill>
                <a:latin typeface="Consolas"/>
                <a:ea typeface="Consolas"/>
                <a:cs typeface="Consolas"/>
                <a:sym typeface="Consolas"/>
              </a:rPr>
              <a:t>&lt;/</a:t>
            </a:r>
            <a:r>
              <a:rPr lang="sk-SK" sz="900" dirty="0" err="1">
                <a:solidFill>
                  <a:srgbClr val="007700"/>
                </a:solidFill>
                <a:latin typeface="Consolas"/>
                <a:ea typeface="Consolas"/>
                <a:cs typeface="Consolas"/>
                <a:sym typeface="Consolas"/>
              </a:rPr>
              <a:t>ul</a:t>
            </a:r>
            <a:r>
              <a:rPr lang="sk-SK" sz="900" dirty="0">
                <a:solidFill>
                  <a:srgbClr val="007700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</a:p>
          <a:p>
            <a:pPr marL="228600" indent="-152400">
              <a:lnSpc>
                <a:spcPts val="900"/>
              </a:lnSpc>
              <a:spcAft>
                <a:spcPts val="500"/>
              </a:spcAft>
              <a:buFont typeface="Noto Sans Symbols"/>
              <a:buNone/>
            </a:pPr>
            <a:endParaRPr lang="sk-SK" sz="900" dirty="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6" name="Google Shape;323;p42">
            <a:extLst>
              <a:ext uri="{FF2B5EF4-FFF2-40B4-BE49-F238E27FC236}">
                <a16:creationId xmlns:a16="http://schemas.microsoft.com/office/drawing/2014/main" id="{B40F231C-C2E8-4697-A168-045C8F0A2C63}"/>
              </a:ext>
            </a:extLst>
          </p:cNvPr>
          <p:cNvSpPr txBox="1"/>
          <p:nvPr/>
        </p:nvSpPr>
        <p:spPr>
          <a:xfrm>
            <a:off x="3638452" y="1450728"/>
            <a:ext cx="5099700" cy="31458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sk-SK" sz="1800" dirty="0">
                <a:latin typeface="Consolas"/>
                <a:ea typeface="Consolas"/>
                <a:cs typeface="Consolas"/>
                <a:sym typeface="Consolas"/>
              </a:rPr>
              <a:t>li </a:t>
            </a:r>
            <a:r>
              <a:rPr lang="sk-SK" sz="1800" dirty="0" err="1">
                <a:latin typeface="Consolas"/>
                <a:ea typeface="Consolas"/>
                <a:cs typeface="Consolas"/>
                <a:sym typeface="Consolas"/>
              </a:rPr>
              <a:t>li</a:t>
            </a:r>
            <a:r>
              <a:rPr lang="sk-SK" sz="1800" dirty="0"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sk-SK" sz="1800" dirty="0" err="1">
                <a:latin typeface="Consolas"/>
                <a:ea typeface="Consolas"/>
                <a:cs typeface="Consolas"/>
                <a:sym typeface="Consolas"/>
              </a:rPr>
              <a:t>li</a:t>
            </a:r>
            <a:endParaRPr lang="sk-SK" sz="1800" dirty="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sk-SK" sz="1800" dirty="0" err="1">
                <a:latin typeface="Consolas"/>
                <a:ea typeface="Consolas"/>
                <a:cs typeface="Consolas"/>
                <a:sym typeface="Consolas"/>
              </a:rPr>
              <a:t>ul</a:t>
            </a:r>
            <a:r>
              <a:rPr lang="sk-SK" sz="1800" dirty="0"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sk-SK" sz="1800" dirty="0" err="1">
                <a:latin typeface="Consolas"/>
                <a:ea typeface="Consolas"/>
                <a:cs typeface="Consolas"/>
                <a:sym typeface="Consolas"/>
              </a:rPr>
              <a:t>ul</a:t>
            </a:r>
            <a:r>
              <a:rPr lang="sk-SK" sz="1800" dirty="0"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sk-SK" sz="1800" dirty="0" err="1">
                <a:latin typeface="Consolas"/>
                <a:ea typeface="Consolas"/>
                <a:cs typeface="Consolas"/>
                <a:sym typeface="Consolas"/>
              </a:rPr>
              <a:t>ul</a:t>
            </a:r>
            <a:r>
              <a:rPr lang="sk-SK" sz="1800" dirty="0">
                <a:latin typeface="Consolas"/>
                <a:ea typeface="Consolas"/>
                <a:cs typeface="Consolas"/>
                <a:sym typeface="Consolas"/>
              </a:rPr>
              <a:t> li</a:t>
            </a:r>
          </a:p>
        </p:txBody>
      </p:sp>
    </p:spTree>
    <p:extLst>
      <p:ext uri="{BB962C8B-B14F-4D97-AF65-F5344CB8AC3E}">
        <p14:creationId xmlns:p14="http://schemas.microsoft.com/office/powerpoint/2010/main" val="38529192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3" grpId="0" animBg="1"/>
      <p:bldP spid="296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p44"/>
          <p:cNvSpPr txBox="1">
            <a:spLocks noGrp="1"/>
          </p:cNvSpPr>
          <p:nvPr>
            <p:ph type="title"/>
          </p:nvPr>
        </p:nvSpPr>
        <p:spPr>
          <a:xfrm>
            <a:off x="435894" y="526617"/>
            <a:ext cx="8272200" cy="760200"/>
          </a:xfrm>
          <a:prstGeom prst="rect">
            <a:avLst/>
          </a:prstGeom>
        </p:spPr>
        <p:txBody>
          <a:bodyPr spcFirstLastPara="1" wrap="square" lIns="68575" tIns="68575" rIns="68575" bIns="6857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sk-SK" dirty="0"/>
              <a:t>Atribútové selektory</a:t>
            </a:r>
          </a:p>
        </p:txBody>
      </p:sp>
      <p:sp>
        <p:nvSpPr>
          <p:cNvPr id="337" name="Google Shape;337;p44"/>
          <p:cNvSpPr txBox="1">
            <a:spLocks noGrp="1"/>
          </p:cNvSpPr>
          <p:nvPr>
            <p:ph type="body" idx="1"/>
          </p:nvPr>
        </p:nvSpPr>
        <p:spPr>
          <a:xfrm>
            <a:off x="435894" y="1635372"/>
            <a:ext cx="8272200" cy="3034600"/>
          </a:xfrm>
          <a:prstGeom prst="rect">
            <a:avLst/>
          </a:prstGeom>
        </p:spPr>
        <p:txBody>
          <a:bodyPr spcFirstLastPara="1" wrap="square" lIns="68575" tIns="68575" rIns="68575" bIns="68575" anchor="t" anchorCtr="0">
            <a:noAutofit/>
          </a:bodyPr>
          <a:lstStyle/>
          <a:p>
            <a:pPr marL="457200" lvl="0" indent="-330200" algn="l" rtl="0">
              <a:spcBef>
                <a:spcPts val="300"/>
              </a:spcBef>
              <a:spcAft>
                <a:spcPts val="0"/>
              </a:spcAft>
              <a:buSzPts val="1600"/>
              <a:buChar char="●"/>
            </a:pPr>
            <a:r>
              <a:rPr lang="sk-SK" dirty="0"/>
              <a:t>Selektor sa použije, ak sú splnené podmienky týkajúce sa atribútov</a:t>
            </a:r>
          </a:p>
          <a:p>
            <a:pPr marL="914400" lvl="1" indent="-298450" algn="l" rtl="0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sk-SK" dirty="0"/>
              <a:t>Existencia atribútu pri značke určitého typu</a:t>
            </a:r>
          </a:p>
          <a:p>
            <a:pPr marL="457200" lvl="0" indent="457200" algn="l" rtl="0">
              <a:spcBef>
                <a:spcPts val="500"/>
              </a:spcBef>
              <a:spcAft>
                <a:spcPts val="0"/>
              </a:spcAft>
              <a:buNone/>
            </a:pPr>
            <a:r>
              <a:rPr lang="sk-SK" sz="1200" dirty="0" err="1"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  <a:t>img</a:t>
            </a:r>
            <a:r>
              <a:rPr lang="sk-SK" sz="1200" dirty="0"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  <a:t>[title]</a:t>
            </a:r>
          </a:p>
          <a:p>
            <a:pPr marL="914400" lvl="1" indent="-298450" algn="l" rtl="0">
              <a:spcBef>
                <a:spcPts val="500"/>
              </a:spcBef>
              <a:spcAft>
                <a:spcPts val="0"/>
              </a:spcAft>
              <a:buSzPts val="1100"/>
              <a:buChar char="○"/>
            </a:pPr>
            <a:r>
              <a:rPr lang="sk-SK" dirty="0"/>
              <a:t>Existencia atribútu určitej hodnoty</a:t>
            </a:r>
          </a:p>
          <a:p>
            <a:pPr lvl="0" indent="457200">
              <a:spcBef>
                <a:spcPts val="500"/>
              </a:spcBef>
              <a:buNone/>
            </a:pPr>
            <a:r>
              <a:rPr lang="sk-SK" sz="1200" dirty="0">
                <a:latin typeface="Consolas" panose="020B0609020204030204" pitchFamily="49" charset="0"/>
                <a:ea typeface="Roboto Mono"/>
                <a:sym typeface="Roboto Mono"/>
              </a:rPr>
              <a:t>a[</a:t>
            </a:r>
            <a:r>
              <a:rPr lang="sk-SK" sz="1200" dirty="0" err="1">
                <a:latin typeface="Consolas" panose="020B0609020204030204" pitchFamily="49" charset="0"/>
                <a:ea typeface="Roboto Mono"/>
                <a:sym typeface="Roboto Mono"/>
              </a:rPr>
              <a:t>target</a:t>
            </a:r>
            <a:r>
              <a:rPr lang="sk-SK" sz="1200" dirty="0">
                <a:latin typeface="Consolas" panose="020B0609020204030204" pitchFamily="49" charset="0"/>
                <a:ea typeface="Roboto Mono"/>
                <a:sym typeface="Roboto Mono"/>
              </a:rPr>
              <a:t>="_</a:t>
            </a:r>
            <a:r>
              <a:rPr lang="sk-SK" sz="1200" dirty="0" err="1">
                <a:latin typeface="Consolas" panose="020B0609020204030204" pitchFamily="49" charset="0"/>
                <a:ea typeface="Roboto Mono"/>
                <a:sym typeface="Roboto Mono"/>
              </a:rPr>
              <a:t>blank</a:t>
            </a:r>
            <a:r>
              <a:rPr lang="sk-SK" sz="1200" dirty="0">
                <a:latin typeface="Consolas" panose="020B0609020204030204" pitchFamily="49" charset="0"/>
                <a:ea typeface="Roboto Mono"/>
                <a:sym typeface="Roboto Mono"/>
              </a:rPr>
              <a:t>"]</a:t>
            </a:r>
            <a:endParaRPr lang="sk-SK" sz="1200" dirty="0">
              <a:latin typeface="Consolas" panose="020B0609020204030204" pitchFamily="49" charset="0"/>
              <a:ea typeface="Roboto Mono"/>
            </a:endParaRPr>
          </a:p>
          <a:p>
            <a:pPr marL="914400" lvl="1" indent="-298450" algn="l" rtl="0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sk-SK" dirty="0"/>
              <a:t>Atribút začínajúci na nejakú hodnotu</a:t>
            </a:r>
          </a:p>
          <a:p>
            <a:pPr marL="457200" lvl="0" indent="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lang="sk-SK" sz="1200" dirty="0">
                <a:latin typeface="Roboto Mono"/>
                <a:ea typeface="Roboto Mono"/>
                <a:cs typeface="Roboto Mono"/>
                <a:sym typeface="Roboto Mono"/>
              </a:rPr>
              <a:t>	</a:t>
            </a:r>
            <a:r>
              <a:rPr lang="sk-SK" sz="1200" dirty="0"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  <a:t>div[</a:t>
            </a:r>
            <a:r>
              <a:rPr lang="sk-SK" sz="1200" dirty="0" err="1"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  <a:t>class</a:t>
            </a:r>
            <a:r>
              <a:rPr lang="sk-SK" sz="1200" dirty="0"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  <a:t>|="top"] </a:t>
            </a:r>
            <a:endParaRPr lang="sk-SK" dirty="0">
              <a:latin typeface="Consolas" panose="020B0609020204030204" pitchFamily="49" charset="0"/>
            </a:endParaRPr>
          </a:p>
          <a:p>
            <a:pPr marL="914400" lvl="1" indent="-298450" algn="l" rtl="0">
              <a:spcBef>
                <a:spcPts val="500"/>
              </a:spcBef>
              <a:spcAft>
                <a:spcPts val="0"/>
              </a:spcAft>
              <a:buSzPts val="1100"/>
              <a:buChar char="○"/>
            </a:pPr>
            <a:r>
              <a:rPr lang="sk-SK" dirty="0"/>
              <a:t>Existencia atribútu obsahujúceho určitú hodnotu</a:t>
            </a:r>
          </a:p>
          <a:p>
            <a:pPr indent="457200">
              <a:spcBef>
                <a:spcPts val="500"/>
              </a:spcBef>
              <a:buNone/>
            </a:pPr>
            <a:r>
              <a:rPr lang="sk-SK" sz="1200" dirty="0" err="1">
                <a:latin typeface="Consolas" panose="020B0609020204030204" pitchFamily="49" charset="0"/>
                <a:ea typeface="Roboto Mono"/>
                <a:sym typeface="Roboto Mono"/>
              </a:rPr>
              <a:t>img</a:t>
            </a:r>
            <a:r>
              <a:rPr lang="sk-SK" sz="1200" dirty="0">
                <a:latin typeface="Consolas" panose="020B0609020204030204" pitchFamily="49" charset="0"/>
                <a:ea typeface="Roboto Mono"/>
                <a:sym typeface="Roboto Mono"/>
              </a:rPr>
              <a:t>[alt~=</a:t>
            </a:r>
            <a:r>
              <a:rPr lang="sk-SK" sz="1200" dirty="0" err="1">
                <a:latin typeface="Consolas" panose="020B0609020204030204" pitchFamily="49" charset="0"/>
                <a:ea typeface="Roboto Mono"/>
                <a:sym typeface="Roboto Mono"/>
              </a:rPr>
              <a:t>flower</a:t>
            </a:r>
            <a:r>
              <a:rPr lang="sk-SK" sz="1200" dirty="0">
                <a:latin typeface="Consolas" panose="020B0609020204030204" pitchFamily="49" charset="0"/>
                <a:ea typeface="Roboto Mono"/>
                <a:sym typeface="Roboto Mono"/>
              </a:rPr>
              <a:t>]</a:t>
            </a:r>
          </a:p>
          <a:p>
            <a:r>
              <a:rPr lang="sk-SK" dirty="0">
                <a:hlinkClick r:id="rId3"/>
              </a:rPr>
              <a:t>Zoznam všetkých selektorov</a:t>
            </a:r>
            <a:endParaRPr lang="sk-SK" dirty="0"/>
          </a:p>
          <a:p>
            <a:pPr marL="457200" lvl="0" indent="457200" algn="l" rtl="0">
              <a:spcBef>
                <a:spcPts val="500"/>
              </a:spcBef>
              <a:spcAft>
                <a:spcPts val="500"/>
              </a:spcAft>
              <a:buNone/>
            </a:pPr>
            <a:endParaRPr lang="sk-SK" dirty="0"/>
          </a:p>
        </p:txBody>
      </p:sp>
      <p:sp>
        <p:nvSpPr>
          <p:cNvPr id="338" name="Google Shape;338;p44"/>
          <p:cNvSpPr txBox="1">
            <a:spLocks noGrp="1"/>
          </p:cNvSpPr>
          <p:nvPr>
            <p:ph type="sldNum" idx="12"/>
          </p:nvPr>
        </p:nvSpPr>
        <p:spPr>
          <a:xfrm>
            <a:off x="8499550" y="4742725"/>
            <a:ext cx="312600" cy="273900"/>
          </a:xfrm>
          <a:prstGeom prst="rect">
            <a:avLst/>
          </a:prstGeom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sk-SK" smtClean="0"/>
              <a:t>13</a:t>
            </a:fld>
            <a:endParaRPr lang="sk-SK" dirty="0"/>
          </a:p>
        </p:txBody>
      </p:sp>
    </p:spTree>
    <p:extLst>
      <p:ext uri="{BB962C8B-B14F-4D97-AF65-F5344CB8AC3E}">
        <p14:creationId xmlns:p14="http://schemas.microsoft.com/office/powerpoint/2010/main" val="312093364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Google Shape;406;p54"/>
          <p:cNvSpPr txBox="1">
            <a:spLocks noGrp="1"/>
          </p:cNvSpPr>
          <p:nvPr>
            <p:ph type="title"/>
          </p:nvPr>
        </p:nvSpPr>
        <p:spPr>
          <a:xfrm>
            <a:off x="435894" y="526617"/>
            <a:ext cx="8272200" cy="760200"/>
          </a:xfrm>
          <a:prstGeom prst="rect">
            <a:avLst/>
          </a:prstGeom>
        </p:spPr>
        <p:txBody>
          <a:bodyPr spcFirstLastPara="1" wrap="square" lIns="68575" tIns="68575" rIns="68575" bIns="6857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sk-SK" dirty="0"/>
              <a:t>Priorita selektorov</a:t>
            </a:r>
          </a:p>
        </p:txBody>
      </p:sp>
      <p:sp>
        <p:nvSpPr>
          <p:cNvPr id="407" name="Google Shape;407;p54"/>
          <p:cNvSpPr txBox="1">
            <a:spLocks noGrp="1"/>
          </p:cNvSpPr>
          <p:nvPr>
            <p:ph type="body" idx="1"/>
          </p:nvPr>
        </p:nvSpPr>
        <p:spPr>
          <a:xfrm>
            <a:off x="435894" y="1635371"/>
            <a:ext cx="8272200" cy="3052865"/>
          </a:xfrm>
          <a:prstGeom prst="rect">
            <a:avLst/>
          </a:prstGeom>
        </p:spPr>
        <p:txBody>
          <a:bodyPr spcFirstLastPara="1" wrap="square" lIns="68575" tIns="68575" rIns="68575" bIns="68575" anchor="t" anchorCtr="0">
            <a:noAutofit/>
          </a:bodyPr>
          <a:lstStyle/>
          <a:p>
            <a:pPr marL="457200" lvl="0" indent="-330200" algn="l" rtl="0">
              <a:spcBef>
                <a:spcPts val="300"/>
              </a:spcBef>
              <a:spcAft>
                <a:spcPts val="0"/>
              </a:spcAft>
              <a:buSzPts val="1600"/>
              <a:buChar char="●"/>
            </a:pPr>
            <a:r>
              <a:rPr lang="sk-SK" sz="1400" dirty="0"/>
              <a:t>Prednastavené správanie </a:t>
            </a:r>
          </a:p>
          <a:p>
            <a:pPr marL="914400" lvl="1" indent="-298450" algn="l" rtl="0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sk-SK" sz="1200" dirty="0"/>
              <a:t>Ak nie je definovaný štýl, použije sa východzí štýl prehliadača, napr. odkazy</a:t>
            </a: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sk-SK" sz="1400" dirty="0"/>
              <a:t>Dedičnosť </a:t>
            </a:r>
          </a:p>
          <a:p>
            <a:pPr marL="914400" lvl="1" indent="-298450" algn="l" rtl="0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sk-SK" sz="1200" dirty="0"/>
              <a:t>Ak nie je vlastnosť definovaná, použije sa od predka (rodiča)</a:t>
            </a:r>
          </a:p>
          <a:p>
            <a:pPr marL="914400" marR="0" lvl="1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sk-SK" sz="1200" dirty="0"/>
              <a:t>Niektoré vlastnosti sa nededia (napr. </a:t>
            </a:r>
            <a:r>
              <a:rPr lang="en-US" sz="1100" dirty="0"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  <a:t>border</a:t>
            </a:r>
            <a:r>
              <a:rPr lang="sk-SK" sz="1200" dirty="0"/>
              <a:t>)</a:t>
            </a: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sk-SK" sz="1400" dirty="0"/>
              <a:t>Bližšie určujúci selektor</a:t>
            </a:r>
          </a:p>
          <a:p>
            <a:pPr marL="914400" lvl="1" indent="-298450" algn="l" rtl="0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sk-SK" sz="1200" dirty="0"/>
              <a:t>Napr. ID selektor má prednosť pred selektorom triedy a ten pred selektorom značky a pod.</a:t>
            </a: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sk-SK" sz="1400" dirty="0"/>
              <a:t>Zanorenie elementov</a:t>
            </a:r>
          </a:p>
          <a:p>
            <a:pPr marL="914400" lvl="1" indent="-298450" algn="l" rtl="0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sk-SK" sz="1200" dirty="0"/>
              <a:t>Prednosť má najbližší štýl k elementu</a:t>
            </a: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sk-SK" sz="1400" dirty="0"/>
              <a:t>Kľúčové slovo </a:t>
            </a:r>
            <a:r>
              <a:rPr lang="sk-SK" sz="1200" dirty="0"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  <a:t>!</a:t>
            </a:r>
            <a:r>
              <a:rPr lang="en-US" sz="1200" dirty="0"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  <a:t>important</a:t>
            </a:r>
          </a:p>
          <a:p>
            <a:pPr marL="914400" lvl="1" indent="-298450" algn="l" rtl="0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sk-SK" sz="1200" dirty="0"/>
              <a:t>Má najvyššiu prioritu, používať rozumne</a:t>
            </a:r>
          </a:p>
          <a:p>
            <a:pPr lvl="0">
              <a:spcBef>
                <a:spcPts val="0"/>
              </a:spcBef>
            </a:pPr>
            <a:r>
              <a:rPr lang="sk-SK" sz="1400" dirty="0" err="1"/>
              <a:t>Layers</a:t>
            </a:r>
            <a:endParaRPr lang="en-US" sz="1200" dirty="0">
              <a:latin typeface="Consolas" panose="020B0609020204030204" pitchFamily="49" charset="0"/>
              <a:ea typeface="Roboto Mono"/>
              <a:cs typeface="Roboto Mono"/>
              <a:sym typeface="Roboto Mono"/>
            </a:endParaRPr>
          </a:p>
          <a:p>
            <a:pPr lvl="1">
              <a:spcBef>
                <a:spcPts val="0"/>
              </a:spcBef>
            </a:pPr>
            <a:r>
              <a:rPr lang="sk-SK" sz="1200" dirty="0"/>
              <a:t>Možnosť ľubovoľne určovať priority</a:t>
            </a:r>
          </a:p>
          <a:p>
            <a:pPr marL="914400" lvl="1" indent="-298450" algn="l" rtl="0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endParaRPr lang="sk-SK" sz="1200" dirty="0"/>
          </a:p>
        </p:txBody>
      </p:sp>
      <p:sp>
        <p:nvSpPr>
          <p:cNvPr id="408" name="Google Shape;408;p54"/>
          <p:cNvSpPr txBox="1">
            <a:spLocks noGrp="1"/>
          </p:cNvSpPr>
          <p:nvPr>
            <p:ph type="sldNum" idx="12"/>
          </p:nvPr>
        </p:nvSpPr>
        <p:spPr>
          <a:xfrm>
            <a:off x="8499550" y="4742725"/>
            <a:ext cx="312600" cy="273900"/>
          </a:xfrm>
          <a:prstGeom prst="rect">
            <a:avLst/>
          </a:prstGeom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sk-SK" smtClean="0"/>
              <a:t>14</a:t>
            </a:fld>
            <a:endParaRPr lang="sk-SK" dirty="0"/>
          </a:p>
        </p:txBody>
      </p:sp>
      <p:sp>
        <p:nvSpPr>
          <p:cNvPr id="3" name="BlokTextu 2">
            <a:extLst>
              <a:ext uri="{FF2B5EF4-FFF2-40B4-BE49-F238E27FC236}">
                <a16:creationId xmlns:a16="http://schemas.microsoft.com/office/drawing/2014/main" id="{0D956EFF-CFA0-6D6A-24FD-176D1D8141F5}"/>
              </a:ext>
            </a:extLst>
          </p:cNvPr>
          <p:cNvSpPr txBox="1"/>
          <p:nvPr/>
        </p:nvSpPr>
        <p:spPr>
          <a:xfrm>
            <a:off x="5761652" y="4742725"/>
            <a:ext cx="3050498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00" dirty="0">
                <a:hlinkClick r:id="rId3"/>
              </a:rPr>
              <a:t>https://css-tricks.com/css-cascade-layers/</a:t>
            </a:r>
            <a:endParaRPr lang="en-US" sz="1100" dirty="0"/>
          </a:p>
        </p:txBody>
      </p:sp>
      <p:sp>
        <p:nvSpPr>
          <p:cNvPr id="5" name="BlokTextu 4">
            <a:extLst>
              <a:ext uri="{FF2B5EF4-FFF2-40B4-BE49-F238E27FC236}">
                <a16:creationId xmlns:a16="http://schemas.microsoft.com/office/drawing/2014/main" id="{64D880F0-58BE-D033-A7DA-08C8EDF59052}"/>
              </a:ext>
            </a:extLst>
          </p:cNvPr>
          <p:cNvSpPr txBox="1"/>
          <p:nvPr/>
        </p:nvSpPr>
        <p:spPr>
          <a:xfrm>
            <a:off x="5761652" y="4486078"/>
            <a:ext cx="4137158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00" dirty="0">
                <a:hlinkClick r:id="rId4"/>
              </a:rPr>
              <a:t>https://www.w3schools.com/css/css_specificity.asp</a:t>
            </a:r>
            <a:endParaRPr lang="sk-SK" sz="1100" dirty="0"/>
          </a:p>
        </p:txBody>
      </p:sp>
    </p:spTree>
    <p:extLst>
      <p:ext uri="{BB962C8B-B14F-4D97-AF65-F5344CB8AC3E}">
        <p14:creationId xmlns:p14="http://schemas.microsoft.com/office/powerpoint/2010/main" val="222053045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p43"/>
          <p:cNvSpPr txBox="1">
            <a:spLocks noGrp="1"/>
          </p:cNvSpPr>
          <p:nvPr>
            <p:ph type="title"/>
          </p:nvPr>
        </p:nvSpPr>
        <p:spPr>
          <a:xfrm>
            <a:off x="435894" y="526617"/>
            <a:ext cx="8272200" cy="760200"/>
          </a:xfrm>
          <a:prstGeom prst="rect">
            <a:avLst/>
          </a:prstGeom>
        </p:spPr>
        <p:txBody>
          <a:bodyPr spcFirstLastPara="1" wrap="square" lIns="68575" tIns="68575" rIns="68575" bIns="6857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sk-SK" dirty="0"/>
              <a:t>Priorita CSS selektorov</a:t>
            </a:r>
          </a:p>
        </p:txBody>
      </p:sp>
      <p:sp>
        <p:nvSpPr>
          <p:cNvPr id="329" name="Google Shape;329;p43"/>
          <p:cNvSpPr txBox="1">
            <a:spLocks noGrp="1"/>
          </p:cNvSpPr>
          <p:nvPr>
            <p:ph type="body" idx="1"/>
          </p:nvPr>
        </p:nvSpPr>
        <p:spPr>
          <a:xfrm>
            <a:off x="343000" y="1419900"/>
            <a:ext cx="4157400" cy="3564000"/>
          </a:xfrm>
          <a:prstGeom prst="rect">
            <a:avLst/>
          </a:prstGeom>
        </p:spPr>
        <p:txBody>
          <a:bodyPr spcFirstLastPara="1" wrap="square" lIns="68575" tIns="68575" rIns="68575" bIns="68575" anchor="t" anchorCtr="0">
            <a:noAutofit/>
          </a:bodyPr>
          <a:lstStyle/>
          <a:p>
            <a:pPr marL="0" lvl="0" indent="0" algn="l" rtl="0">
              <a:lnSpc>
                <a:spcPts val="1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sk-SK" sz="1000" dirty="0">
                <a:solidFill>
                  <a:srgbClr val="007700"/>
                </a:solidFill>
                <a:latin typeface="Consolas"/>
                <a:sym typeface="Consolas"/>
              </a:rPr>
              <a:t>&lt;</a:t>
            </a:r>
            <a:r>
              <a:rPr lang="sk-SK" sz="1000" dirty="0" err="1">
                <a:solidFill>
                  <a:srgbClr val="007700"/>
                </a:solidFill>
                <a:latin typeface="Consolas"/>
                <a:sym typeface="Consolas"/>
              </a:rPr>
              <a:t>ul</a:t>
            </a:r>
            <a:r>
              <a:rPr lang="sk-SK" sz="1000" dirty="0">
                <a:solidFill>
                  <a:srgbClr val="007700"/>
                </a:solidFill>
                <a:latin typeface="Consolas"/>
                <a:sym typeface="Consolas"/>
              </a:rPr>
              <a:t> </a:t>
            </a:r>
            <a:r>
              <a:rPr lang="sk-SK" sz="1000" dirty="0" err="1">
                <a:solidFill>
                  <a:schemeClr val="tx1"/>
                </a:solidFill>
                <a:latin typeface="Consolas"/>
                <a:sym typeface="Consolas"/>
              </a:rPr>
              <a:t>class</a:t>
            </a:r>
            <a:r>
              <a:rPr lang="sk-SK" sz="1000" dirty="0">
                <a:solidFill>
                  <a:schemeClr val="tx1"/>
                </a:solidFill>
                <a:latin typeface="Consolas"/>
                <a:sym typeface="Consolas"/>
              </a:rPr>
              <a:t>="</a:t>
            </a:r>
            <a:r>
              <a:rPr lang="sk-SK" sz="1000" dirty="0" err="1">
                <a:solidFill>
                  <a:schemeClr val="tx1"/>
                </a:solidFill>
                <a:latin typeface="Consolas"/>
                <a:sym typeface="Consolas"/>
              </a:rPr>
              <a:t>nieco</a:t>
            </a:r>
            <a:r>
              <a:rPr lang="sk-SK" sz="1000" dirty="0">
                <a:solidFill>
                  <a:schemeClr val="tx1"/>
                </a:solidFill>
                <a:latin typeface="Consolas"/>
                <a:sym typeface="Consolas"/>
              </a:rPr>
              <a:t>"</a:t>
            </a:r>
            <a:r>
              <a:rPr lang="sk-SK" sz="1000" dirty="0">
                <a:solidFill>
                  <a:srgbClr val="007700"/>
                </a:solidFill>
                <a:latin typeface="Consolas"/>
                <a:sym typeface="Consolas"/>
              </a:rPr>
              <a:t>&gt;</a:t>
            </a:r>
          </a:p>
          <a:p>
            <a:pPr marL="0" lvl="0" indent="0" algn="l" rtl="0">
              <a:lnSpc>
                <a:spcPts val="1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lang="sk-SK" sz="1000" dirty="0">
                <a:solidFill>
                  <a:srgbClr val="007700"/>
                </a:solidFill>
                <a:latin typeface="Consolas"/>
                <a:sym typeface="Consolas"/>
              </a:rPr>
              <a:t>  &lt;li </a:t>
            </a:r>
            <a:r>
              <a:rPr lang="sk-SK" sz="1000" dirty="0" err="1">
                <a:solidFill>
                  <a:schemeClr val="tx1"/>
                </a:solidFill>
                <a:latin typeface="Consolas"/>
                <a:sym typeface="Consolas"/>
              </a:rPr>
              <a:t>class</a:t>
            </a:r>
            <a:r>
              <a:rPr lang="sk-SK" sz="1000" dirty="0">
                <a:solidFill>
                  <a:schemeClr val="tx1"/>
                </a:solidFill>
                <a:latin typeface="Consolas"/>
                <a:sym typeface="Consolas"/>
              </a:rPr>
              <a:t>="trieda"</a:t>
            </a:r>
            <a:r>
              <a:rPr lang="sk-SK" sz="1000" dirty="0">
                <a:solidFill>
                  <a:srgbClr val="007700"/>
                </a:solidFill>
                <a:latin typeface="Consolas"/>
                <a:sym typeface="Consolas"/>
              </a:rPr>
              <a:t>&gt;</a:t>
            </a:r>
            <a:r>
              <a:rPr lang="sk-SK" sz="1000" dirty="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Slovensky</a:t>
            </a:r>
            <a:r>
              <a:rPr lang="sk-SK" sz="1000" dirty="0">
                <a:solidFill>
                  <a:srgbClr val="007700"/>
                </a:solidFill>
                <a:latin typeface="Consolas"/>
                <a:sym typeface="Consolas"/>
              </a:rPr>
              <a:t>&lt;/li&gt;</a:t>
            </a:r>
          </a:p>
          <a:p>
            <a:pPr marL="0" lvl="0" indent="0" algn="l" rtl="0">
              <a:lnSpc>
                <a:spcPts val="1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lang="sk-SK" sz="1000" dirty="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lang="sk-SK" sz="1000" dirty="0">
                <a:solidFill>
                  <a:srgbClr val="007700"/>
                </a:solidFill>
                <a:latin typeface="Consolas"/>
                <a:ea typeface="Consolas"/>
                <a:cs typeface="Consolas"/>
                <a:sym typeface="Consolas"/>
              </a:rPr>
              <a:t>&lt;li&gt;</a:t>
            </a:r>
            <a:r>
              <a:rPr lang="sk-SK" sz="1000" dirty="0">
                <a:solidFill>
                  <a:srgbClr val="FF00FF"/>
                </a:solidFill>
                <a:latin typeface="Consolas"/>
                <a:sym typeface="Consolas"/>
              </a:rPr>
              <a:t>Nemecky</a:t>
            </a:r>
            <a:r>
              <a:rPr lang="sk-SK" sz="1000" dirty="0">
                <a:solidFill>
                  <a:srgbClr val="007700"/>
                </a:solidFill>
                <a:latin typeface="Consolas"/>
                <a:ea typeface="Consolas"/>
                <a:cs typeface="Consolas"/>
                <a:sym typeface="Consolas"/>
              </a:rPr>
              <a:t>&lt;/li&gt;</a:t>
            </a:r>
            <a:endParaRPr lang="sk-SK" sz="1000" dirty="0">
              <a:solidFill>
                <a:srgbClr val="333333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ts val="1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lang="sk-SK" sz="1000" dirty="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lang="sk-SK" sz="1000" dirty="0">
                <a:solidFill>
                  <a:srgbClr val="007700"/>
                </a:solidFill>
                <a:latin typeface="Consolas"/>
                <a:ea typeface="Consolas"/>
                <a:cs typeface="Consolas"/>
                <a:sym typeface="Consolas"/>
              </a:rPr>
              <a:t>&lt;li&gt;</a:t>
            </a:r>
            <a:r>
              <a:rPr lang="sk-SK" sz="1000" dirty="0">
                <a:solidFill>
                  <a:srgbClr val="FF00FF"/>
                </a:solidFill>
                <a:latin typeface="Consolas"/>
                <a:sym typeface="Consolas"/>
              </a:rPr>
              <a:t>Anglicky</a:t>
            </a:r>
          </a:p>
          <a:p>
            <a:pPr marL="0" lvl="0" indent="0" algn="l" rtl="0">
              <a:lnSpc>
                <a:spcPts val="1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lang="sk-SK" sz="1000" dirty="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sk-SK" sz="1000" dirty="0">
                <a:solidFill>
                  <a:srgbClr val="007700"/>
                </a:solidFill>
                <a:latin typeface="Consolas"/>
                <a:sym typeface="Consolas"/>
              </a:rPr>
              <a:t>&lt;</a:t>
            </a:r>
            <a:r>
              <a:rPr lang="sk-SK" sz="1000" dirty="0" err="1">
                <a:solidFill>
                  <a:srgbClr val="007700"/>
                </a:solidFill>
                <a:latin typeface="Consolas"/>
                <a:sym typeface="Consolas"/>
              </a:rPr>
              <a:t>ul</a:t>
            </a:r>
            <a:r>
              <a:rPr lang="sk-SK" sz="1000" dirty="0">
                <a:solidFill>
                  <a:srgbClr val="007700"/>
                </a:solidFill>
                <a:latin typeface="Consolas"/>
                <a:sym typeface="Consolas"/>
              </a:rPr>
              <a:t> </a:t>
            </a:r>
            <a:r>
              <a:rPr lang="sk-SK" sz="1000" dirty="0" err="1">
                <a:solidFill>
                  <a:schemeClr val="tx1"/>
                </a:solidFill>
                <a:latin typeface="Consolas"/>
                <a:sym typeface="Consolas"/>
              </a:rPr>
              <a:t>class</a:t>
            </a:r>
            <a:r>
              <a:rPr lang="sk-SK" sz="1000" dirty="0">
                <a:solidFill>
                  <a:schemeClr val="tx1"/>
                </a:solidFill>
                <a:latin typeface="Consolas"/>
                <a:sym typeface="Consolas"/>
              </a:rPr>
              <a:t>="trieda"</a:t>
            </a:r>
            <a:r>
              <a:rPr lang="sk-SK" sz="1000" dirty="0">
                <a:solidFill>
                  <a:srgbClr val="007700"/>
                </a:solidFill>
                <a:latin typeface="Consolas"/>
                <a:sym typeface="Consolas"/>
              </a:rPr>
              <a:t>&gt;</a:t>
            </a:r>
          </a:p>
          <a:p>
            <a:pPr marL="0" lvl="0" indent="0" algn="l" rtl="0">
              <a:lnSpc>
                <a:spcPts val="1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lang="sk-SK" sz="1000" dirty="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      </a:t>
            </a:r>
            <a:r>
              <a:rPr lang="sk-SK" sz="1000" dirty="0">
                <a:solidFill>
                  <a:srgbClr val="007700"/>
                </a:solidFill>
                <a:latin typeface="Consolas"/>
                <a:sym typeface="Consolas"/>
              </a:rPr>
              <a:t>&lt;li </a:t>
            </a:r>
            <a:r>
              <a:rPr lang="sk-SK" sz="1000" dirty="0" err="1">
                <a:solidFill>
                  <a:schemeClr val="tx1"/>
                </a:solidFill>
                <a:latin typeface="Consolas"/>
                <a:sym typeface="Consolas"/>
              </a:rPr>
              <a:t>class</a:t>
            </a:r>
            <a:r>
              <a:rPr lang="sk-SK" sz="1000" dirty="0">
                <a:solidFill>
                  <a:schemeClr val="tx1"/>
                </a:solidFill>
                <a:latin typeface="Consolas"/>
                <a:sym typeface="Consolas"/>
              </a:rPr>
              <a:t>="trieda"</a:t>
            </a:r>
            <a:r>
              <a:rPr lang="sk-SK" sz="1000" dirty="0">
                <a:solidFill>
                  <a:srgbClr val="007700"/>
                </a:solidFill>
                <a:latin typeface="Consolas"/>
                <a:sym typeface="Consolas"/>
              </a:rPr>
              <a:t>&gt;</a:t>
            </a:r>
            <a:r>
              <a:rPr lang="sk-SK" sz="1000" dirty="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Slovensky</a:t>
            </a:r>
            <a:r>
              <a:rPr lang="sk-SK" sz="1000" dirty="0">
                <a:solidFill>
                  <a:srgbClr val="007700"/>
                </a:solidFill>
                <a:latin typeface="Consolas"/>
                <a:sym typeface="Consolas"/>
              </a:rPr>
              <a:t>&lt;/li&gt;</a:t>
            </a:r>
          </a:p>
          <a:p>
            <a:pPr marL="0" lvl="0" indent="0" algn="l" rtl="0">
              <a:lnSpc>
                <a:spcPts val="1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lang="sk-SK" sz="1000" dirty="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     </a:t>
            </a:r>
            <a:r>
              <a:rPr lang="sk-SK" sz="1000" dirty="0">
                <a:solidFill>
                  <a:srgbClr val="007700"/>
                </a:solidFill>
                <a:latin typeface="Consolas"/>
                <a:sym typeface="Consolas"/>
              </a:rPr>
              <a:t>&lt;li&gt;</a:t>
            </a:r>
            <a:r>
              <a:rPr lang="sk-SK" sz="1000" dirty="0">
                <a:solidFill>
                  <a:srgbClr val="0000FF"/>
                </a:solidFill>
                <a:latin typeface="Consolas"/>
                <a:sym typeface="Consolas"/>
              </a:rPr>
              <a:t>Nemecky</a:t>
            </a:r>
            <a:r>
              <a:rPr lang="sk-SK" sz="1000" dirty="0">
                <a:solidFill>
                  <a:srgbClr val="007700"/>
                </a:solidFill>
                <a:latin typeface="Consolas"/>
                <a:sym typeface="Consolas"/>
              </a:rPr>
              <a:t>&lt;/li&gt;</a:t>
            </a:r>
          </a:p>
          <a:p>
            <a:pPr marL="0" indent="0">
              <a:lnSpc>
                <a:spcPts val="1000"/>
              </a:lnSpc>
              <a:spcBef>
                <a:spcPts val="500"/>
              </a:spcBef>
              <a:buNone/>
            </a:pPr>
            <a:r>
              <a:rPr lang="sk-SK" sz="1000" dirty="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     </a:t>
            </a:r>
            <a:r>
              <a:rPr lang="sk-SK" sz="1000" dirty="0">
                <a:solidFill>
                  <a:srgbClr val="007700"/>
                </a:solidFill>
                <a:latin typeface="Consolas"/>
                <a:sym typeface="Consolas"/>
              </a:rPr>
              <a:t>&lt;li&gt;</a:t>
            </a:r>
            <a:r>
              <a:rPr lang="sk-SK" sz="1000" dirty="0">
                <a:solidFill>
                  <a:srgbClr val="0000FF"/>
                </a:solidFill>
                <a:latin typeface="Consolas"/>
                <a:sym typeface="Consolas"/>
              </a:rPr>
              <a:t>Anglicky</a:t>
            </a:r>
          </a:p>
          <a:p>
            <a:pPr marL="0" lvl="0" indent="0" algn="l" rtl="0">
              <a:lnSpc>
                <a:spcPts val="1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lang="sk-SK" sz="1000" dirty="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       </a:t>
            </a:r>
            <a:r>
              <a:rPr lang="sk-SK" sz="1000" dirty="0">
                <a:solidFill>
                  <a:srgbClr val="007700"/>
                </a:solidFill>
                <a:latin typeface="Consolas"/>
                <a:sym typeface="Consolas"/>
              </a:rPr>
              <a:t>&lt;</a:t>
            </a:r>
            <a:r>
              <a:rPr lang="sk-SK" sz="1000" dirty="0" err="1">
                <a:solidFill>
                  <a:srgbClr val="007700"/>
                </a:solidFill>
                <a:latin typeface="Consolas"/>
                <a:sym typeface="Consolas"/>
              </a:rPr>
              <a:t>ul</a:t>
            </a:r>
            <a:r>
              <a:rPr lang="sk-SK" sz="1000" dirty="0">
                <a:solidFill>
                  <a:srgbClr val="007700"/>
                </a:solidFill>
                <a:latin typeface="Consolas"/>
                <a:sym typeface="Consolas"/>
              </a:rPr>
              <a:t> </a:t>
            </a:r>
            <a:r>
              <a:rPr lang="sk-SK" sz="1000" dirty="0">
                <a:solidFill>
                  <a:schemeClr val="tx1"/>
                </a:solidFill>
                <a:latin typeface="Consolas"/>
                <a:sym typeface="Consolas"/>
              </a:rPr>
              <a:t>id="</a:t>
            </a:r>
            <a:r>
              <a:rPr lang="sk-SK" sz="1000" dirty="0" err="1">
                <a:solidFill>
                  <a:schemeClr val="tx1"/>
                </a:solidFill>
                <a:latin typeface="Consolas"/>
                <a:sym typeface="Consolas"/>
              </a:rPr>
              <a:t>nieco</a:t>
            </a:r>
            <a:r>
              <a:rPr lang="sk-SK" sz="1000" dirty="0">
                <a:solidFill>
                  <a:schemeClr val="tx1"/>
                </a:solidFill>
                <a:latin typeface="Consolas"/>
                <a:sym typeface="Consolas"/>
              </a:rPr>
              <a:t>"</a:t>
            </a:r>
            <a:r>
              <a:rPr lang="sk-SK" sz="1000" dirty="0">
                <a:solidFill>
                  <a:srgbClr val="007700"/>
                </a:solidFill>
                <a:latin typeface="Consolas"/>
                <a:sym typeface="Consolas"/>
              </a:rPr>
              <a:t>&gt;</a:t>
            </a:r>
          </a:p>
          <a:p>
            <a:pPr marL="0" lvl="0" indent="0" algn="l" rtl="0">
              <a:lnSpc>
                <a:spcPts val="1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lang="sk-SK" sz="1000" dirty="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         </a:t>
            </a:r>
            <a:r>
              <a:rPr lang="sk-SK" sz="1000" dirty="0">
                <a:solidFill>
                  <a:srgbClr val="007700"/>
                </a:solidFill>
                <a:latin typeface="Consolas"/>
                <a:sym typeface="Consolas"/>
              </a:rPr>
              <a:t>&lt;li </a:t>
            </a:r>
            <a:r>
              <a:rPr lang="sk-SK" sz="1000" dirty="0" err="1">
                <a:solidFill>
                  <a:schemeClr val="tx1"/>
                </a:solidFill>
                <a:latin typeface="Consolas"/>
                <a:sym typeface="Consolas"/>
              </a:rPr>
              <a:t>class</a:t>
            </a:r>
            <a:r>
              <a:rPr lang="sk-SK" sz="1000" dirty="0">
                <a:solidFill>
                  <a:schemeClr val="tx1"/>
                </a:solidFill>
                <a:latin typeface="Consolas"/>
                <a:sym typeface="Consolas"/>
              </a:rPr>
              <a:t>="</a:t>
            </a:r>
            <a:r>
              <a:rPr lang="sk-SK" sz="1000" dirty="0" err="1">
                <a:solidFill>
                  <a:schemeClr val="tx1"/>
                </a:solidFill>
                <a:latin typeface="Consolas"/>
                <a:sym typeface="Consolas"/>
              </a:rPr>
              <a:t>nieco</a:t>
            </a:r>
            <a:r>
              <a:rPr lang="sk-SK" sz="1000" dirty="0">
                <a:solidFill>
                  <a:schemeClr val="tx1"/>
                </a:solidFill>
                <a:latin typeface="Consolas"/>
                <a:sym typeface="Consolas"/>
              </a:rPr>
              <a:t>"</a:t>
            </a:r>
            <a:r>
              <a:rPr lang="sk-SK" sz="1000" dirty="0">
                <a:solidFill>
                  <a:srgbClr val="007700"/>
                </a:solidFill>
                <a:latin typeface="Consolas"/>
                <a:sym typeface="Consolas"/>
              </a:rPr>
              <a:t>&gt;</a:t>
            </a:r>
            <a:r>
              <a:rPr lang="sk-SK" sz="1000" dirty="0">
                <a:solidFill>
                  <a:srgbClr val="FF00FF"/>
                </a:solidFill>
                <a:latin typeface="Consolas"/>
                <a:ea typeface="Consolas"/>
                <a:cs typeface="Consolas"/>
                <a:sym typeface="Consolas"/>
              </a:rPr>
              <a:t>Slovensky</a:t>
            </a:r>
            <a:r>
              <a:rPr lang="sk-SK" sz="1000" dirty="0">
                <a:solidFill>
                  <a:srgbClr val="007700"/>
                </a:solidFill>
                <a:latin typeface="Consolas"/>
                <a:sym typeface="Consolas"/>
              </a:rPr>
              <a:t>&lt;/li&gt;</a:t>
            </a:r>
          </a:p>
          <a:p>
            <a:pPr marL="0" lvl="0" indent="0" algn="l" rtl="0">
              <a:lnSpc>
                <a:spcPts val="1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lang="sk-SK" sz="1000" dirty="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         </a:t>
            </a:r>
            <a:r>
              <a:rPr lang="sk-SK" sz="1000" dirty="0">
                <a:solidFill>
                  <a:srgbClr val="007700"/>
                </a:solidFill>
                <a:latin typeface="Consolas"/>
                <a:ea typeface="Consolas"/>
                <a:cs typeface="Consolas"/>
                <a:sym typeface="Consolas"/>
              </a:rPr>
              <a:t>&lt;li&gt;</a:t>
            </a:r>
            <a:r>
              <a:rPr lang="sk-SK" sz="1000" dirty="0">
                <a:solidFill>
                  <a:srgbClr val="FF9900"/>
                </a:solidFill>
                <a:latin typeface="Consolas"/>
                <a:sym typeface="Consolas"/>
              </a:rPr>
              <a:t>Nemecky</a:t>
            </a:r>
            <a:r>
              <a:rPr lang="sk-SK" sz="1000" dirty="0">
                <a:solidFill>
                  <a:srgbClr val="007700"/>
                </a:solidFill>
                <a:latin typeface="Consolas"/>
                <a:ea typeface="Consolas"/>
                <a:cs typeface="Consolas"/>
                <a:sym typeface="Consolas"/>
              </a:rPr>
              <a:t>&lt;/li&gt;</a:t>
            </a:r>
            <a:endParaRPr lang="sk-SK" sz="1000" dirty="0">
              <a:solidFill>
                <a:srgbClr val="333333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ts val="1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lang="sk-SK" sz="1000" dirty="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         </a:t>
            </a:r>
            <a:r>
              <a:rPr lang="sk-SK" sz="1000" dirty="0">
                <a:solidFill>
                  <a:srgbClr val="007700"/>
                </a:solidFill>
                <a:latin typeface="Consolas"/>
                <a:ea typeface="Consolas"/>
                <a:cs typeface="Consolas"/>
                <a:sym typeface="Consolas"/>
              </a:rPr>
              <a:t>&lt;li&gt;</a:t>
            </a:r>
            <a:r>
              <a:rPr lang="sk-SK" sz="1000" dirty="0">
                <a:solidFill>
                  <a:srgbClr val="FF9900"/>
                </a:solidFill>
                <a:latin typeface="Consolas"/>
                <a:sym typeface="Consolas"/>
              </a:rPr>
              <a:t>Anglicky</a:t>
            </a:r>
            <a:r>
              <a:rPr lang="sk-SK" sz="1000" dirty="0">
                <a:solidFill>
                  <a:srgbClr val="007700"/>
                </a:solidFill>
                <a:latin typeface="Consolas"/>
                <a:ea typeface="Consolas"/>
                <a:cs typeface="Consolas"/>
                <a:sym typeface="Consolas"/>
              </a:rPr>
              <a:t>&lt;/li&gt;</a:t>
            </a:r>
            <a:endParaRPr lang="sk-SK" sz="1000" dirty="0">
              <a:solidFill>
                <a:srgbClr val="333333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ts val="1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lang="sk-SK" sz="1000" dirty="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       </a:t>
            </a:r>
            <a:r>
              <a:rPr lang="sk-SK" sz="1000" dirty="0">
                <a:solidFill>
                  <a:srgbClr val="007700"/>
                </a:solidFill>
                <a:latin typeface="Consolas"/>
                <a:ea typeface="Consolas"/>
                <a:cs typeface="Consolas"/>
                <a:sym typeface="Consolas"/>
              </a:rPr>
              <a:t>&lt;/</a:t>
            </a:r>
            <a:r>
              <a:rPr lang="sk-SK" sz="1000" dirty="0" err="1">
                <a:solidFill>
                  <a:srgbClr val="007700"/>
                </a:solidFill>
                <a:latin typeface="Consolas"/>
                <a:ea typeface="Consolas"/>
                <a:cs typeface="Consolas"/>
                <a:sym typeface="Consolas"/>
              </a:rPr>
              <a:t>ul</a:t>
            </a:r>
            <a:r>
              <a:rPr lang="sk-SK" sz="1000" dirty="0">
                <a:solidFill>
                  <a:srgbClr val="007700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  <a:endParaRPr lang="sk-SK" sz="1000" dirty="0">
              <a:solidFill>
                <a:srgbClr val="333333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ts val="1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lang="sk-SK" sz="1000" dirty="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     </a:t>
            </a:r>
            <a:r>
              <a:rPr lang="sk-SK" sz="1000" dirty="0">
                <a:solidFill>
                  <a:srgbClr val="007700"/>
                </a:solidFill>
                <a:latin typeface="Consolas"/>
                <a:ea typeface="Consolas"/>
                <a:cs typeface="Consolas"/>
                <a:sym typeface="Consolas"/>
              </a:rPr>
              <a:t>&lt;/li&gt;</a:t>
            </a:r>
            <a:endParaRPr lang="sk-SK" sz="1000" dirty="0">
              <a:solidFill>
                <a:srgbClr val="333333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ts val="1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lang="sk-SK" sz="1000" dirty="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sk-SK" sz="1000" dirty="0">
                <a:solidFill>
                  <a:srgbClr val="007700"/>
                </a:solidFill>
                <a:latin typeface="Consolas"/>
                <a:ea typeface="Consolas"/>
                <a:cs typeface="Consolas"/>
                <a:sym typeface="Consolas"/>
              </a:rPr>
              <a:t>&lt;/</a:t>
            </a:r>
            <a:r>
              <a:rPr lang="sk-SK" sz="1000" dirty="0" err="1">
                <a:solidFill>
                  <a:srgbClr val="007700"/>
                </a:solidFill>
                <a:latin typeface="Consolas"/>
                <a:ea typeface="Consolas"/>
                <a:cs typeface="Consolas"/>
                <a:sym typeface="Consolas"/>
              </a:rPr>
              <a:t>ul</a:t>
            </a:r>
            <a:r>
              <a:rPr lang="sk-SK" sz="1000" dirty="0">
                <a:solidFill>
                  <a:srgbClr val="007700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  <a:endParaRPr lang="sk-SK" sz="1000" dirty="0">
              <a:solidFill>
                <a:srgbClr val="333333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ts val="1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lang="sk-SK" sz="1000" dirty="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lang="sk-SK" sz="1000" dirty="0">
                <a:solidFill>
                  <a:srgbClr val="007700"/>
                </a:solidFill>
                <a:latin typeface="Consolas"/>
                <a:ea typeface="Consolas"/>
                <a:cs typeface="Consolas"/>
                <a:sym typeface="Consolas"/>
              </a:rPr>
              <a:t>&lt;/li&gt;</a:t>
            </a:r>
            <a:endParaRPr lang="sk-SK" sz="1000" dirty="0">
              <a:solidFill>
                <a:srgbClr val="333333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ts val="1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lang="sk-SK" sz="1000" dirty="0">
                <a:solidFill>
                  <a:srgbClr val="007700"/>
                </a:solidFill>
                <a:latin typeface="Consolas"/>
                <a:ea typeface="Consolas"/>
                <a:cs typeface="Consolas"/>
                <a:sym typeface="Consolas"/>
              </a:rPr>
              <a:t>&lt;/</a:t>
            </a:r>
            <a:r>
              <a:rPr lang="sk-SK" sz="1000" dirty="0" err="1">
                <a:solidFill>
                  <a:srgbClr val="007700"/>
                </a:solidFill>
                <a:latin typeface="Consolas"/>
                <a:ea typeface="Consolas"/>
                <a:cs typeface="Consolas"/>
                <a:sym typeface="Consolas"/>
              </a:rPr>
              <a:t>ul</a:t>
            </a:r>
            <a:r>
              <a:rPr lang="sk-SK" sz="1000" dirty="0">
                <a:solidFill>
                  <a:srgbClr val="007700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</a:p>
          <a:p>
            <a:pPr marL="0" lvl="0" indent="0" algn="l" rtl="0">
              <a:lnSpc>
                <a:spcPts val="1000"/>
              </a:lnSpc>
              <a:spcBef>
                <a:spcPts val="500"/>
              </a:spcBef>
              <a:spcAft>
                <a:spcPts val="500"/>
              </a:spcAft>
              <a:buNone/>
            </a:pPr>
            <a:endParaRPr lang="sk-SK" sz="1000" dirty="0">
              <a:solidFill>
                <a:srgbClr val="0077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30" name="Google Shape;330;p43"/>
          <p:cNvSpPr txBox="1">
            <a:spLocks noGrp="1"/>
          </p:cNvSpPr>
          <p:nvPr>
            <p:ph type="sldNum" idx="12"/>
          </p:nvPr>
        </p:nvSpPr>
        <p:spPr>
          <a:xfrm>
            <a:off x="8499550" y="4742725"/>
            <a:ext cx="312600" cy="273900"/>
          </a:xfrm>
          <a:prstGeom prst="rect">
            <a:avLst/>
          </a:prstGeom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sk-SK" smtClean="0"/>
              <a:t>15</a:t>
            </a:fld>
            <a:endParaRPr lang="sk-SK" dirty="0"/>
          </a:p>
        </p:txBody>
      </p:sp>
      <p:sp>
        <p:nvSpPr>
          <p:cNvPr id="331" name="Google Shape;331;p43"/>
          <p:cNvSpPr txBox="1"/>
          <p:nvPr/>
        </p:nvSpPr>
        <p:spPr>
          <a:xfrm>
            <a:off x="4894800" y="1596925"/>
            <a:ext cx="3813294" cy="314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sk-SK" sz="1000" dirty="0">
                <a:solidFill>
                  <a:srgbClr val="FF9900"/>
                </a:solidFill>
                <a:latin typeface="Consolas"/>
                <a:sym typeface="Consolas"/>
              </a:rPr>
              <a:t>#nieco, </a:t>
            </a:r>
            <a:r>
              <a:rPr lang="sk-SK" sz="1000" dirty="0" err="1">
                <a:solidFill>
                  <a:srgbClr val="FF9900"/>
                </a:solidFill>
                <a:latin typeface="Consolas"/>
                <a:sym typeface="Consolas"/>
              </a:rPr>
              <a:t>ul</a:t>
            </a:r>
            <a:r>
              <a:rPr lang="sk-SK" sz="1000" dirty="0">
                <a:solidFill>
                  <a:srgbClr val="FF9900"/>
                </a:solidFill>
                <a:latin typeface="Consolas"/>
                <a:sym typeface="Consolas"/>
              </a:rPr>
              <a:t> li </a:t>
            </a:r>
            <a:r>
              <a:rPr lang="sk-SK" sz="1000" dirty="0" err="1">
                <a:solidFill>
                  <a:srgbClr val="FF9900"/>
                </a:solidFill>
                <a:latin typeface="Consolas"/>
                <a:sym typeface="Consolas"/>
              </a:rPr>
              <a:t>ul</a:t>
            </a:r>
            <a:r>
              <a:rPr lang="sk-SK" sz="1000" dirty="0">
                <a:solidFill>
                  <a:srgbClr val="FF9900"/>
                </a:solidFill>
                <a:latin typeface="Consolas"/>
                <a:sym typeface="Consolas"/>
              </a:rPr>
              <a:t> li </a:t>
            </a:r>
            <a:r>
              <a:rPr lang="sk-SK" sz="1000" dirty="0" err="1">
                <a:solidFill>
                  <a:srgbClr val="FF9900"/>
                </a:solidFill>
                <a:latin typeface="Consolas"/>
                <a:sym typeface="Consolas"/>
              </a:rPr>
              <a:t>ul</a:t>
            </a:r>
            <a:r>
              <a:rPr lang="sk-SK" sz="1000" dirty="0">
                <a:solidFill>
                  <a:srgbClr val="FF9900"/>
                </a:solidFill>
                <a:latin typeface="Consolas"/>
                <a:sym typeface="Consolas"/>
              </a:rPr>
              <a:t> </a:t>
            </a:r>
            <a:r>
              <a:rPr lang="en-US" sz="1000" dirty="0">
                <a:solidFill>
                  <a:srgbClr val="FF9900"/>
                </a:solidFill>
                <a:latin typeface="Consolas"/>
                <a:sym typeface="Consolas"/>
              </a:rPr>
              <a:t>{</a:t>
            </a:r>
            <a:endParaRPr lang="sk-SK" sz="1000" dirty="0">
              <a:solidFill>
                <a:srgbClr val="FF9900"/>
              </a:solidFill>
              <a:latin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dirty="0">
                <a:solidFill>
                  <a:srgbClr val="FF9900"/>
                </a:solidFill>
                <a:latin typeface="Consolas"/>
                <a:sym typeface="Consolas"/>
              </a:rPr>
              <a:t>  color: orange }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dirty="0">
                <a:latin typeface="Consolas"/>
                <a:ea typeface="Consolas"/>
                <a:cs typeface="Consolas"/>
                <a:sym typeface="Consolas"/>
              </a:rPr>
              <a:t>	</a:t>
            </a:r>
            <a:endParaRPr lang="sk-SK" sz="1000" dirty="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sk-SK" sz="1000" dirty="0" err="1">
                <a:solidFill>
                  <a:srgbClr val="FF0000"/>
                </a:solidFill>
                <a:latin typeface="Consolas"/>
                <a:sym typeface="Consolas"/>
              </a:rPr>
              <a:t>li.trieda</a:t>
            </a:r>
            <a:r>
              <a:rPr lang="sk-SK" sz="1000" dirty="0">
                <a:solidFill>
                  <a:srgbClr val="FF0000"/>
                </a:solidFill>
                <a:latin typeface="Consolas"/>
                <a:sym typeface="Consolas"/>
              </a:rPr>
              <a:t> </a:t>
            </a:r>
            <a:r>
              <a:rPr lang="en-US" sz="1000" dirty="0">
                <a:solidFill>
                  <a:srgbClr val="FF0000"/>
                </a:solidFill>
                <a:latin typeface="Consolas"/>
                <a:sym typeface="Consolas"/>
              </a:rPr>
              <a:t>{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dirty="0">
                <a:solidFill>
                  <a:srgbClr val="FF0000"/>
                </a:solidFill>
                <a:latin typeface="Consolas"/>
                <a:sym typeface="Consolas"/>
              </a:rPr>
              <a:t>  color: red;  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dirty="0">
                <a:solidFill>
                  <a:srgbClr val="FF0000"/>
                </a:solidFill>
                <a:latin typeface="Consolas"/>
                <a:sym typeface="Consolas"/>
              </a:rPr>
              <a:t>}</a:t>
            </a:r>
            <a:endParaRPr lang="sk-SK" sz="1000" dirty="0">
              <a:solidFill>
                <a:srgbClr val="FF0000"/>
              </a:solidFill>
              <a:latin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sk-SK" sz="1000" dirty="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sk-SK" sz="1000" dirty="0">
                <a:solidFill>
                  <a:srgbClr val="FF00FF"/>
                </a:solidFill>
                <a:latin typeface="Consolas"/>
                <a:sym typeface="Consolas"/>
              </a:rPr>
              <a:t>.</a:t>
            </a:r>
            <a:r>
              <a:rPr lang="sk-SK" sz="1000" dirty="0" err="1">
                <a:solidFill>
                  <a:srgbClr val="FF00FF"/>
                </a:solidFill>
                <a:latin typeface="Consolas"/>
                <a:sym typeface="Consolas"/>
              </a:rPr>
              <a:t>nieco</a:t>
            </a:r>
            <a:r>
              <a:rPr lang="en-US" sz="1000" dirty="0">
                <a:solidFill>
                  <a:srgbClr val="FF00FF"/>
                </a:solidFill>
                <a:latin typeface="Consolas"/>
                <a:sym typeface="Consolas"/>
              </a:rPr>
              <a:t> {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dirty="0">
                <a:solidFill>
                  <a:srgbClr val="FF00FF"/>
                </a:solidFill>
                <a:latin typeface="Consolas"/>
                <a:sym typeface="Consolas"/>
              </a:rPr>
              <a:t>  color: magenta;</a:t>
            </a:r>
            <a:endParaRPr lang="sk-SK" sz="1000" dirty="0">
              <a:solidFill>
                <a:srgbClr val="FF00FF"/>
              </a:solidFill>
              <a:latin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dirty="0">
                <a:solidFill>
                  <a:srgbClr val="FF00FF"/>
                </a:solidFill>
                <a:latin typeface="Consolas"/>
                <a:sym typeface="Consolas"/>
              </a:rPr>
              <a:t>}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sk-SK" sz="1000" dirty="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sk-SK" sz="1000" dirty="0">
                <a:solidFill>
                  <a:srgbClr val="0000FF"/>
                </a:solidFill>
                <a:latin typeface="Consolas"/>
                <a:sym typeface="Consolas"/>
              </a:rPr>
              <a:t>.trieda</a:t>
            </a:r>
            <a:r>
              <a:rPr lang="en-US" sz="1000" dirty="0">
                <a:solidFill>
                  <a:srgbClr val="0000FF"/>
                </a:solidFill>
                <a:latin typeface="Consolas"/>
                <a:sym typeface="Consolas"/>
              </a:rPr>
              <a:t> {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dirty="0">
                <a:solidFill>
                  <a:srgbClr val="0000FF"/>
                </a:solidFill>
                <a:latin typeface="Consolas"/>
                <a:sym typeface="Consolas"/>
              </a:rPr>
              <a:t>  color: blue;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dirty="0">
                <a:solidFill>
                  <a:srgbClr val="0000FF"/>
                </a:solidFill>
                <a:latin typeface="Consolas"/>
                <a:sym typeface="Consolas"/>
              </a:rPr>
              <a:t>}</a:t>
            </a:r>
            <a:endParaRPr lang="sk-SK" sz="1000" dirty="0">
              <a:solidFill>
                <a:srgbClr val="0000FF"/>
              </a:solidFill>
              <a:latin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sk-SK" sz="1800" dirty="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sk-SK" sz="1800" dirty="0">
              <a:latin typeface="Consolas"/>
              <a:ea typeface="Consolas"/>
              <a:cs typeface="Consolas"/>
              <a:sym typeface="Consolas"/>
            </a:endParaRPr>
          </a:p>
        </p:txBody>
      </p:sp>
    </p:spTree>
    <p:extLst>
      <p:ext uri="{BB962C8B-B14F-4D97-AF65-F5344CB8AC3E}">
        <p14:creationId xmlns:p14="http://schemas.microsoft.com/office/powerpoint/2010/main" val="112463015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" name="Google Shape;413;p55"/>
          <p:cNvSpPr txBox="1">
            <a:spLocks noGrp="1"/>
          </p:cNvSpPr>
          <p:nvPr>
            <p:ph type="title"/>
          </p:nvPr>
        </p:nvSpPr>
        <p:spPr>
          <a:xfrm>
            <a:off x="435894" y="526617"/>
            <a:ext cx="8272200" cy="760200"/>
          </a:xfrm>
          <a:prstGeom prst="rect">
            <a:avLst/>
          </a:prstGeom>
        </p:spPr>
        <p:txBody>
          <a:bodyPr spcFirstLastPara="1" wrap="square" lIns="68575" tIns="68575" rIns="68575" bIns="6857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sk-SK" dirty="0"/>
              <a:t>Priorita CSS pravidiel</a:t>
            </a:r>
          </a:p>
        </p:txBody>
      </p:sp>
      <p:sp>
        <p:nvSpPr>
          <p:cNvPr id="414" name="Google Shape;414;p55"/>
          <p:cNvSpPr txBox="1">
            <a:spLocks noGrp="1"/>
          </p:cNvSpPr>
          <p:nvPr>
            <p:ph type="body" idx="1"/>
          </p:nvPr>
        </p:nvSpPr>
        <p:spPr>
          <a:xfrm>
            <a:off x="1183549" y="2064579"/>
            <a:ext cx="1952400" cy="1923200"/>
          </a:xfrm>
          <a:prstGeom prst="rect">
            <a:avLst/>
          </a:prstGeom>
        </p:spPr>
        <p:txBody>
          <a:bodyPr spcFirstLastPara="1" wrap="square" lIns="68575" tIns="68575" rIns="68575" bIns="68575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sk-SK" sz="1100" dirty="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.font {</a:t>
            </a: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sk-SK" sz="1100" dirty="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</a:t>
            </a:r>
            <a:r>
              <a:rPr lang="sk-SK" sz="1100" b="1" dirty="0">
                <a:solidFill>
                  <a:srgbClr val="7F005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color</a:t>
            </a:r>
            <a:r>
              <a:rPr lang="sk-SK" sz="1100" dirty="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 </a:t>
            </a:r>
            <a:r>
              <a:rPr lang="sk-SK" sz="1100" dirty="0" err="1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red</a:t>
            </a:r>
            <a:r>
              <a:rPr lang="sk-SK" sz="1100" dirty="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sk-SK" sz="1100" dirty="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}</a:t>
            </a: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sk-SK" sz="1100" dirty="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.font {</a:t>
            </a: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sk-SK" sz="1100" dirty="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</a:t>
            </a:r>
            <a:r>
              <a:rPr lang="sk-SK" sz="1100" b="1" dirty="0">
                <a:solidFill>
                  <a:srgbClr val="7F005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color</a:t>
            </a:r>
            <a:r>
              <a:rPr lang="sk-SK" sz="1100" dirty="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 </a:t>
            </a:r>
            <a:r>
              <a:rPr lang="sk-SK" sz="1100" dirty="0" err="1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orange</a:t>
            </a:r>
            <a:r>
              <a:rPr lang="sk-SK" sz="1100" dirty="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sk-SK" sz="1100" dirty="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}</a:t>
            </a: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sk-SK" dirty="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sk-SK" dirty="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415" name="Google Shape;415;p55"/>
          <p:cNvSpPr txBox="1">
            <a:spLocks noGrp="1"/>
          </p:cNvSpPr>
          <p:nvPr>
            <p:ph type="sldNum" idx="12"/>
          </p:nvPr>
        </p:nvSpPr>
        <p:spPr>
          <a:xfrm>
            <a:off x="8499550" y="4742725"/>
            <a:ext cx="312600" cy="273900"/>
          </a:xfrm>
          <a:prstGeom prst="rect">
            <a:avLst/>
          </a:prstGeom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sk-SK" smtClean="0"/>
              <a:t>16</a:t>
            </a:fld>
            <a:endParaRPr lang="sk-SK" dirty="0"/>
          </a:p>
        </p:txBody>
      </p:sp>
      <p:sp>
        <p:nvSpPr>
          <p:cNvPr id="416" name="Google Shape;416;p55"/>
          <p:cNvSpPr txBox="1"/>
          <p:nvPr/>
        </p:nvSpPr>
        <p:spPr>
          <a:xfrm>
            <a:off x="5556044" y="2064579"/>
            <a:ext cx="1751400" cy="189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sk-SK" sz="1100" dirty="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.font {</a:t>
            </a: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sk-SK" sz="1100" dirty="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lang="sk-SK" sz="1100" b="1" dirty="0">
                <a:solidFill>
                  <a:srgbClr val="7F005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color</a:t>
            </a:r>
            <a:r>
              <a:rPr lang="sk-SK" sz="1100" dirty="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 </a:t>
            </a:r>
            <a:r>
              <a:rPr lang="sk-SK" sz="1100" dirty="0" err="1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red</a:t>
            </a:r>
            <a:r>
              <a:rPr lang="sk-SK" sz="1100" dirty="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sk-SK" sz="1100" dirty="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}</a:t>
            </a:r>
          </a:p>
          <a:p>
            <a:pPr lvl="0">
              <a:lnSpc>
                <a:spcPct val="115000"/>
              </a:lnSpc>
            </a:pPr>
            <a:r>
              <a:rPr lang="sk-SK" sz="1100" b="1" dirty="0" err="1">
                <a:solidFill>
                  <a:srgbClr val="7F005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span</a:t>
            </a:r>
            <a:r>
              <a:rPr lang="sk-SK" sz="1100" dirty="0" err="1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.font</a:t>
            </a:r>
            <a:r>
              <a:rPr lang="sk-SK" sz="1100" dirty="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{</a:t>
            </a:r>
          </a:p>
          <a:p>
            <a:pPr lvl="0">
              <a:lnSpc>
                <a:spcPct val="115000"/>
              </a:lnSpc>
            </a:pPr>
            <a:r>
              <a:rPr lang="sk-SK" sz="1100" dirty="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lang="sk-SK" sz="1100" b="1" dirty="0">
                <a:solidFill>
                  <a:srgbClr val="7F005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color</a:t>
            </a:r>
            <a:r>
              <a:rPr lang="sk-SK" sz="1100" dirty="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 </a:t>
            </a:r>
            <a:r>
              <a:rPr lang="sk-SK" sz="1100" dirty="0" err="1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orange</a:t>
            </a:r>
            <a:r>
              <a:rPr lang="sk-SK" sz="1100" dirty="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</a:p>
          <a:p>
            <a:pPr lvl="0">
              <a:lnSpc>
                <a:spcPct val="115000"/>
              </a:lnSpc>
            </a:pPr>
            <a:r>
              <a:rPr lang="sk-SK" sz="1100" dirty="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}</a:t>
            </a: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sk-SK" sz="1100" b="1" dirty="0">
                <a:solidFill>
                  <a:srgbClr val="7F005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body</a:t>
            </a:r>
            <a:r>
              <a:rPr lang="sk-SK" sz="1100" dirty="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sk-SK" sz="1100" b="1" dirty="0" err="1">
                <a:solidFill>
                  <a:srgbClr val="7F005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span</a:t>
            </a:r>
            <a:r>
              <a:rPr lang="sk-SK" sz="1100" dirty="0" err="1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.font</a:t>
            </a:r>
            <a:r>
              <a:rPr lang="sk-SK" sz="1100" dirty="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{</a:t>
            </a: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sk-SK" sz="1100" dirty="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lang="sk-SK" sz="1100" b="1" dirty="0">
                <a:solidFill>
                  <a:srgbClr val="7F005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color</a:t>
            </a:r>
            <a:r>
              <a:rPr lang="sk-SK" sz="1100" dirty="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 </a:t>
            </a:r>
            <a:r>
              <a:rPr lang="sk-SK" sz="1100" dirty="0" err="1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green</a:t>
            </a:r>
            <a:r>
              <a:rPr lang="sk-SK" sz="1100" dirty="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sk-SK" sz="1100" dirty="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}</a:t>
            </a: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lang="sk-SK" sz="1100" dirty="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sk-SK" dirty="0"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418" name="Google Shape;418;p55"/>
          <p:cNvCxnSpPr>
            <a:cxnSpLocks/>
          </p:cNvCxnSpPr>
          <p:nvPr/>
        </p:nvCxnSpPr>
        <p:spPr>
          <a:xfrm>
            <a:off x="5135480" y="2064579"/>
            <a:ext cx="0" cy="2034989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19" name="Google Shape;419;p55"/>
          <p:cNvSpPr txBox="1"/>
          <p:nvPr/>
        </p:nvSpPr>
        <p:spPr>
          <a:xfrm>
            <a:off x="3168352" y="2064579"/>
            <a:ext cx="1788978" cy="189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sk-SK" sz="1100" dirty="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.font {</a:t>
            </a: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sk-SK" sz="1100" dirty="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lang="sk-SK" sz="1100" b="1" dirty="0">
                <a:solidFill>
                  <a:srgbClr val="7F005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color</a:t>
            </a:r>
            <a:r>
              <a:rPr lang="sk-SK" sz="1100" dirty="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 </a:t>
            </a:r>
            <a:r>
              <a:rPr lang="sk-SK" sz="1100" dirty="0" err="1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red</a:t>
            </a:r>
            <a:r>
              <a:rPr lang="sk-SK" sz="1100" dirty="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sk-SK" sz="1100" dirty="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}</a:t>
            </a:r>
          </a:p>
          <a:p>
            <a:pPr lvl="0">
              <a:lnSpc>
                <a:spcPct val="115000"/>
              </a:lnSpc>
            </a:pPr>
            <a:r>
              <a:rPr lang="en-US" sz="1100" dirty="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span</a:t>
            </a:r>
            <a:r>
              <a:rPr lang="sk-SK" sz="1100" dirty="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{</a:t>
            </a:r>
          </a:p>
          <a:p>
            <a:pPr lvl="0">
              <a:lnSpc>
                <a:spcPct val="115000"/>
              </a:lnSpc>
            </a:pPr>
            <a:r>
              <a:rPr lang="sk-SK" sz="1100" dirty="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</a:t>
            </a:r>
            <a:r>
              <a:rPr lang="sk-SK" sz="1100" b="1" dirty="0" err="1">
                <a:solidFill>
                  <a:srgbClr val="7F005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color</a:t>
            </a:r>
            <a:r>
              <a:rPr lang="sk-SK" sz="1100" dirty="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 </a:t>
            </a:r>
            <a:r>
              <a:rPr lang="sk-SK" sz="1100" dirty="0" err="1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orange</a:t>
            </a:r>
            <a:r>
              <a:rPr lang="sk-SK" sz="1100" dirty="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</a:p>
          <a:p>
            <a:pPr lvl="0">
              <a:lnSpc>
                <a:spcPct val="115000"/>
              </a:lnSpc>
            </a:pPr>
            <a:r>
              <a:rPr lang="sk-SK" sz="1100" dirty="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}</a:t>
            </a: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sk-SK" sz="1100" dirty="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sk-SK" dirty="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420" name="Google Shape;420;p55"/>
          <p:cNvSpPr txBox="1"/>
          <p:nvPr/>
        </p:nvSpPr>
        <p:spPr>
          <a:xfrm>
            <a:off x="2781824" y="1563661"/>
            <a:ext cx="2560260" cy="287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sk-SK" sz="1100" dirty="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sk-SK" sz="1100" dirty="0">
                <a:solidFill>
                  <a:srgbClr val="7F005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lang="sk-SK" sz="1100" b="1" dirty="0" err="1">
                <a:solidFill>
                  <a:srgbClr val="7F005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span</a:t>
            </a:r>
            <a:r>
              <a:rPr lang="sk-SK" sz="1100" dirty="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sk-SK" sz="1100" dirty="0" err="1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class</a:t>
            </a:r>
            <a:r>
              <a:rPr lang="sk-SK" sz="1100" dirty="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sk-SK" sz="1100" dirty="0">
                <a:solidFill>
                  <a:srgbClr val="2A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"font"</a:t>
            </a:r>
            <a:r>
              <a:rPr lang="sk-SK" sz="1100" dirty="0">
                <a:solidFill>
                  <a:srgbClr val="7F005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&gt;</a:t>
            </a:r>
            <a:r>
              <a:rPr lang="sk-SK" sz="1100" dirty="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Text</a:t>
            </a:r>
            <a:r>
              <a:rPr lang="sk-SK" sz="1100" dirty="0">
                <a:solidFill>
                  <a:srgbClr val="7F005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&lt;/</a:t>
            </a:r>
            <a:r>
              <a:rPr lang="sk-SK" sz="1100" b="1" dirty="0" err="1">
                <a:solidFill>
                  <a:srgbClr val="7F005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span</a:t>
            </a:r>
            <a:r>
              <a:rPr lang="sk-SK" sz="1100" dirty="0">
                <a:solidFill>
                  <a:srgbClr val="7F005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&gt;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sk-SK" dirty="0"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11" name="Google Shape;418;p55">
            <a:extLst>
              <a:ext uri="{FF2B5EF4-FFF2-40B4-BE49-F238E27FC236}">
                <a16:creationId xmlns:a16="http://schemas.microsoft.com/office/drawing/2014/main" id="{7D7EDC25-32DA-4C27-A15B-31B8AC388C65}"/>
              </a:ext>
            </a:extLst>
          </p:cNvPr>
          <p:cNvCxnSpPr>
            <a:cxnSpLocks/>
          </p:cNvCxnSpPr>
          <p:nvPr/>
        </p:nvCxnSpPr>
        <p:spPr>
          <a:xfrm>
            <a:off x="2918535" y="2064579"/>
            <a:ext cx="0" cy="2034989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2" name="Google Shape;420;p55">
            <a:extLst>
              <a:ext uri="{FF2B5EF4-FFF2-40B4-BE49-F238E27FC236}">
                <a16:creationId xmlns:a16="http://schemas.microsoft.com/office/drawing/2014/main" id="{FA40FE58-9897-4E6F-9D8C-5AFC2D6C72D0}"/>
              </a:ext>
            </a:extLst>
          </p:cNvPr>
          <p:cNvSpPr txBox="1"/>
          <p:nvPr/>
        </p:nvSpPr>
        <p:spPr>
          <a:xfrm>
            <a:off x="1635215" y="4099568"/>
            <a:ext cx="524534" cy="287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sk-SK" sz="1100" dirty="0">
                <a:solidFill>
                  <a:srgbClr val="FFC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Text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sk-SK" dirty="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3" name="Google Shape;420;p55">
            <a:extLst>
              <a:ext uri="{FF2B5EF4-FFF2-40B4-BE49-F238E27FC236}">
                <a16:creationId xmlns:a16="http://schemas.microsoft.com/office/drawing/2014/main" id="{EDD6499F-E9D3-455C-9672-2545CA7148AD}"/>
              </a:ext>
            </a:extLst>
          </p:cNvPr>
          <p:cNvSpPr txBox="1"/>
          <p:nvPr/>
        </p:nvSpPr>
        <p:spPr>
          <a:xfrm>
            <a:off x="5952349" y="4093486"/>
            <a:ext cx="524534" cy="287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sk-SK" sz="1100" dirty="0">
                <a:solidFill>
                  <a:srgbClr val="00B05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Text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sk-SK" dirty="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4" name="Google Shape;420;p55">
            <a:extLst>
              <a:ext uri="{FF2B5EF4-FFF2-40B4-BE49-F238E27FC236}">
                <a16:creationId xmlns:a16="http://schemas.microsoft.com/office/drawing/2014/main" id="{3A72D44C-BA75-40B3-B608-49E109F55F99}"/>
              </a:ext>
            </a:extLst>
          </p:cNvPr>
          <p:cNvSpPr txBox="1"/>
          <p:nvPr/>
        </p:nvSpPr>
        <p:spPr>
          <a:xfrm>
            <a:off x="3793782" y="4096648"/>
            <a:ext cx="524534" cy="287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sk-SK" sz="1100" dirty="0">
                <a:solidFill>
                  <a:srgbClr val="FF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Text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sk-SK" dirty="0">
              <a:latin typeface="Consolas"/>
              <a:ea typeface="Consolas"/>
              <a:cs typeface="Consolas"/>
              <a:sym typeface="Consolas"/>
            </a:endParaRPr>
          </a:p>
        </p:txBody>
      </p:sp>
    </p:spTree>
    <p:extLst>
      <p:ext uri="{BB962C8B-B14F-4D97-AF65-F5344CB8AC3E}">
        <p14:creationId xmlns:p14="http://schemas.microsoft.com/office/powerpoint/2010/main" val="19386477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3" grpId="0"/>
      <p:bldP spid="14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" name="Google Shape;413;p55"/>
          <p:cNvSpPr txBox="1">
            <a:spLocks noGrp="1"/>
          </p:cNvSpPr>
          <p:nvPr>
            <p:ph type="title"/>
          </p:nvPr>
        </p:nvSpPr>
        <p:spPr>
          <a:xfrm>
            <a:off x="435894" y="526617"/>
            <a:ext cx="8272200" cy="760200"/>
          </a:xfrm>
          <a:prstGeom prst="rect">
            <a:avLst/>
          </a:prstGeom>
        </p:spPr>
        <p:txBody>
          <a:bodyPr spcFirstLastPara="1" wrap="square" lIns="68575" tIns="68575" rIns="68575" bIns="6857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sk-SK" dirty="0"/>
              <a:t>Priorita CSS pravidiel</a:t>
            </a:r>
            <a:r>
              <a:rPr lang="en-US" dirty="0"/>
              <a:t> – </a:t>
            </a:r>
            <a:r>
              <a:rPr lang="sk-SK" dirty="0"/>
              <a:t>direktíva </a:t>
            </a:r>
            <a:r>
              <a:rPr lang="en-US" sz="2800" dirty="0">
                <a:latin typeface="Consolas" panose="020B0609020204030204" pitchFamily="49" charset="0"/>
              </a:rPr>
              <a:t>!important</a:t>
            </a:r>
            <a:endParaRPr lang="sk-SK" sz="2800" dirty="0">
              <a:latin typeface="Consolas" panose="020B0609020204030204" pitchFamily="49" charset="0"/>
            </a:endParaRPr>
          </a:p>
        </p:txBody>
      </p:sp>
      <p:sp>
        <p:nvSpPr>
          <p:cNvPr id="415" name="Google Shape;415;p55"/>
          <p:cNvSpPr txBox="1">
            <a:spLocks noGrp="1"/>
          </p:cNvSpPr>
          <p:nvPr>
            <p:ph type="sldNum" idx="12"/>
          </p:nvPr>
        </p:nvSpPr>
        <p:spPr>
          <a:xfrm>
            <a:off x="8499550" y="4742725"/>
            <a:ext cx="312600" cy="273900"/>
          </a:xfrm>
          <a:prstGeom prst="rect">
            <a:avLst/>
          </a:prstGeom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sk-SK" smtClean="0"/>
              <a:t>17</a:t>
            </a:fld>
            <a:endParaRPr lang="sk-SK" dirty="0"/>
          </a:p>
        </p:txBody>
      </p:sp>
      <p:sp>
        <p:nvSpPr>
          <p:cNvPr id="416" name="Google Shape;416;p55"/>
          <p:cNvSpPr txBox="1"/>
          <p:nvPr/>
        </p:nvSpPr>
        <p:spPr>
          <a:xfrm>
            <a:off x="3105264" y="2621205"/>
            <a:ext cx="2278773" cy="13200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sk-SK" sz="1100" dirty="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.font {</a:t>
            </a:r>
          </a:p>
          <a:p>
            <a:pPr lvl="0">
              <a:lnSpc>
                <a:spcPct val="115000"/>
              </a:lnSpc>
            </a:pPr>
            <a:r>
              <a:rPr lang="sk-SK" sz="1100" dirty="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lang="sk-SK" sz="1100" b="1" dirty="0">
                <a:solidFill>
                  <a:srgbClr val="7F005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color</a:t>
            </a:r>
            <a:r>
              <a:rPr lang="sk-SK" sz="1100" dirty="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 </a:t>
            </a:r>
            <a:r>
              <a:rPr lang="sk-SK" sz="1100" dirty="0" err="1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red</a:t>
            </a:r>
            <a:r>
              <a:rPr lang="sk-SK" sz="1100" dirty="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sk-SK" sz="1100" b="1" dirty="0">
                <a:solidFill>
                  <a:srgbClr val="7F005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!</a:t>
            </a:r>
            <a:r>
              <a:rPr lang="sk-SK" sz="1100" b="1" dirty="0" err="1">
                <a:solidFill>
                  <a:srgbClr val="7F005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important</a:t>
            </a:r>
            <a:r>
              <a:rPr lang="sk-SK" sz="1100" dirty="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sk-SK" sz="1100" dirty="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}</a:t>
            </a: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sk-SK" sz="1100" b="1" dirty="0" err="1">
                <a:solidFill>
                  <a:srgbClr val="7F005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span</a:t>
            </a:r>
            <a:r>
              <a:rPr lang="sk-SK" sz="1100" dirty="0" err="1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.font</a:t>
            </a:r>
            <a:r>
              <a:rPr lang="sk-SK" sz="1100" dirty="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{</a:t>
            </a:r>
          </a:p>
          <a:p>
            <a:pPr lvl="0">
              <a:lnSpc>
                <a:spcPct val="115000"/>
              </a:lnSpc>
            </a:pPr>
            <a:r>
              <a:rPr lang="sk-SK" sz="1100" dirty="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lang="sk-SK" sz="1100" b="1" dirty="0">
                <a:solidFill>
                  <a:srgbClr val="7F005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color</a:t>
            </a:r>
            <a:r>
              <a:rPr lang="sk-SK" sz="1100" dirty="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 </a:t>
            </a:r>
            <a:r>
              <a:rPr lang="sk-SK" sz="1100" dirty="0" err="1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orange</a:t>
            </a:r>
            <a:r>
              <a:rPr lang="sk-SK" sz="1100" dirty="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sk-SK" sz="1100" b="1" dirty="0">
                <a:solidFill>
                  <a:srgbClr val="7F005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!</a:t>
            </a:r>
            <a:r>
              <a:rPr lang="sk-SK" sz="1100" b="1" dirty="0" err="1">
                <a:solidFill>
                  <a:srgbClr val="7F005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important</a:t>
            </a:r>
            <a:r>
              <a:rPr lang="sk-SK" sz="1100" dirty="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sk-SK" sz="1100" dirty="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}</a:t>
            </a: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lang="sk-SK" sz="1100" dirty="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sk-SK" dirty="0"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418" name="Google Shape;418;p55"/>
          <p:cNvCxnSpPr>
            <a:cxnSpLocks/>
          </p:cNvCxnSpPr>
          <p:nvPr/>
        </p:nvCxnSpPr>
        <p:spPr>
          <a:xfrm>
            <a:off x="5484044" y="1538709"/>
            <a:ext cx="0" cy="276716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19" name="Google Shape;419;p55"/>
          <p:cNvSpPr txBox="1"/>
          <p:nvPr/>
        </p:nvSpPr>
        <p:spPr>
          <a:xfrm>
            <a:off x="5605385" y="2621205"/>
            <a:ext cx="2966269" cy="13068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sk-SK" sz="1100" dirty="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.font {</a:t>
            </a: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sk-SK" sz="1100" dirty="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lang="sk-SK" sz="1100" b="1" dirty="0">
                <a:solidFill>
                  <a:srgbClr val="7F005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color</a:t>
            </a:r>
            <a:r>
              <a:rPr lang="sk-SK" sz="1100" dirty="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 </a:t>
            </a:r>
            <a:r>
              <a:rPr lang="sk-SK" sz="1100" dirty="0" err="1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red</a:t>
            </a:r>
            <a:r>
              <a:rPr lang="sk-SK" sz="1100" dirty="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sk-SK" sz="1100" b="1" dirty="0">
                <a:solidFill>
                  <a:srgbClr val="7F005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!</a:t>
            </a:r>
            <a:r>
              <a:rPr lang="sk-SK" sz="1100" b="1" dirty="0" err="1">
                <a:solidFill>
                  <a:srgbClr val="7F005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important</a:t>
            </a:r>
            <a:r>
              <a:rPr lang="sk-SK" sz="1100" dirty="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 </a:t>
            </a: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sk-SK" sz="1100" dirty="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}</a:t>
            </a: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sk-SK" sz="1100" b="1" dirty="0" err="1">
                <a:solidFill>
                  <a:srgbClr val="7F005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span</a:t>
            </a:r>
            <a:r>
              <a:rPr lang="sk-SK" sz="1100" dirty="0" err="1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.font</a:t>
            </a:r>
            <a:r>
              <a:rPr lang="sk-SK" sz="1100" dirty="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{</a:t>
            </a:r>
          </a:p>
          <a:p>
            <a:pPr lvl="0">
              <a:lnSpc>
                <a:spcPct val="115000"/>
              </a:lnSpc>
            </a:pPr>
            <a:r>
              <a:rPr lang="sk-SK" sz="1100" dirty="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lang="sk-SK" sz="1100" b="1" dirty="0">
                <a:solidFill>
                  <a:srgbClr val="7F005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color</a:t>
            </a:r>
            <a:r>
              <a:rPr lang="sk-SK" sz="1100" dirty="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 </a:t>
            </a:r>
            <a:r>
              <a:rPr lang="sk-SK" sz="1100" dirty="0" err="1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orange</a:t>
            </a:r>
            <a:r>
              <a:rPr lang="en-US" sz="1100" dirty="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sk-SK" sz="1100" b="1" dirty="0">
                <a:solidFill>
                  <a:srgbClr val="7F005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!</a:t>
            </a:r>
            <a:r>
              <a:rPr lang="sk-SK" sz="1100" b="1" dirty="0" err="1">
                <a:solidFill>
                  <a:srgbClr val="7F005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important</a:t>
            </a:r>
            <a:r>
              <a:rPr lang="sk-SK" sz="1100" dirty="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sk-SK" sz="1100" dirty="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}</a:t>
            </a: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sk-SK" sz="1100" dirty="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sk-SK" dirty="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420" name="Google Shape;420;p55"/>
          <p:cNvSpPr txBox="1"/>
          <p:nvPr/>
        </p:nvSpPr>
        <p:spPr>
          <a:xfrm>
            <a:off x="461421" y="1531885"/>
            <a:ext cx="2416689" cy="8701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sk-SK" sz="1100" dirty="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sk-SK" sz="1100" dirty="0">
                <a:solidFill>
                  <a:srgbClr val="7F005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lang="sk-SK" sz="1100" b="1" dirty="0" err="1">
                <a:solidFill>
                  <a:srgbClr val="7F005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span</a:t>
            </a:r>
            <a:r>
              <a:rPr lang="sk-SK" sz="1100" dirty="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sk-SK" sz="1100" dirty="0" err="1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class</a:t>
            </a:r>
            <a:r>
              <a:rPr lang="sk-SK" sz="1100" dirty="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sk-SK" sz="1100" dirty="0">
                <a:solidFill>
                  <a:srgbClr val="2A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"font"</a:t>
            </a:r>
            <a:br>
              <a:rPr lang="sk-SK" sz="1100" dirty="0">
                <a:solidFill>
                  <a:srgbClr val="2A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</a:br>
            <a:r>
              <a:rPr lang="sk-SK" sz="1100" dirty="0">
                <a:solidFill>
                  <a:srgbClr val="2A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 </a:t>
            </a:r>
            <a:r>
              <a:rPr lang="sk-SK" sz="1100" dirty="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sk-SK" sz="1100" dirty="0" err="1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style</a:t>
            </a:r>
            <a:r>
              <a:rPr lang="sk-SK" sz="1100" dirty="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sk-SK" sz="1100" dirty="0">
                <a:solidFill>
                  <a:srgbClr val="2A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"</a:t>
            </a:r>
            <a:r>
              <a:rPr lang="sk-SK" sz="1100" b="1" dirty="0">
                <a:solidFill>
                  <a:srgbClr val="7F005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color</a:t>
            </a:r>
            <a:r>
              <a:rPr lang="sk-SK" sz="1100" dirty="0">
                <a:solidFill>
                  <a:srgbClr val="2A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 </a:t>
            </a:r>
            <a:r>
              <a:rPr lang="sk-SK" sz="1100" dirty="0" err="1">
                <a:solidFill>
                  <a:srgbClr val="2A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yellow</a:t>
            </a:r>
            <a:r>
              <a:rPr lang="sk-SK" sz="1100" dirty="0">
                <a:solidFill>
                  <a:srgbClr val="2A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"</a:t>
            </a:r>
            <a:r>
              <a:rPr lang="sk-SK" sz="1100" dirty="0">
                <a:solidFill>
                  <a:srgbClr val="7F005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&gt;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sk-SK" sz="1100" dirty="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Text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sk-SK" sz="1100" dirty="0">
                <a:solidFill>
                  <a:srgbClr val="7F005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&lt;/</a:t>
            </a:r>
            <a:r>
              <a:rPr lang="sk-SK" sz="1100" b="1" dirty="0" err="1">
                <a:solidFill>
                  <a:srgbClr val="7F005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span</a:t>
            </a:r>
            <a:r>
              <a:rPr lang="sk-SK" sz="1100" dirty="0">
                <a:solidFill>
                  <a:srgbClr val="7F005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&gt;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sk-SK" dirty="0"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11" name="Google Shape;418;p55">
            <a:extLst>
              <a:ext uri="{FF2B5EF4-FFF2-40B4-BE49-F238E27FC236}">
                <a16:creationId xmlns:a16="http://schemas.microsoft.com/office/drawing/2014/main" id="{7D7EDC25-32DA-4C27-A15B-31B8AC388C65}"/>
              </a:ext>
            </a:extLst>
          </p:cNvPr>
          <p:cNvCxnSpPr>
            <a:cxnSpLocks/>
          </p:cNvCxnSpPr>
          <p:nvPr/>
        </p:nvCxnSpPr>
        <p:spPr>
          <a:xfrm>
            <a:off x="2878110" y="1511414"/>
            <a:ext cx="0" cy="2794455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2" name="Google Shape;420;p55">
            <a:extLst>
              <a:ext uri="{FF2B5EF4-FFF2-40B4-BE49-F238E27FC236}">
                <a16:creationId xmlns:a16="http://schemas.microsoft.com/office/drawing/2014/main" id="{FA40FE58-9897-4E6F-9D8C-5AFC2D6C72D0}"/>
              </a:ext>
            </a:extLst>
          </p:cNvPr>
          <p:cNvSpPr txBox="1"/>
          <p:nvPr/>
        </p:nvSpPr>
        <p:spPr>
          <a:xfrm>
            <a:off x="1407498" y="4093486"/>
            <a:ext cx="524534" cy="287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sk-SK" sz="1100" dirty="0">
                <a:solidFill>
                  <a:srgbClr val="FF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Text</a:t>
            </a:r>
            <a:endParaRPr lang="sk-SK" dirty="0">
              <a:solidFill>
                <a:srgbClr val="FF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3" name="Google Shape;420;p55">
            <a:extLst>
              <a:ext uri="{FF2B5EF4-FFF2-40B4-BE49-F238E27FC236}">
                <a16:creationId xmlns:a16="http://schemas.microsoft.com/office/drawing/2014/main" id="{EDD6499F-E9D3-455C-9672-2545CA7148AD}"/>
              </a:ext>
            </a:extLst>
          </p:cNvPr>
          <p:cNvSpPr txBox="1"/>
          <p:nvPr/>
        </p:nvSpPr>
        <p:spPr>
          <a:xfrm>
            <a:off x="3856181" y="4093486"/>
            <a:ext cx="524534" cy="287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sk-SK" sz="1100" dirty="0">
                <a:solidFill>
                  <a:srgbClr val="FFC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Text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sk-SK" dirty="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4" name="Google Shape;420;p55">
            <a:extLst>
              <a:ext uri="{FF2B5EF4-FFF2-40B4-BE49-F238E27FC236}">
                <a16:creationId xmlns:a16="http://schemas.microsoft.com/office/drawing/2014/main" id="{3A72D44C-BA75-40B3-B608-49E109F55F99}"/>
              </a:ext>
            </a:extLst>
          </p:cNvPr>
          <p:cNvSpPr txBox="1"/>
          <p:nvPr/>
        </p:nvSpPr>
        <p:spPr>
          <a:xfrm>
            <a:off x="6873071" y="4071992"/>
            <a:ext cx="524534" cy="287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sk-SK" sz="1100" dirty="0">
                <a:solidFill>
                  <a:srgbClr val="2A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Text</a:t>
            </a:r>
          </a:p>
        </p:txBody>
      </p:sp>
      <p:sp>
        <p:nvSpPr>
          <p:cNvPr id="15" name="Google Shape;443;p58">
            <a:extLst>
              <a:ext uri="{FF2B5EF4-FFF2-40B4-BE49-F238E27FC236}">
                <a16:creationId xmlns:a16="http://schemas.microsoft.com/office/drawing/2014/main" id="{F3A5DA9B-CAAA-4416-BF6F-8FF83313C9F6}"/>
              </a:ext>
            </a:extLst>
          </p:cNvPr>
          <p:cNvSpPr txBox="1"/>
          <p:nvPr/>
        </p:nvSpPr>
        <p:spPr>
          <a:xfrm>
            <a:off x="461421" y="2623116"/>
            <a:ext cx="2242875" cy="13520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sk-SK" sz="1100" dirty="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.font {</a:t>
            </a: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sk-SK" sz="1100" dirty="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lang="sk-SK" sz="1100" b="1" dirty="0">
                <a:solidFill>
                  <a:srgbClr val="7F005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color</a:t>
            </a:r>
            <a:r>
              <a:rPr lang="sk-SK" sz="1100" dirty="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 </a:t>
            </a:r>
            <a:r>
              <a:rPr lang="sk-SK" sz="1100" dirty="0" err="1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red</a:t>
            </a:r>
            <a:r>
              <a:rPr lang="sk-SK" sz="1100" dirty="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sk-SK" sz="1100" b="1" dirty="0">
                <a:solidFill>
                  <a:srgbClr val="7F005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!</a:t>
            </a:r>
            <a:r>
              <a:rPr lang="sk-SK" sz="1100" b="1" dirty="0" err="1">
                <a:solidFill>
                  <a:srgbClr val="7F005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important</a:t>
            </a:r>
            <a:r>
              <a:rPr lang="sk-SK" sz="1100" dirty="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sk-SK" sz="1100" dirty="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}</a:t>
            </a: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sk-SK" sz="1100" b="1" dirty="0" err="1">
                <a:solidFill>
                  <a:srgbClr val="7F005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span</a:t>
            </a:r>
            <a:r>
              <a:rPr lang="sk-SK" sz="1100" dirty="0" err="1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.font</a:t>
            </a:r>
            <a:r>
              <a:rPr lang="sk-SK" sz="1100" dirty="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{</a:t>
            </a: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sk-SK" sz="1100" dirty="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lang="sk-SK" sz="1100" b="1" dirty="0">
                <a:solidFill>
                  <a:srgbClr val="7F005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color</a:t>
            </a:r>
            <a:r>
              <a:rPr lang="sk-SK" sz="1100" dirty="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 </a:t>
            </a:r>
            <a:r>
              <a:rPr lang="sk-SK" sz="1100" dirty="0" err="1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green</a:t>
            </a:r>
            <a:r>
              <a:rPr lang="sk-SK" sz="1100" dirty="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sk-SK" sz="1100" dirty="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}</a:t>
            </a: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sk-SK" sz="1100" dirty="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sk-SK" dirty="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8" name="Google Shape;420;p55">
            <a:extLst>
              <a:ext uri="{FF2B5EF4-FFF2-40B4-BE49-F238E27FC236}">
                <a16:creationId xmlns:a16="http://schemas.microsoft.com/office/drawing/2014/main" id="{5B70C47C-1BE6-4B57-B957-694FBAAEFD8E}"/>
              </a:ext>
            </a:extLst>
          </p:cNvPr>
          <p:cNvSpPr txBox="1"/>
          <p:nvPr/>
        </p:nvSpPr>
        <p:spPr>
          <a:xfrm>
            <a:off x="2946015" y="1538709"/>
            <a:ext cx="2416689" cy="8701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sk-SK" sz="1100" dirty="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sk-SK" sz="1100" dirty="0">
                <a:solidFill>
                  <a:srgbClr val="7F005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lang="sk-SK" sz="1100" b="1" dirty="0" err="1">
                <a:solidFill>
                  <a:srgbClr val="7F005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span</a:t>
            </a:r>
            <a:r>
              <a:rPr lang="sk-SK" sz="1100" dirty="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sk-SK" sz="1100" dirty="0" err="1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class</a:t>
            </a:r>
            <a:r>
              <a:rPr lang="sk-SK" sz="1100" dirty="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sk-SK" sz="1100" dirty="0">
                <a:solidFill>
                  <a:srgbClr val="2A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"font"</a:t>
            </a:r>
            <a:br>
              <a:rPr lang="sk-SK" sz="1100" dirty="0">
                <a:solidFill>
                  <a:srgbClr val="2A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</a:br>
            <a:r>
              <a:rPr lang="sk-SK" sz="1100" dirty="0">
                <a:solidFill>
                  <a:srgbClr val="2A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 </a:t>
            </a:r>
            <a:r>
              <a:rPr lang="sk-SK" sz="1100" dirty="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sk-SK" sz="1100" dirty="0" err="1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style</a:t>
            </a:r>
            <a:r>
              <a:rPr lang="sk-SK" sz="1100" dirty="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sk-SK" sz="1100" dirty="0">
                <a:solidFill>
                  <a:srgbClr val="2A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"</a:t>
            </a:r>
            <a:r>
              <a:rPr lang="sk-SK" sz="1100" b="1" dirty="0">
                <a:solidFill>
                  <a:srgbClr val="7F005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color</a:t>
            </a:r>
            <a:r>
              <a:rPr lang="sk-SK" sz="1100" dirty="0">
                <a:solidFill>
                  <a:srgbClr val="2A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 </a:t>
            </a:r>
            <a:r>
              <a:rPr lang="sk-SK" sz="1100" dirty="0" err="1">
                <a:solidFill>
                  <a:srgbClr val="2A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yellow</a:t>
            </a:r>
            <a:r>
              <a:rPr lang="sk-SK" sz="1100" dirty="0">
                <a:solidFill>
                  <a:srgbClr val="2A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"</a:t>
            </a:r>
            <a:r>
              <a:rPr lang="sk-SK" sz="1100" dirty="0">
                <a:solidFill>
                  <a:srgbClr val="7F005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&gt;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sk-SK" sz="1100" dirty="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Text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sk-SK" sz="1100" dirty="0">
                <a:solidFill>
                  <a:srgbClr val="7F005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&lt;/</a:t>
            </a:r>
            <a:r>
              <a:rPr lang="sk-SK" sz="1100" b="1" dirty="0" err="1">
                <a:solidFill>
                  <a:srgbClr val="7F005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span</a:t>
            </a:r>
            <a:r>
              <a:rPr lang="sk-SK" sz="1100" dirty="0">
                <a:solidFill>
                  <a:srgbClr val="7F005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&gt;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sk-SK" dirty="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9" name="Google Shape;420;p55">
            <a:extLst>
              <a:ext uri="{FF2B5EF4-FFF2-40B4-BE49-F238E27FC236}">
                <a16:creationId xmlns:a16="http://schemas.microsoft.com/office/drawing/2014/main" id="{F722D43B-5407-45F2-9625-ACF6B34D5445}"/>
              </a:ext>
            </a:extLst>
          </p:cNvPr>
          <p:cNvSpPr txBox="1"/>
          <p:nvPr/>
        </p:nvSpPr>
        <p:spPr>
          <a:xfrm>
            <a:off x="5584052" y="1543674"/>
            <a:ext cx="3273321" cy="8701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sk-SK" sz="1100" dirty="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sk-SK" sz="1100" dirty="0">
                <a:solidFill>
                  <a:srgbClr val="7F005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lang="sk-SK" sz="1100" b="1" dirty="0" err="1">
                <a:solidFill>
                  <a:srgbClr val="7F005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span</a:t>
            </a:r>
            <a:r>
              <a:rPr lang="sk-SK" sz="1100" dirty="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sk-SK" sz="1100" dirty="0" err="1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class</a:t>
            </a:r>
            <a:r>
              <a:rPr lang="sk-SK" sz="1100" dirty="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sk-SK" sz="1100" dirty="0">
                <a:solidFill>
                  <a:srgbClr val="2A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"font"</a:t>
            </a:r>
            <a:br>
              <a:rPr lang="sk-SK" sz="1100" dirty="0">
                <a:solidFill>
                  <a:srgbClr val="2A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</a:br>
            <a:r>
              <a:rPr lang="sk-SK" sz="1100" dirty="0">
                <a:solidFill>
                  <a:srgbClr val="2A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 </a:t>
            </a:r>
            <a:r>
              <a:rPr lang="sk-SK" sz="1100" dirty="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sk-SK" sz="1100" dirty="0" err="1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style</a:t>
            </a:r>
            <a:r>
              <a:rPr lang="sk-SK" sz="1100" dirty="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sk-SK" sz="1100" dirty="0">
                <a:solidFill>
                  <a:srgbClr val="2A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"</a:t>
            </a:r>
            <a:r>
              <a:rPr lang="sk-SK" sz="1100" b="1" dirty="0">
                <a:solidFill>
                  <a:srgbClr val="7F005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color</a:t>
            </a:r>
            <a:r>
              <a:rPr lang="sk-SK" sz="1100" dirty="0">
                <a:solidFill>
                  <a:srgbClr val="2A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 </a:t>
            </a:r>
            <a:r>
              <a:rPr lang="en-US" sz="1100" dirty="0">
                <a:solidFill>
                  <a:srgbClr val="2A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blue</a:t>
            </a:r>
            <a:r>
              <a:rPr lang="sk-SK" sz="1100" dirty="0">
                <a:solidFill>
                  <a:srgbClr val="2A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100" dirty="0">
                <a:solidFill>
                  <a:srgbClr val="2A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!important</a:t>
            </a:r>
            <a:r>
              <a:rPr lang="sk-SK" sz="1100" dirty="0">
                <a:solidFill>
                  <a:srgbClr val="2A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"</a:t>
            </a:r>
            <a:r>
              <a:rPr lang="sk-SK" sz="1100" dirty="0">
                <a:solidFill>
                  <a:srgbClr val="7F005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&gt;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sk-SK" sz="1100" dirty="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Text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sk-SK" sz="1100" dirty="0">
                <a:solidFill>
                  <a:srgbClr val="7F005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&lt;/</a:t>
            </a:r>
            <a:r>
              <a:rPr lang="sk-SK" sz="1100" b="1" dirty="0" err="1">
                <a:solidFill>
                  <a:srgbClr val="7F005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span</a:t>
            </a:r>
            <a:r>
              <a:rPr lang="sk-SK" sz="1100" dirty="0">
                <a:solidFill>
                  <a:srgbClr val="7F005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&gt;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sk-SK" dirty="0">
              <a:latin typeface="Consolas"/>
              <a:ea typeface="Consolas"/>
              <a:cs typeface="Consolas"/>
              <a:sym typeface="Consolas"/>
            </a:endParaRPr>
          </a:p>
        </p:txBody>
      </p:sp>
    </p:spTree>
    <p:extLst>
      <p:ext uri="{BB962C8B-B14F-4D97-AF65-F5344CB8AC3E}">
        <p14:creationId xmlns:p14="http://schemas.microsoft.com/office/powerpoint/2010/main" val="19116207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3" grpId="0"/>
      <p:bldP spid="14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87510D54-AFFB-83D8-E431-E70088128E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 dirty="0"/>
              <a:t>Otázka 1</a:t>
            </a:r>
            <a:endParaRPr lang="en-US" dirty="0"/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A5D085E0-9E6C-9F06-CBEF-4D5D586F367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hlinkClick r:id="rId2"/>
              </a:rPr>
              <a:t>https://www.fri.uniza.sk/cms/quizzes/questions/qr/6</a:t>
            </a:r>
            <a:endParaRPr lang="sk-SK" dirty="0"/>
          </a:p>
          <a:p>
            <a:endParaRPr lang="en-US" dirty="0"/>
          </a:p>
        </p:txBody>
      </p:sp>
      <p:sp>
        <p:nvSpPr>
          <p:cNvPr id="4" name="Zástupný objekt pre číslo snímky 3">
            <a:extLst>
              <a:ext uri="{FF2B5EF4-FFF2-40B4-BE49-F238E27FC236}">
                <a16:creationId xmlns:a16="http://schemas.microsoft.com/office/drawing/2014/main" id="{BA4CF48B-A8FC-A854-3D53-07A3F90A04F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mtClean="0"/>
              <a:t>18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33812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8" name="Google Shape;518;p68"/>
          <p:cNvSpPr txBox="1">
            <a:spLocks noGrp="1"/>
          </p:cNvSpPr>
          <p:nvPr>
            <p:ph type="title"/>
          </p:nvPr>
        </p:nvSpPr>
        <p:spPr>
          <a:xfrm>
            <a:off x="435894" y="526617"/>
            <a:ext cx="8272200" cy="760200"/>
          </a:xfrm>
          <a:prstGeom prst="rect">
            <a:avLst/>
          </a:prstGeom>
        </p:spPr>
        <p:txBody>
          <a:bodyPr spcFirstLastPara="1" wrap="square" lIns="68575" tIns="68575" rIns="68575" bIns="6857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Základné typy CSS vlastností</a:t>
            </a:r>
            <a:endParaRPr/>
          </a:p>
        </p:txBody>
      </p:sp>
      <p:sp>
        <p:nvSpPr>
          <p:cNvPr id="519" name="Google Shape;519;p68"/>
          <p:cNvSpPr txBox="1">
            <a:spLocks noGrp="1"/>
          </p:cNvSpPr>
          <p:nvPr>
            <p:ph type="body" idx="1"/>
          </p:nvPr>
        </p:nvSpPr>
        <p:spPr>
          <a:xfrm>
            <a:off x="435894" y="1635372"/>
            <a:ext cx="8272200" cy="2758800"/>
          </a:xfrm>
          <a:prstGeom prst="rect">
            <a:avLst/>
          </a:prstGeom>
        </p:spPr>
        <p:txBody>
          <a:bodyPr spcFirstLastPara="1" wrap="square" lIns="68575" tIns="68575" rIns="68575" bIns="68575" anchor="t" anchorCtr="0">
            <a:noAutofit/>
          </a:bodyPr>
          <a:lstStyle/>
          <a:p>
            <a:pPr>
              <a:spcBef>
                <a:spcPts val="0"/>
              </a:spcBef>
            </a:pPr>
            <a:r>
              <a:rPr lang="sk-SK" dirty="0"/>
              <a:t>Formátovanie riadkových elementov</a:t>
            </a:r>
          </a:p>
          <a:p>
            <a:pPr lvl="1">
              <a:spcBef>
                <a:spcPts val="0"/>
              </a:spcBef>
            </a:pPr>
            <a:r>
              <a:rPr lang="sk-SK" dirty="0"/>
              <a:t>Fonty</a:t>
            </a:r>
          </a:p>
          <a:p>
            <a:pPr>
              <a:spcBef>
                <a:spcPts val="0"/>
              </a:spcBef>
            </a:pPr>
            <a:r>
              <a:rPr lang="sk-SK" dirty="0"/>
              <a:t>Formátovanie blokových elementov</a:t>
            </a:r>
          </a:p>
          <a:p>
            <a:pPr lvl="1">
              <a:spcBef>
                <a:spcPts val="0"/>
              </a:spcBef>
            </a:pPr>
            <a:r>
              <a:rPr lang="sk-SK" dirty="0"/>
              <a:t>Veľkosť, pozícia, box model, okraje</a:t>
            </a:r>
            <a:endParaRPr dirty="0"/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sk-SK" dirty="0"/>
              <a:t>Farby a pozadie elementov</a:t>
            </a:r>
          </a:p>
          <a:p>
            <a:pPr lvl="1">
              <a:spcBef>
                <a:spcPts val="0"/>
              </a:spcBef>
            </a:pPr>
            <a:r>
              <a:rPr lang="sk-SK" dirty="0"/>
              <a:t>Priehľadnosť</a:t>
            </a:r>
            <a:endParaRPr dirty="0"/>
          </a:p>
          <a:p>
            <a:pPr>
              <a:spcBef>
                <a:spcPts val="0"/>
              </a:spcBef>
            </a:pPr>
            <a:r>
              <a:rPr lang="sk-SK" dirty="0"/>
              <a:t>Efekty pre používateľské rozhranie</a:t>
            </a:r>
          </a:p>
          <a:p>
            <a:pPr lvl="1">
              <a:spcBef>
                <a:spcPts val="0"/>
              </a:spcBef>
            </a:pPr>
            <a:r>
              <a:rPr lang="sk-SK" dirty="0"/>
              <a:t>Animácie, transformácie a filtre</a:t>
            </a: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sk-SK" dirty="0"/>
              <a:t>Ostatné elementy</a:t>
            </a:r>
          </a:p>
          <a:p>
            <a:pPr lvl="1">
              <a:spcBef>
                <a:spcPts val="0"/>
              </a:spcBef>
            </a:pPr>
            <a:r>
              <a:rPr lang="sk-SK" dirty="0"/>
              <a:t>Zoznamy, tabuľky, obrázky, odkazy</a:t>
            </a:r>
            <a:endParaRPr dirty="0"/>
          </a:p>
        </p:txBody>
      </p:sp>
      <p:sp>
        <p:nvSpPr>
          <p:cNvPr id="520" name="Google Shape;520;p68"/>
          <p:cNvSpPr txBox="1">
            <a:spLocks noGrp="1"/>
          </p:cNvSpPr>
          <p:nvPr>
            <p:ph type="sldNum" idx="12"/>
          </p:nvPr>
        </p:nvSpPr>
        <p:spPr>
          <a:xfrm>
            <a:off x="8499550" y="4742725"/>
            <a:ext cx="312600" cy="273900"/>
          </a:xfrm>
          <a:prstGeom prst="rect">
            <a:avLst/>
          </a:prstGeom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GB"/>
              <a:t>19</a:t>
            </a:fld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5" name="Google Shape;525;p69"/>
          <p:cNvSpPr txBox="1">
            <a:spLocks noGrp="1"/>
          </p:cNvSpPr>
          <p:nvPr>
            <p:ph type="title"/>
          </p:nvPr>
        </p:nvSpPr>
        <p:spPr>
          <a:xfrm>
            <a:off x="435894" y="526617"/>
            <a:ext cx="8272200" cy="760200"/>
          </a:xfrm>
          <a:prstGeom prst="rect">
            <a:avLst/>
          </a:prstGeom>
        </p:spPr>
        <p:txBody>
          <a:bodyPr spcFirstLastPara="1" wrap="square" lIns="68575" tIns="68575" rIns="68575" bIns="6857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Definovanie farieb</a:t>
            </a:r>
            <a:endParaRPr/>
          </a:p>
        </p:txBody>
      </p:sp>
      <p:sp>
        <p:nvSpPr>
          <p:cNvPr id="526" name="Google Shape;526;p69"/>
          <p:cNvSpPr txBox="1">
            <a:spLocks noGrp="1"/>
          </p:cNvSpPr>
          <p:nvPr>
            <p:ph type="body" idx="1"/>
          </p:nvPr>
        </p:nvSpPr>
        <p:spPr>
          <a:xfrm>
            <a:off x="435894" y="1635371"/>
            <a:ext cx="8272200" cy="3045485"/>
          </a:xfrm>
          <a:prstGeom prst="rect">
            <a:avLst/>
          </a:prstGeom>
        </p:spPr>
        <p:txBody>
          <a:bodyPr spcFirstLastPara="1" wrap="square" lIns="68575" tIns="68575" rIns="68575" bIns="68575" anchor="t" anchorCtr="0">
            <a:noAutofit/>
          </a:bodyPr>
          <a:lstStyle/>
          <a:p>
            <a:pPr marL="457200" lvl="0" indent="-330200" algn="l" rtl="0">
              <a:spcBef>
                <a:spcPts val="300"/>
              </a:spcBef>
              <a:spcAft>
                <a:spcPts val="0"/>
              </a:spcAft>
              <a:buSzPts val="1600"/>
              <a:buChar char="●"/>
            </a:pPr>
            <a:r>
              <a:rPr lang="sk-SK" dirty="0"/>
              <a:t>Zápis menom farby, napr.</a:t>
            </a:r>
            <a:r>
              <a:rPr lang="en-GB" dirty="0"/>
              <a:t> </a:t>
            </a:r>
            <a:r>
              <a:rPr lang="en-GB" sz="1400" dirty="0"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  <a:t>red</a:t>
            </a:r>
            <a:endParaRPr sz="1400" dirty="0">
              <a:latin typeface="Consolas" panose="020B0609020204030204" pitchFamily="49" charset="0"/>
              <a:ea typeface="Roboto Mono"/>
              <a:cs typeface="Roboto Mono"/>
              <a:sym typeface="Roboto Mono"/>
            </a:endParaRPr>
          </a:p>
          <a:p>
            <a:pPr marL="914400" lvl="1" indent="-298450" algn="l" rtl="0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sk-SK" dirty="0"/>
              <a:t>Zoznam 140 pomenovaných farieb </a:t>
            </a:r>
            <a:r>
              <a:rPr lang="en-GB" u="sng" dirty="0">
                <a:solidFill>
                  <a:schemeClr val="hlink"/>
                </a:solidFill>
                <a:hlinkClick r:id="rId3"/>
              </a:rPr>
              <a:t>www.w3schools.com/colors/colors_names.asp</a:t>
            </a:r>
            <a:r>
              <a:rPr lang="en-GB" dirty="0"/>
              <a:t> </a:t>
            </a:r>
            <a:endParaRPr dirty="0"/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sk-SK" dirty="0"/>
              <a:t>Hexadecimálny zápis </a:t>
            </a:r>
            <a:r>
              <a:rPr lang="en-GB" dirty="0"/>
              <a:t>RGB</a:t>
            </a:r>
            <a:r>
              <a:rPr lang="sk-SK" dirty="0"/>
              <a:t> (</a:t>
            </a:r>
            <a:r>
              <a:rPr lang="en-GB" sz="1400" dirty="0"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  <a:t>#rrggbb</a:t>
            </a:r>
            <a:r>
              <a:rPr lang="sk-SK" dirty="0"/>
              <a:t>) – napr. </a:t>
            </a:r>
            <a:r>
              <a:rPr lang="en-GB" sz="1400" dirty="0">
                <a:latin typeface="Consolas" panose="020B0609020204030204" pitchFamily="49" charset="0"/>
                <a:sym typeface="Roboto Mono"/>
              </a:rPr>
              <a:t>#ff0000</a:t>
            </a:r>
            <a:r>
              <a:rPr lang="en-GB" dirty="0"/>
              <a:t> </a:t>
            </a:r>
            <a:r>
              <a:rPr lang="sk-SK" dirty="0"/>
              <a:t>alebo</a:t>
            </a:r>
            <a:r>
              <a:rPr lang="en-GB" dirty="0"/>
              <a:t> </a:t>
            </a:r>
            <a:r>
              <a:rPr lang="en-GB" sz="1400" dirty="0">
                <a:latin typeface="Consolas" panose="020B0609020204030204" pitchFamily="49" charset="0"/>
                <a:sym typeface="Roboto Mono"/>
              </a:rPr>
              <a:t>#FF0000</a:t>
            </a:r>
            <a:endParaRPr lang="sk-SK" sz="1400" dirty="0">
              <a:latin typeface="Consolas" panose="020B0609020204030204" pitchFamily="49" charset="0"/>
              <a:sym typeface="Roboto Mono"/>
            </a:endParaRP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-GB" dirty="0"/>
              <a:t>Na </a:t>
            </a:r>
            <a:r>
              <a:rPr lang="sk-SK" dirty="0"/>
              <a:t>definovanie farby textu, rámu a pod. sa používa vlastnosť </a:t>
            </a:r>
            <a:r>
              <a:rPr lang="en-GB" sz="1400" dirty="0"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  <a:t>color</a:t>
            </a:r>
            <a:endParaRPr dirty="0">
              <a:latin typeface="Consolas" panose="020B0609020204030204" pitchFamily="49" charset="0"/>
            </a:endParaRPr>
          </a:p>
          <a:p>
            <a:pPr lvl="1">
              <a:spcBef>
                <a:spcPts val="0"/>
              </a:spcBef>
            </a:pPr>
            <a:r>
              <a:rPr lang="sk-SK" dirty="0"/>
              <a:t>Pre farbu pozadia sa používa vlastnosť </a:t>
            </a:r>
            <a:r>
              <a:rPr lang="en-GB" sz="1200" dirty="0">
                <a:latin typeface="Consolas" panose="020B0609020204030204" pitchFamily="49" charset="0"/>
                <a:sym typeface="Roboto Mono"/>
              </a:rPr>
              <a:t>background-color</a:t>
            </a:r>
            <a:endParaRPr lang="sk-SK" sz="1200" dirty="0">
              <a:latin typeface="Consolas" panose="020B0609020204030204" pitchFamily="49" charset="0"/>
              <a:sym typeface="Roboto Mono"/>
            </a:endParaRP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sk-SK" dirty="0">
                <a:sym typeface="Roboto Mono"/>
              </a:rPr>
              <a:t>Je možné použiť aj iné farebné schémy (HSL, HSLA)</a:t>
            </a: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sk-SK" dirty="0">
                <a:sym typeface="Roboto Mono"/>
              </a:rPr>
              <a:t>Kľúčové slová: </a:t>
            </a:r>
            <a:r>
              <a:rPr lang="sk-SK" sz="1400" dirty="0">
                <a:latin typeface="Consolas" panose="020B0609020204030204" pitchFamily="49" charset="0"/>
                <a:sym typeface="Roboto Mono"/>
              </a:rPr>
              <a:t>transparent</a:t>
            </a:r>
            <a:r>
              <a:rPr lang="sk-SK" dirty="0">
                <a:sym typeface="Roboto Mono"/>
              </a:rPr>
              <a:t>, </a:t>
            </a:r>
            <a:r>
              <a:rPr lang="sk-SK" sz="1400" dirty="0" err="1">
                <a:latin typeface="Consolas" panose="020B0609020204030204" pitchFamily="49" charset="0"/>
                <a:sym typeface="Roboto Mono"/>
              </a:rPr>
              <a:t>currentcolor</a:t>
            </a:r>
            <a:r>
              <a:rPr lang="sk-SK" dirty="0">
                <a:sym typeface="Roboto Mono"/>
              </a:rPr>
              <a:t>, </a:t>
            </a:r>
            <a:r>
              <a:rPr lang="sk-SK" sz="1400" dirty="0" err="1">
                <a:latin typeface="Consolas" panose="020B0609020204030204" pitchFamily="49" charset="0"/>
                <a:sym typeface="Roboto Mono"/>
              </a:rPr>
              <a:t>inherit</a:t>
            </a:r>
            <a:endParaRPr lang="sk-SK" sz="1400" dirty="0">
              <a:latin typeface="Consolas" panose="020B0609020204030204" pitchFamily="49" charset="0"/>
              <a:sym typeface="Roboto Mono"/>
            </a:endParaRPr>
          </a:p>
          <a:p>
            <a:pPr>
              <a:spcBef>
                <a:spcPts val="0"/>
              </a:spcBef>
            </a:pPr>
            <a:r>
              <a:rPr lang="sk-SK" dirty="0"/>
              <a:t>Vlastnosť</a:t>
            </a:r>
            <a:r>
              <a:rPr lang="en-GB" dirty="0"/>
              <a:t> </a:t>
            </a:r>
            <a:r>
              <a:rPr lang="en-GB" sz="1400" dirty="0">
                <a:latin typeface="Consolas" panose="020B0609020204030204" pitchFamily="49" charset="0"/>
                <a:ea typeface="Roboto Mono"/>
              </a:rPr>
              <a:t>opacity</a:t>
            </a:r>
            <a:r>
              <a:rPr lang="en-GB" dirty="0"/>
              <a:t> </a:t>
            </a:r>
            <a:r>
              <a:rPr lang="sk-SK" dirty="0"/>
              <a:t>definuje priehľadnosť elementu </a:t>
            </a: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endParaRPr lang="sk-SK" sz="1400" dirty="0">
              <a:solidFill>
                <a:srgbClr val="FF0000"/>
              </a:solidFill>
              <a:latin typeface="Consolas" panose="020B0609020204030204" pitchFamily="49" charset="0"/>
              <a:sym typeface="Roboto Mono"/>
            </a:endParaRPr>
          </a:p>
        </p:txBody>
      </p:sp>
      <p:sp>
        <p:nvSpPr>
          <p:cNvPr id="527" name="Google Shape;527;p69"/>
          <p:cNvSpPr txBox="1">
            <a:spLocks noGrp="1"/>
          </p:cNvSpPr>
          <p:nvPr>
            <p:ph type="sldNum" idx="12"/>
          </p:nvPr>
        </p:nvSpPr>
        <p:spPr>
          <a:xfrm>
            <a:off x="8499550" y="4742725"/>
            <a:ext cx="312600" cy="273900"/>
          </a:xfrm>
          <a:prstGeom prst="rect">
            <a:avLst/>
          </a:prstGeom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GB"/>
              <a:t>20</a:t>
            </a:fld>
            <a:endParaRPr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A038146-68A6-8423-2086-3E56623B26D6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0748" y="3890444"/>
            <a:ext cx="1628972" cy="646331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sk-SK" altLang="sk-SK" sz="1200" b="0" i="0" u="none" strike="noStrike" cap="none" normalizeH="0" baseline="0" dirty="0" err="1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</a:rPr>
              <a:t>img</a:t>
            </a:r>
            <a:r>
              <a:rPr kumimoji="0" lang="sk-SK" altLang="sk-SK" sz="12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sk-SK" altLang="sk-SK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{</a:t>
            </a:r>
            <a:br>
              <a:rPr kumimoji="0" lang="sk-SK" altLang="sk-SK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</a:br>
            <a:r>
              <a:rPr kumimoji="0" lang="sk-SK" altLang="sk-SK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kumimoji="0" lang="sk-SK" altLang="sk-SK" sz="1200" b="0" i="0" u="none" strike="noStrike" cap="none" normalizeH="0" baseline="0" dirty="0" err="1">
                <a:ln>
                  <a:noFill/>
                </a:ln>
                <a:solidFill>
                  <a:srgbClr val="174AD4"/>
                </a:solidFill>
                <a:effectLst/>
                <a:latin typeface="Consolas" panose="020B0609020204030204" pitchFamily="49" charset="0"/>
              </a:rPr>
              <a:t>opacity</a:t>
            </a:r>
            <a:r>
              <a:rPr kumimoji="0" lang="sk-SK" altLang="sk-SK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kumimoji="0" lang="sk-SK" altLang="sk-SK" sz="1200" b="0" i="0" u="none" strike="noStrike" cap="none" normalizeH="0" baseline="0" dirty="0">
                <a:ln>
                  <a:noFill/>
                </a:ln>
                <a:solidFill>
                  <a:srgbClr val="1750EB"/>
                </a:solidFill>
                <a:effectLst/>
                <a:latin typeface="Consolas" panose="020B0609020204030204" pitchFamily="49" charset="0"/>
              </a:rPr>
              <a:t>0.5</a:t>
            </a:r>
            <a:r>
              <a:rPr kumimoji="0" lang="sk-SK" altLang="sk-SK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kumimoji="0" lang="sk-SK" altLang="sk-SK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</a:br>
            <a:r>
              <a:rPr kumimoji="0" lang="sk-SK" altLang="sk-SK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}</a:t>
            </a:r>
            <a:endParaRPr kumimoji="0" lang="sk-SK" altLang="sk-SK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onsolas" panose="020B0609020204030204" pitchFamily="49" charset="0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9" name="Google Shape;539;p71"/>
          <p:cNvSpPr txBox="1">
            <a:spLocks noGrp="1"/>
          </p:cNvSpPr>
          <p:nvPr>
            <p:ph type="title"/>
          </p:nvPr>
        </p:nvSpPr>
        <p:spPr>
          <a:xfrm>
            <a:off x="435894" y="526617"/>
            <a:ext cx="8272200" cy="760200"/>
          </a:xfrm>
          <a:prstGeom prst="rect">
            <a:avLst/>
          </a:prstGeom>
        </p:spPr>
        <p:txBody>
          <a:bodyPr spcFirstLastPara="1" wrap="square" lIns="68575" tIns="68575" rIns="68575" bIns="6857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sk-SK" dirty="0"/>
              <a:t>Jednotky rozmerov v CSS</a:t>
            </a:r>
            <a:endParaRPr dirty="0"/>
          </a:p>
        </p:txBody>
      </p:sp>
      <p:sp>
        <p:nvSpPr>
          <p:cNvPr id="540" name="Google Shape;540;p71"/>
          <p:cNvSpPr txBox="1">
            <a:spLocks noGrp="1"/>
          </p:cNvSpPr>
          <p:nvPr>
            <p:ph type="body" idx="1"/>
          </p:nvPr>
        </p:nvSpPr>
        <p:spPr>
          <a:xfrm>
            <a:off x="435900" y="1635375"/>
            <a:ext cx="8272200" cy="3107400"/>
          </a:xfrm>
          <a:prstGeom prst="rect">
            <a:avLst/>
          </a:prstGeom>
        </p:spPr>
        <p:txBody>
          <a:bodyPr spcFirstLastPara="1" wrap="square" lIns="68575" tIns="68575" rIns="68575" bIns="68575" anchor="t" anchorCtr="0">
            <a:noAutofit/>
          </a:bodyPr>
          <a:lstStyle/>
          <a:p>
            <a:pPr marL="457200" lvl="0" indent="-330200" algn="l" rtl="0">
              <a:spcBef>
                <a:spcPts val="300"/>
              </a:spcBef>
              <a:spcAft>
                <a:spcPts val="0"/>
              </a:spcAft>
              <a:buSzPts val="1600"/>
              <a:buChar char="●"/>
            </a:pPr>
            <a:r>
              <a:rPr lang="sk-SK" dirty="0"/>
              <a:t>Relatívne jednotky</a:t>
            </a:r>
            <a:r>
              <a:rPr lang="en-GB" dirty="0"/>
              <a:t> </a:t>
            </a:r>
            <a:endParaRPr dirty="0"/>
          </a:p>
          <a:p>
            <a:pPr marL="914400" lvl="1" indent="-298450" algn="l" rtl="0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sk-SK" dirty="0"/>
              <a:t>Vzťahujú sa k nejakej inej veľkosti (rodičovského elementu, veľkosti fontu, ...)</a:t>
            </a:r>
          </a:p>
          <a:p>
            <a:pPr marL="914400" lvl="1" indent="-298450" algn="l" rtl="0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sk-SK" dirty="0"/>
              <a:t>Jednotky</a:t>
            </a:r>
            <a:r>
              <a:rPr lang="en-GB" dirty="0"/>
              <a:t> </a:t>
            </a:r>
            <a:r>
              <a:rPr lang="en-GB" sz="1200" dirty="0" err="1">
                <a:latin typeface="Consolas" panose="020B0609020204030204" pitchFamily="49" charset="0"/>
                <a:sym typeface="Roboto Mono"/>
              </a:rPr>
              <a:t>em</a:t>
            </a:r>
            <a:r>
              <a:rPr lang="en-GB" sz="1200" dirty="0">
                <a:ea typeface="Roboto Mono"/>
                <a:cs typeface="Roboto Mono"/>
                <a:sym typeface="Roboto Mono"/>
              </a:rPr>
              <a:t>, </a:t>
            </a:r>
            <a:r>
              <a:rPr lang="en-GB" sz="1200" dirty="0">
                <a:latin typeface="Consolas" panose="020B0609020204030204" pitchFamily="49" charset="0"/>
                <a:sym typeface="Roboto Mono"/>
              </a:rPr>
              <a:t>ex</a:t>
            </a:r>
            <a:r>
              <a:rPr lang="en-GB" sz="1200" dirty="0">
                <a:sym typeface="Roboto Mono"/>
              </a:rPr>
              <a:t>, </a:t>
            </a:r>
            <a:r>
              <a:rPr lang="en-GB" sz="1200" dirty="0" err="1">
                <a:latin typeface="Consolas" panose="020B0609020204030204" pitchFamily="49" charset="0"/>
                <a:sym typeface="Roboto Mono"/>
              </a:rPr>
              <a:t>ch</a:t>
            </a:r>
            <a:r>
              <a:rPr lang="en-GB" sz="1200" dirty="0">
                <a:sym typeface="Roboto Mono"/>
              </a:rPr>
              <a:t>, </a:t>
            </a:r>
            <a:r>
              <a:rPr lang="en-GB" sz="1200" dirty="0">
                <a:latin typeface="Consolas" panose="020B0609020204030204" pitchFamily="49" charset="0"/>
                <a:sym typeface="Roboto Mono"/>
              </a:rPr>
              <a:t>rem</a:t>
            </a:r>
            <a:r>
              <a:rPr lang="en-GB" sz="1200" dirty="0">
                <a:sym typeface="Roboto Mono"/>
              </a:rPr>
              <a:t>, </a:t>
            </a:r>
            <a:r>
              <a:rPr lang="en-GB" sz="1200" dirty="0" err="1">
                <a:latin typeface="Consolas" panose="020B0609020204030204" pitchFamily="49" charset="0"/>
                <a:sym typeface="Roboto Mono"/>
              </a:rPr>
              <a:t>vw</a:t>
            </a:r>
            <a:r>
              <a:rPr lang="en-GB" sz="1200" dirty="0">
                <a:sym typeface="Roboto Mono"/>
              </a:rPr>
              <a:t>, </a:t>
            </a:r>
            <a:r>
              <a:rPr lang="en-GB" sz="1200" dirty="0" err="1">
                <a:latin typeface="Consolas" panose="020B0609020204030204" pitchFamily="49" charset="0"/>
                <a:sym typeface="Roboto Mono"/>
              </a:rPr>
              <a:t>vh</a:t>
            </a:r>
            <a:r>
              <a:rPr lang="en-GB" sz="1200" dirty="0">
                <a:sym typeface="Roboto Mono"/>
              </a:rPr>
              <a:t>, </a:t>
            </a:r>
            <a:r>
              <a:rPr lang="en-GB" sz="1200" dirty="0" err="1">
                <a:latin typeface="Consolas" panose="020B0609020204030204" pitchFamily="49" charset="0"/>
                <a:sym typeface="Roboto Mono"/>
              </a:rPr>
              <a:t>vmin</a:t>
            </a:r>
            <a:r>
              <a:rPr lang="en-GB" sz="1200" dirty="0">
                <a:sym typeface="Roboto Mono"/>
              </a:rPr>
              <a:t>, </a:t>
            </a:r>
            <a:r>
              <a:rPr lang="en-GB" sz="1200" dirty="0" err="1">
                <a:latin typeface="Consolas" panose="020B0609020204030204" pitchFamily="49" charset="0"/>
                <a:sym typeface="Roboto Mono"/>
              </a:rPr>
              <a:t>vmax</a:t>
            </a:r>
            <a:r>
              <a:rPr lang="en-GB" sz="1200" dirty="0">
                <a:sym typeface="Roboto Mono"/>
              </a:rPr>
              <a:t>, </a:t>
            </a:r>
            <a:r>
              <a:rPr lang="en-GB" sz="1200" dirty="0">
                <a:latin typeface="Consolas" panose="020B0609020204030204" pitchFamily="49" charset="0"/>
                <a:sym typeface="Roboto Mono"/>
              </a:rPr>
              <a:t>%</a:t>
            </a:r>
            <a:endParaRPr sz="1200" dirty="0">
              <a:latin typeface="Consolas" panose="020B0609020204030204" pitchFamily="49" charset="0"/>
              <a:sym typeface="Roboto Mono"/>
            </a:endParaRP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sk-SK" dirty="0"/>
              <a:t>Absolútne jednotky</a:t>
            </a:r>
            <a:r>
              <a:rPr lang="en-GB" dirty="0"/>
              <a:t> </a:t>
            </a:r>
            <a:endParaRPr dirty="0"/>
          </a:p>
          <a:p>
            <a:pPr lvl="1">
              <a:spcBef>
                <a:spcPts val="0"/>
              </a:spcBef>
            </a:pPr>
            <a:r>
              <a:rPr lang="sk-SK" dirty="0"/>
              <a:t>Jednotky</a:t>
            </a:r>
            <a:r>
              <a:rPr lang="en-GB" dirty="0"/>
              <a:t> </a:t>
            </a:r>
            <a:r>
              <a:rPr lang="en-GB" sz="1200" dirty="0">
                <a:latin typeface="Consolas" panose="020B0609020204030204" pitchFamily="49" charset="0"/>
                <a:sym typeface="Roboto Mono"/>
              </a:rPr>
              <a:t>cm</a:t>
            </a:r>
            <a:r>
              <a:rPr lang="en-GB" dirty="0">
                <a:sym typeface="Roboto Mono"/>
              </a:rPr>
              <a:t>, </a:t>
            </a:r>
            <a:r>
              <a:rPr lang="en-GB" sz="1200" dirty="0">
                <a:latin typeface="Consolas" panose="020B0609020204030204" pitchFamily="49" charset="0"/>
                <a:sym typeface="Roboto Mono"/>
              </a:rPr>
              <a:t>mm</a:t>
            </a:r>
            <a:r>
              <a:rPr lang="en-GB" dirty="0">
                <a:sym typeface="Roboto Mono"/>
              </a:rPr>
              <a:t>, </a:t>
            </a:r>
            <a:r>
              <a:rPr lang="en-GB" sz="1200" dirty="0">
                <a:latin typeface="Consolas" panose="020B0609020204030204" pitchFamily="49" charset="0"/>
                <a:sym typeface="Roboto Mono"/>
              </a:rPr>
              <a:t>in</a:t>
            </a:r>
            <a:r>
              <a:rPr lang="en-GB" dirty="0">
                <a:sym typeface="Roboto Mono"/>
              </a:rPr>
              <a:t>, </a:t>
            </a:r>
            <a:r>
              <a:rPr lang="en-GB" sz="1200" dirty="0">
                <a:latin typeface="Consolas" panose="020B0609020204030204" pitchFamily="49" charset="0"/>
                <a:sym typeface="Roboto Mono"/>
              </a:rPr>
              <a:t>pt</a:t>
            </a:r>
            <a:r>
              <a:rPr lang="en-GB" dirty="0">
                <a:sym typeface="Roboto Mono"/>
              </a:rPr>
              <a:t>, </a:t>
            </a:r>
            <a:r>
              <a:rPr lang="pt-BR" sz="1200" dirty="0">
                <a:latin typeface="Consolas" panose="020B0609020204030204" pitchFamily="49" charset="0"/>
                <a:sym typeface="Roboto Mono"/>
              </a:rPr>
              <a:t>px</a:t>
            </a:r>
            <a:r>
              <a:rPr lang="pt-BR" sz="1400" dirty="0">
                <a:sym typeface="Roboto Mono"/>
              </a:rPr>
              <a:t>*, </a:t>
            </a:r>
            <a:r>
              <a:rPr lang="en-GB" sz="1200" dirty="0">
                <a:latin typeface="Consolas" panose="020B0609020204030204" pitchFamily="49" charset="0"/>
                <a:sym typeface="Roboto Mono"/>
              </a:rPr>
              <a:t>pc</a:t>
            </a:r>
            <a:endParaRPr lang="en-GB" dirty="0"/>
          </a:p>
          <a:p>
            <a:pPr marL="914400" lvl="1" indent="-298450" algn="l" rtl="0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-GB" dirty="0"/>
              <a:t>1px = 1/96 in, 1pt = 1/72 in, 1pc = 12pt</a:t>
            </a:r>
            <a:endParaRPr dirty="0"/>
          </a:p>
          <a:p>
            <a:pPr marL="914400" lvl="1" indent="-298450" algn="l" rtl="0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sk-SK" dirty="0"/>
              <a:t>Neodporúča sa používať ich na definovanie rozmerov na displeji</a:t>
            </a:r>
            <a:r>
              <a:rPr lang="en-GB" dirty="0"/>
              <a:t>, </a:t>
            </a:r>
            <a:r>
              <a:rPr lang="sk-SK" dirty="0"/>
              <a:t>ale hodia sa napr. pre tlač</a:t>
            </a: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sk-SK" dirty="0"/>
              <a:t>Poznámky</a:t>
            </a:r>
            <a:r>
              <a:rPr lang="en-GB" dirty="0"/>
              <a:t>:</a:t>
            </a:r>
            <a:endParaRPr dirty="0"/>
          </a:p>
          <a:p>
            <a:pPr marL="914400" lvl="1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sk-SK" dirty="0">
                <a:sym typeface="Arial"/>
              </a:rPr>
              <a:t>Zoznam jednotiek s popisom </a:t>
            </a:r>
            <a:r>
              <a:rPr lang="sk-SK" dirty="0">
                <a:sym typeface="Arial"/>
                <a:hlinkClick r:id="rId3"/>
              </a:rPr>
              <a:t>https://www.w3schools.com/css/css_units.asp</a:t>
            </a:r>
            <a:r>
              <a:rPr lang="sk-SK" dirty="0">
                <a:sym typeface="Arial"/>
              </a:rPr>
              <a:t> </a:t>
            </a:r>
          </a:p>
          <a:p>
            <a:pPr marL="914400" lvl="1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sk-SK" dirty="0">
                <a:solidFill>
                  <a:schemeClr val="tx1"/>
                </a:solidFill>
              </a:rPr>
              <a:t>Medzera</a:t>
            </a:r>
            <a:r>
              <a:rPr lang="sk-SK" dirty="0">
                <a:solidFill>
                  <a:srgbClr val="FE8637"/>
                </a:solidFill>
              </a:rPr>
              <a:t> nesmie byť</a:t>
            </a:r>
            <a:r>
              <a:rPr lang="sk-SK" dirty="0"/>
              <a:t> medzi hodnotou a jednotkou </a:t>
            </a:r>
            <a:r>
              <a:rPr lang="en-GB" dirty="0"/>
              <a:t>(</a:t>
            </a:r>
            <a:r>
              <a:rPr lang="sk-SK" dirty="0"/>
              <a:t>pri hodnote 0 sa jednotka môže vynechať</a:t>
            </a:r>
            <a:r>
              <a:rPr lang="en-GB" dirty="0"/>
              <a:t>)</a:t>
            </a:r>
            <a:endParaRPr dirty="0"/>
          </a:p>
          <a:p>
            <a:pPr marL="914400" lvl="1" indent="-298450" algn="l" rtl="0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sk-SK" dirty="0"/>
              <a:t>Hodnoty môžu byť aj záporné</a:t>
            </a:r>
          </a:p>
        </p:txBody>
      </p:sp>
      <p:sp>
        <p:nvSpPr>
          <p:cNvPr id="541" name="Google Shape;541;p71"/>
          <p:cNvSpPr txBox="1">
            <a:spLocks noGrp="1"/>
          </p:cNvSpPr>
          <p:nvPr>
            <p:ph type="sldNum" idx="12"/>
          </p:nvPr>
        </p:nvSpPr>
        <p:spPr>
          <a:xfrm>
            <a:off x="8499550" y="4742725"/>
            <a:ext cx="312600" cy="273900"/>
          </a:xfrm>
          <a:prstGeom prst="rect">
            <a:avLst/>
          </a:prstGeom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GB"/>
              <a:t>21</a:t>
            </a:fld>
            <a:endParaRPr/>
          </a:p>
        </p:txBody>
      </p:sp>
      <p:sp>
        <p:nvSpPr>
          <p:cNvPr id="2" name="BlokTextu 1">
            <a:extLst>
              <a:ext uri="{FF2B5EF4-FFF2-40B4-BE49-F238E27FC236}">
                <a16:creationId xmlns:a16="http://schemas.microsoft.com/office/drawing/2014/main" id="{C6C1E260-D888-28F3-D73D-C8B21AD486C7}"/>
              </a:ext>
            </a:extLst>
          </p:cNvPr>
          <p:cNvSpPr txBox="1"/>
          <p:nvPr/>
        </p:nvSpPr>
        <p:spPr>
          <a:xfrm>
            <a:off x="5655129" y="4616883"/>
            <a:ext cx="267244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k-SK" sz="1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*</a:t>
            </a:r>
            <a:r>
              <a:rPr lang="en-GB" sz="10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px</a:t>
            </a:r>
            <a:r>
              <a:rPr lang="en-GB" sz="1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GB" sz="10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sú</a:t>
            </a:r>
            <a:r>
              <a:rPr lang="en-GB" sz="1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GB" sz="10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relatívne</a:t>
            </a:r>
            <a:r>
              <a:rPr lang="en-GB" sz="1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pre </a:t>
            </a:r>
            <a:r>
              <a:rPr lang="en-GB" sz="10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dané</a:t>
            </a:r>
            <a:r>
              <a:rPr lang="en-GB" sz="1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GB" sz="10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zobrazovacie</a:t>
            </a:r>
            <a:r>
              <a:rPr lang="en-GB" sz="1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GB" sz="10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jednotky</a:t>
            </a:r>
            <a:endParaRPr lang="sk-SK" sz="1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9" name="Google Shape;549;p7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72452" y="3143775"/>
            <a:ext cx="5749425" cy="1648125"/>
          </a:xfrm>
          <a:prstGeom prst="rect">
            <a:avLst/>
          </a:prstGeom>
          <a:noFill/>
          <a:ln>
            <a:noFill/>
          </a:ln>
        </p:spPr>
      </p:pic>
      <p:sp>
        <p:nvSpPr>
          <p:cNvPr id="546" name="Google Shape;546;p72"/>
          <p:cNvSpPr txBox="1">
            <a:spLocks noGrp="1"/>
          </p:cNvSpPr>
          <p:nvPr>
            <p:ph type="title"/>
          </p:nvPr>
        </p:nvSpPr>
        <p:spPr>
          <a:xfrm>
            <a:off x="435894" y="526617"/>
            <a:ext cx="8272200" cy="760200"/>
          </a:xfrm>
          <a:prstGeom prst="rect">
            <a:avLst/>
          </a:prstGeom>
        </p:spPr>
        <p:txBody>
          <a:bodyPr spcFirstLastPara="1" wrap="square" lIns="68575" tIns="68575" rIns="68575" bIns="6857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Box model</a:t>
            </a:r>
            <a:endParaRPr/>
          </a:p>
        </p:txBody>
      </p:sp>
      <p:sp>
        <p:nvSpPr>
          <p:cNvPr id="547" name="Google Shape;547;p72"/>
          <p:cNvSpPr txBox="1">
            <a:spLocks noGrp="1"/>
          </p:cNvSpPr>
          <p:nvPr>
            <p:ph type="body" idx="1"/>
          </p:nvPr>
        </p:nvSpPr>
        <p:spPr>
          <a:xfrm>
            <a:off x="435900" y="1635374"/>
            <a:ext cx="8272200" cy="3156525"/>
          </a:xfrm>
          <a:prstGeom prst="rect">
            <a:avLst/>
          </a:prstGeom>
        </p:spPr>
        <p:txBody>
          <a:bodyPr spcFirstLastPara="1" wrap="square" lIns="68575" tIns="68575" rIns="68575" bIns="68575" anchor="t" anchorCtr="0">
            <a:noAutofit/>
          </a:bodyPr>
          <a:lstStyle/>
          <a:p>
            <a:pPr marL="457200" lvl="0" indent="-330200" algn="l" rtl="0">
              <a:spcBef>
                <a:spcPts val="300"/>
              </a:spcBef>
              <a:spcAft>
                <a:spcPts val="0"/>
              </a:spcAft>
              <a:buSzPts val="1600"/>
              <a:buChar char="●"/>
            </a:pPr>
            <a:r>
              <a:rPr lang="sk-SK" dirty="0"/>
              <a:t>Vlastnosti</a:t>
            </a:r>
            <a:r>
              <a:rPr lang="en-GB" dirty="0"/>
              <a:t> </a:t>
            </a:r>
            <a:r>
              <a:rPr lang="en-GB" sz="1400" dirty="0"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  <a:t>padding</a:t>
            </a:r>
            <a:r>
              <a:rPr lang="en-GB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Roboto Mono"/>
              </a:rPr>
              <a:t>, </a:t>
            </a:r>
            <a:r>
              <a:rPr lang="en-GB" sz="1400" dirty="0">
                <a:latin typeface="Consolas" panose="020B0609020204030204" pitchFamily="49" charset="0"/>
                <a:sym typeface="Roboto Mono"/>
              </a:rPr>
              <a:t>border</a:t>
            </a:r>
            <a:r>
              <a:rPr lang="en-GB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Roboto Mono"/>
              </a:rPr>
              <a:t>, </a:t>
            </a:r>
            <a:r>
              <a:rPr lang="en-GB" sz="1400" dirty="0">
                <a:latin typeface="Consolas" panose="020B0609020204030204" pitchFamily="49" charset="0"/>
                <a:sym typeface="Roboto Mono"/>
              </a:rPr>
              <a:t>margin</a:t>
            </a:r>
            <a:r>
              <a:rPr lang="en-GB" dirty="0"/>
              <a:t> </a:t>
            </a:r>
            <a:endParaRPr dirty="0"/>
          </a:p>
          <a:p>
            <a:pPr marL="914400" lvl="1" indent="-298450" algn="l" rtl="0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-GB" dirty="0"/>
              <a:t>Je </a:t>
            </a:r>
            <a:r>
              <a:rPr lang="sk-SK" dirty="0"/>
              <a:t>možné nastaviť každú </a:t>
            </a:r>
            <a:r>
              <a:rPr lang="en-GB" dirty="0"/>
              <a:t>zo 4 </a:t>
            </a:r>
            <a:r>
              <a:rPr lang="sk-SK" dirty="0"/>
              <a:t>strán zvlášť </a:t>
            </a:r>
            <a:r>
              <a:rPr lang="en-GB" dirty="0"/>
              <a:t>(</a:t>
            </a:r>
            <a:r>
              <a:rPr lang="en-GB" sz="1200" dirty="0"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  <a:t>top</a:t>
            </a:r>
            <a:r>
              <a:rPr lang="en-GB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Roboto Mono"/>
              </a:rPr>
              <a:t>, </a:t>
            </a:r>
            <a:r>
              <a:rPr lang="en-GB" sz="1200" dirty="0">
                <a:latin typeface="Consolas" panose="020B0609020204030204" pitchFamily="49" charset="0"/>
                <a:sym typeface="Roboto Mono"/>
              </a:rPr>
              <a:t>bottom</a:t>
            </a:r>
            <a:r>
              <a:rPr lang="en-GB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Roboto Mono"/>
              </a:rPr>
              <a:t>, </a:t>
            </a:r>
            <a:r>
              <a:rPr lang="en-GB" sz="1200" dirty="0">
                <a:latin typeface="Consolas" panose="020B0609020204030204" pitchFamily="49" charset="0"/>
                <a:sym typeface="Roboto Mono"/>
              </a:rPr>
              <a:t>left</a:t>
            </a:r>
            <a:r>
              <a:rPr lang="en-GB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Roboto Mono"/>
              </a:rPr>
              <a:t>, </a:t>
            </a:r>
            <a:r>
              <a:rPr lang="en-GB" sz="1200" dirty="0">
                <a:latin typeface="Consolas" panose="020B0609020204030204" pitchFamily="49" charset="0"/>
                <a:sym typeface="Roboto Mono"/>
              </a:rPr>
              <a:t>right</a:t>
            </a:r>
            <a:r>
              <a:rPr lang="en-GB" dirty="0"/>
              <a:t>), </a:t>
            </a:r>
            <a:r>
              <a:rPr lang="sk-SK" dirty="0"/>
              <a:t>napr.</a:t>
            </a:r>
            <a:r>
              <a:rPr lang="en-GB" dirty="0"/>
              <a:t> </a:t>
            </a:r>
            <a:r>
              <a:rPr lang="sk-SK" sz="1200" dirty="0">
                <a:latin typeface="Consolas" panose="020B0609020204030204" pitchFamily="49" charset="0"/>
              </a:rPr>
              <a:t>b</a:t>
            </a:r>
            <a:r>
              <a:rPr lang="en-GB" sz="1200" dirty="0">
                <a:latin typeface="Consolas" panose="020B0609020204030204" pitchFamily="49" charset="0"/>
                <a:sym typeface="Roboto Mono"/>
              </a:rPr>
              <a:t>order-bottom</a:t>
            </a:r>
            <a:endParaRPr sz="1200" dirty="0">
              <a:latin typeface="Consolas" panose="020B0609020204030204" pitchFamily="49" charset="0"/>
              <a:sym typeface="Roboto Mono"/>
            </a:endParaRPr>
          </a:p>
          <a:p>
            <a:pPr marL="914400" lvl="1" indent="-304800" algn="l" rtl="0">
              <a:spcBef>
                <a:spcPts val="0"/>
              </a:spcBef>
              <a:spcAft>
                <a:spcPts val="0"/>
              </a:spcAft>
              <a:buSzPts val="1200"/>
              <a:buFont typeface="Roboto Mono"/>
              <a:buChar char="○"/>
            </a:pPr>
            <a:r>
              <a:rPr lang="sk-SK" dirty="0"/>
              <a:t>Alebo definovať len niektoré hodnoty</a:t>
            </a:r>
            <a:r>
              <a:rPr lang="en-GB" dirty="0"/>
              <a:t>:  </a:t>
            </a:r>
            <a:r>
              <a:rPr lang="en-GB" sz="1200" dirty="0">
                <a:latin typeface="Consolas" panose="020B0609020204030204" pitchFamily="49" charset="0"/>
              </a:rPr>
              <a:t>1 (</a:t>
            </a:r>
            <a:r>
              <a:rPr lang="en-GB" sz="1200" dirty="0" err="1">
                <a:latin typeface="Consolas" panose="020B0609020204030204" pitchFamily="49" charset="0"/>
              </a:rPr>
              <a:t>tblr</a:t>
            </a:r>
            <a:r>
              <a:rPr lang="en-GB" sz="1200" dirty="0">
                <a:latin typeface="Consolas" panose="020B0609020204030204" pitchFamily="49" charset="0"/>
              </a:rPr>
              <a:t>)</a:t>
            </a:r>
            <a:r>
              <a:rPr lang="en-GB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GB" sz="1200" dirty="0">
                <a:latin typeface="Consolas" panose="020B0609020204030204" pitchFamily="49" charset="0"/>
              </a:rPr>
              <a:t>2 (</a:t>
            </a:r>
            <a:r>
              <a:rPr lang="en-GB" sz="1200" dirty="0" err="1">
                <a:latin typeface="Consolas" panose="020B0609020204030204" pitchFamily="49" charset="0"/>
              </a:rPr>
              <a:t>tb,lr</a:t>
            </a:r>
            <a:r>
              <a:rPr lang="en-GB" sz="1200" dirty="0">
                <a:latin typeface="Consolas" panose="020B0609020204030204" pitchFamily="49" charset="0"/>
              </a:rPr>
              <a:t>)</a:t>
            </a:r>
            <a:r>
              <a:rPr lang="en-GB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GB" sz="1200" dirty="0">
                <a:latin typeface="Consolas" panose="020B0609020204030204" pitchFamily="49" charset="0"/>
              </a:rPr>
              <a:t>3 (</a:t>
            </a:r>
            <a:r>
              <a:rPr lang="en-GB" sz="1200" dirty="0" err="1">
                <a:latin typeface="Consolas" panose="020B0609020204030204" pitchFamily="49" charset="0"/>
              </a:rPr>
              <a:t>t,lr,b</a:t>
            </a:r>
            <a:r>
              <a:rPr lang="en-GB" sz="1200" dirty="0">
                <a:latin typeface="Consolas" panose="020B0609020204030204" pitchFamily="49" charset="0"/>
              </a:rPr>
              <a:t>)</a:t>
            </a:r>
            <a:endParaRPr sz="1200" dirty="0">
              <a:latin typeface="Consolas" panose="020B0609020204030204" pitchFamily="49" charset="0"/>
              <a:sym typeface="Roboto Mono"/>
            </a:endParaRPr>
          </a:p>
          <a:p>
            <a:pPr marL="457200" marR="0" lvl="0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sk-SK" dirty="0"/>
              <a:t>Vlastnosti</a:t>
            </a:r>
            <a:r>
              <a:rPr lang="en-GB" dirty="0"/>
              <a:t> </a:t>
            </a:r>
            <a:r>
              <a:rPr lang="en-GB" sz="1400" dirty="0"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  <a:t>height</a:t>
            </a:r>
            <a:r>
              <a:rPr lang="en-GB" dirty="0"/>
              <a:t> a </a:t>
            </a:r>
            <a:r>
              <a:rPr lang="en-GB" sz="1400" dirty="0"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  <a:t>width</a:t>
            </a:r>
            <a:endParaRPr dirty="0">
              <a:latin typeface="Consolas" panose="020B0609020204030204" pitchFamily="49" charset="0"/>
            </a:endParaRPr>
          </a:p>
          <a:p>
            <a:pPr marL="914400" marR="0" lvl="1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sk-SK" dirty="0"/>
              <a:t>Kombinácia</a:t>
            </a:r>
            <a:r>
              <a:rPr lang="en-GB" dirty="0"/>
              <a:t> s </a:t>
            </a:r>
            <a:r>
              <a:rPr lang="en-GB" sz="1200" dirty="0"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  <a:t>max</a:t>
            </a:r>
            <a:r>
              <a:rPr lang="en-GB" dirty="0"/>
              <a:t> a </a:t>
            </a:r>
            <a:r>
              <a:rPr lang="en-GB" sz="1200" dirty="0">
                <a:latin typeface="Consolas" panose="020B0609020204030204" pitchFamily="49" charset="0"/>
                <a:sym typeface="Roboto Mono"/>
              </a:rPr>
              <a:t>min</a:t>
            </a:r>
            <a:r>
              <a:rPr lang="en-GB" dirty="0"/>
              <a:t>, </a:t>
            </a:r>
            <a:r>
              <a:rPr lang="sk-SK" dirty="0"/>
              <a:t>napr.</a:t>
            </a:r>
            <a:r>
              <a:rPr lang="en-GB" dirty="0"/>
              <a:t> </a:t>
            </a:r>
            <a:r>
              <a:rPr lang="en-GB" sz="1200" dirty="0"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  <a:t>min-height</a:t>
            </a:r>
            <a:endParaRPr dirty="0">
              <a:latin typeface="Consolas" panose="020B0609020204030204" pitchFamily="49" charset="0"/>
            </a:endParaRPr>
          </a:p>
        </p:txBody>
      </p:sp>
      <p:sp>
        <p:nvSpPr>
          <p:cNvPr id="548" name="Google Shape;548;p72"/>
          <p:cNvSpPr txBox="1">
            <a:spLocks noGrp="1"/>
          </p:cNvSpPr>
          <p:nvPr>
            <p:ph type="sldNum" idx="12"/>
          </p:nvPr>
        </p:nvSpPr>
        <p:spPr>
          <a:xfrm>
            <a:off x="8499550" y="4742725"/>
            <a:ext cx="312600" cy="273900"/>
          </a:xfrm>
          <a:prstGeom prst="rect">
            <a:avLst/>
          </a:prstGeom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GB"/>
              <a:t>22</a:t>
            </a:fld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8" name="Google Shape;568;p75"/>
          <p:cNvSpPr txBox="1">
            <a:spLocks noGrp="1"/>
          </p:cNvSpPr>
          <p:nvPr>
            <p:ph type="title"/>
          </p:nvPr>
        </p:nvSpPr>
        <p:spPr>
          <a:xfrm>
            <a:off x="435894" y="526617"/>
            <a:ext cx="8272200" cy="760200"/>
          </a:xfrm>
          <a:prstGeom prst="rect">
            <a:avLst/>
          </a:prstGeom>
        </p:spPr>
        <p:txBody>
          <a:bodyPr spcFirstLastPara="1" wrap="square" lIns="68575" tIns="68575" rIns="68575" bIns="6857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Písmo (1) </a:t>
            </a:r>
            <a:endParaRPr/>
          </a:p>
        </p:txBody>
      </p:sp>
      <p:sp>
        <p:nvSpPr>
          <p:cNvPr id="569" name="Google Shape;569;p75"/>
          <p:cNvSpPr txBox="1">
            <a:spLocks noGrp="1"/>
          </p:cNvSpPr>
          <p:nvPr>
            <p:ph type="body" idx="1"/>
          </p:nvPr>
        </p:nvSpPr>
        <p:spPr>
          <a:xfrm>
            <a:off x="435894" y="1635372"/>
            <a:ext cx="8272200" cy="2758800"/>
          </a:xfrm>
          <a:prstGeom prst="rect">
            <a:avLst/>
          </a:prstGeom>
        </p:spPr>
        <p:txBody>
          <a:bodyPr spcFirstLastPara="1" wrap="square" lIns="68575" tIns="68575" rIns="68575" bIns="68575" anchor="t" anchorCtr="0">
            <a:noAutofit/>
          </a:bodyPr>
          <a:lstStyle/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sk-SK" dirty="0"/>
              <a:t>Typy písma</a:t>
            </a:r>
          </a:p>
          <a:p>
            <a:pPr marL="914400" lvl="1" indent="-298450" algn="l" rtl="0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sk-SK" dirty="0"/>
              <a:t>Písmo typu </a:t>
            </a:r>
            <a:r>
              <a:rPr lang="en-GB" i="1" dirty="0"/>
              <a:t>serif </a:t>
            </a:r>
            <a:r>
              <a:rPr lang="en-GB" dirty="0"/>
              <a:t>(</a:t>
            </a:r>
            <a:r>
              <a:rPr lang="sk-SK" dirty="0"/>
              <a:t>napr.</a:t>
            </a:r>
            <a:r>
              <a:rPr lang="en-GB" dirty="0"/>
              <a:t> </a:t>
            </a:r>
            <a:r>
              <a:rPr lang="en-GB" sz="1200" dirty="0">
                <a:latin typeface="Times New Roman"/>
                <a:ea typeface="Times New Roman"/>
                <a:cs typeface="Times New Roman"/>
                <a:sym typeface="Times New Roman"/>
              </a:rPr>
              <a:t>Times New Roman</a:t>
            </a:r>
            <a:r>
              <a:rPr lang="en-GB" dirty="0"/>
              <a:t>) </a:t>
            </a:r>
            <a:endParaRPr dirty="0"/>
          </a:p>
          <a:p>
            <a:pPr marL="914400" lvl="1" indent="-298450" algn="l" rtl="0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sk-SK" dirty="0"/>
              <a:t>Písmo typu </a:t>
            </a:r>
            <a:r>
              <a:rPr lang="en-GB" i="1" dirty="0"/>
              <a:t>sans-serif</a:t>
            </a:r>
            <a:r>
              <a:rPr lang="en-GB" dirty="0"/>
              <a:t> (</a:t>
            </a:r>
            <a:r>
              <a:rPr lang="sk-SK" dirty="0"/>
              <a:t>napr.</a:t>
            </a:r>
            <a:r>
              <a:rPr lang="en-GB" dirty="0"/>
              <a:t> </a:t>
            </a:r>
            <a:r>
              <a:rPr lang="en-GB" sz="1200" dirty="0">
                <a:latin typeface="Arial"/>
                <a:ea typeface="Arial"/>
                <a:cs typeface="Arial"/>
                <a:sym typeface="Arial"/>
              </a:rPr>
              <a:t>Arial</a:t>
            </a:r>
            <a:r>
              <a:rPr lang="en-GB" dirty="0"/>
              <a:t>)</a:t>
            </a:r>
            <a:endParaRPr dirty="0"/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sk-SK" dirty="0"/>
              <a:t>Písmo typu </a:t>
            </a:r>
            <a:r>
              <a:rPr lang="en-GB" dirty="0"/>
              <a:t>monospace (</a:t>
            </a:r>
            <a:r>
              <a:rPr lang="sk-SK" dirty="0"/>
              <a:t>napr.</a:t>
            </a:r>
            <a:r>
              <a:rPr lang="en-GB" dirty="0"/>
              <a:t> </a:t>
            </a:r>
            <a:r>
              <a:rPr lang="en-GB" sz="1400" dirty="0">
                <a:latin typeface="Courier New"/>
                <a:ea typeface="Courier New"/>
                <a:cs typeface="Courier New"/>
                <a:sym typeface="Courier New"/>
              </a:rPr>
              <a:t>Courier New</a:t>
            </a:r>
            <a:r>
              <a:rPr lang="en-GB" dirty="0"/>
              <a:t>)</a:t>
            </a:r>
            <a:endParaRPr dirty="0"/>
          </a:p>
          <a:p>
            <a:pPr marL="914400" lvl="1" indent="-298450" algn="l" rtl="0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sk-SK" dirty="0"/>
              <a:t>Môže byť </a:t>
            </a:r>
            <a:r>
              <a:rPr lang="en-GB" i="1" dirty="0"/>
              <a:t>serif </a:t>
            </a:r>
            <a:r>
              <a:rPr lang="sk-SK" dirty="0"/>
              <a:t>aj</a:t>
            </a:r>
            <a:r>
              <a:rPr lang="en-GB" dirty="0"/>
              <a:t> </a:t>
            </a:r>
            <a:r>
              <a:rPr lang="en-GB" i="1" dirty="0"/>
              <a:t>sans-serif</a:t>
            </a:r>
            <a:endParaRPr i="1" dirty="0"/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sk-SK" dirty="0">
                <a:solidFill>
                  <a:srgbClr val="FE8637"/>
                </a:solidFill>
              </a:rPr>
              <a:t>Pozor</a:t>
            </a:r>
            <a:r>
              <a:rPr lang="en-GB" dirty="0">
                <a:solidFill>
                  <a:srgbClr val="FE8637"/>
                </a:solidFill>
              </a:rPr>
              <a:t>!</a:t>
            </a:r>
            <a:r>
              <a:rPr lang="en-GB" dirty="0"/>
              <a:t> Font, </a:t>
            </a:r>
            <a:r>
              <a:rPr lang="sk-SK" dirty="0"/>
              <a:t>ktorý máte v počítači, nemusia mať iní používatelia</a:t>
            </a: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sk-SK" dirty="0"/>
              <a:t>Pri definovaní, ktorý font sa má použiť</a:t>
            </a:r>
            <a:r>
              <a:rPr lang="en-GB" dirty="0"/>
              <a:t>, je </a:t>
            </a:r>
            <a:r>
              <a:rPr lang="sk-SK" dirty="0"/>
              <a:t>vhodné</a:t>
            </a:r>
            <a:r>
              <a:rPr lang="en-GB" dirty="0"/>
              <a:t> </a:t>
            </a:r>
            <a:r>
              <a:rPr lang="sk-SK" dirty="0"/>
              <a:t>určiť</a:t>
            </a:r>
            <a:r>
              <a:rPr lang="en-GB" dirty="0"/>
              <a:t> </a:t>
            </a:r>
            <a:r>
              <a:rPr lang="sk-SK" dirty="0"/>
              <a:t>viac možností</a:t>
            </a:r>
          </a:p>
        </p:txBody>
      </p:sp>
      <p:sp>
        <p:nvSpPr>
          <p:cNvPr id="570" name="Google Shape;570;p75"/>
          <p:cNvSpPr txBox="1">
            <a:spLocks noGrp="1"/>
          </p:cNvSpPr>
          <p:nvPr>
            <p:ph type="sldNum" idx="12"/>
          </p:nvPr>
        </p:nvSpPr>
        <p:spPr>
          <a:xfrm>
            <a:off x="8499550" y="4742725"/>
            <a:ext cx="312600" cy="273900"/>
          </a:xfrm>
          <a:prstGeom prst="rect">
            <a:avLst/>
          </a:prstGeom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GB"/>
              <a:t>23</a:t>
            </a:fld>
            <a:endParaRPr/>
          </a:p>
        </p:txBody>
      </p:sp>
      <p:sp>
        <p:nvSpPr>
          <p:cNvPr id="571" name="Google Shape;571;p75"/>
          <p:cNvSpPr txBox="1"/>
          <p:nvPr/>
        </p:nvSpPr>
        <p:spPr>
          <a:xfrm>
            <a:off x="6573975" y="1859625"/>
            <a:ext cx="1461600" cy="108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5700"/>
              <a:t>A</a:t>
            </a:r>
            <a:r>
              <a:rPr lang="en-GB" sz="6000"/>
              <a:t> </a:t>
            </a:r>
            <a:r>
              <a:rPr lang="en-GB" sz="6000"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endParaRPr sz="6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6" name="Google Shape;576;p76"/>
          <p:cNvSpPr txBox="1">
            <a:spLocks noGrp="1"/>
          </p:cNvSpPr>
          <p:nvPr>
            <p:ph type="title"/>
          </p:nvPr>
        </p:nvSpPr>
        <p:spPr>
          <a:xfrm>
            <a:off x="435894" y="526617"/>
            <a:ext cx="8272200" cy="760200"/>
          </a:xfrm>
          <a:prstGeom prst="rect">
            <a:avLst/>
          </a:prstGeom>
        </p:spPr>
        <p:txBody>
          <a:bodyPr spcFirstLastPara="1" wrap="square" lIns="68575" tIns="68575" rIns="68575" bIns="6857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Písmo (2)</a:t>
            </a:r>
            <a:endParaRPr/>
          </a:p>
        </p:txBody>
      </p:sp>
      <p:sp>
        <p:nvSpPr>
          <p:cNvPr id="577" name="Google Shape;577;p76"/>
          <p:cNvSpPr txBox="1">
            <a:spLocks noGrp="1"/>
          </p:cNvSpPr>
          <p:nvPr>
            <p:ph type="body" idx="1"/>
          </p:nvPr>
        </p:nvSpPr>
        <p:spPr>
          <a:xfrm>
            <a:off x="435894" y="1635372"/>
            <a:ext cx="8272200" cy="2758800"/>
          </a:xfrm>
          <a:prstGeom prst="rect">
            <a:avLst/>
          </a:prstGeom>
        </p:spPr>
        <p:txBody>
          <a:bodyPr spcFirstLastPara="1" wrap="square" lIns="68575" tIns="68575" rIns="68575" bIns="68575" anchor="t" anchorCtr="0">
            <a:noAutofit/>
          </a:bodyPr>
          <a:lstStyle/>
          <a:p>
            <a:pPr marL="457200" lvl="0" indent="-330200" algn="l" rtl="0">
              <a:spcBef>
                <a:spcPts val="300"/>
              </a:spcBef>
              <a:spcAft>
                <a:spcPts val="0"/>
              </a:spcAft>
              <a:buSzPts val="1600"/>
              <a:buChar char="●"/>
            </a:pPr>
            <a:r>
              <a:rPr lang="sk-SK" dirty="0"/>
              <a:t>Základné charakteristiky písma:</a:t>
            </a:r>
          </a:p>
          <a:p>
            <a:pPr marL="914400" lvl="1" indent="-298450" algn="l" rtl="0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sk-SK" dirty="0"/>
              <a:t>Typ písma</a:t>
            </a:r>
            <a:r>
              <a:rPr lang="en-GB" dirty="0"/>
              <a:t>: </a:t>
            </a:r>
            <a:r>
              <a:rPr lang="en-GB" sz="1200" dirty="0"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  <a:t>font-family</a:t>
            </a:r>
            <a:r>
              <a:rPr lang="en-GB" dirty="0"/>
              <a:t> (</a:t>
            </a:r>
            <a:r>
              <a:rPr lang="sk-SK" dirty="0"/>
              <a:t>viac fontov súčasne</a:t>
            </a:r>
            <a:r>
              <a:rPr lang="en-GB" dirty="0"/>
              <a:t>)</a:t>
            </a:r>
            <a:endParaRPr dirty="0"/>
          </a:p>
          <a:p>
            <a:pPr marL="914400" lvl="1" indent="-298450" algn="l" rtl="0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sk-SK" dirty="0"/>
              <a:t>Sklon písma </a:t>
            </a:r>
            <a:r>
              <a:rPr lang="en-GB" dirty="0"/>
              <a:t>(</a:t>
            </a:r>
            <a:r>
              <a:rPr lang="sk-SK" dirty="0"/>
              <a:t>kurzíva</a:t>
            </a:r>
            <a:r>
              <a:rPr lang="en-GB" dirty="0"/>
              <a:t>): </a:t>
            </a:r>
            <a:r>
              <a:rPr lang="en-GB" sz="1200" dirty="0">
                <a:latin typeface="Consolas" panose="020B0609020204030204" pitchFamily="49" charset="0"/>
                <a:sym typeface="Roboto Mono"/>
              </a:rPr>
              <a:t>font-style</a:t>
            </a:r>
            <a:endParaRPr sz="1200" dirty="0">
              <a:latin typeface="Consolas" panose="020B0609020204030204" pitchFamily="49" charset="0"/>
            </a:endParaRPr>
          </a:p>
          <a:p>
            <a:pPr marL="914400" lvl="1" indent="-298450" algn="l" rtl="0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sk-SK" dirty="0"/>
              <a:t>Hrúbka</a:t>
            </a:r>
            <a:r>
              <a:rPr lang="en-GB" dirty="0"/>
              <a:t> </a:t>
            </a:r>
            <a:r>
              <a:rPr lang="sk-SK" dirty="0"/>
              <a:t>písma</a:t>
            </a:r>
            <a:r>
              <a:rPr lang="en-GB" dirty="0"/>
              <a:t> (</a:t>
            </a:r>
            <a:r>
              <a:rPr lang="sk-SK" dirty="0"/>
              <a:t>tučné písmo</a:t>
            </a:r>
            <a:r>
              <a:rPr lang="en-GB" dirty="0"/>
              <a:t>): </a:t>
            </a:r>
            <a:r>
              <a:rPr lang="en-GB" sz="1200" dirty="0">
                <a:latin typeface="Consolas" panose="020B0609020204030204" pitchFamily="49" charset="0"/>
                <a:sym typeface="Roboto Mono"/>
              </a:rPr>
              <a:t>font-weight</a:t>
            </a:r>
            <a:endParaRPr sz="1200" dirty="0">
              <a:latin typeface="Consolas" panose="020B0609020204030204" pitchFamily="49" charset="0"/>
            </a:endParaRPr>
          </a:p>
          <a:p>
            <a:pPr marL="914400" lvl="1" indent="-298450" algn="l" rtl="0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sk-SK" dirty="0"/>
              <a:t>Veľkosť písma</a:t>
            </a:r>
            <a:r>
              <a:rPr lang="en-GB" dirty="0"/>
              <a:t>: </a:t>
            </a:r>
            <a:r>
              <a:rPr lang="en-GB" sz="1200" dirty="0">
                <a:latin typeface="Consolas" panose="020B0609020204030204" pitchFamily="49" charset="0"/>
                <a:sym typeface="Roboto Mono"/>
              </a:rPr>
              <a:t>font-size</a:t>
            </a:r>
            <a:r>
              <a:rPr lang="en-GB" dirty="0"/>
              <a:t> (</a:t>
            </a:r>
            <a:r>
              <a:rPr lang="sk-SK" dirty="0"/>
              <a:t>najčastejšie</a:t>
            </a:r>
            <a:r>
              <a:rPr lang="en-GB" dirty="0"/>
              <a:t> v </a:t>
            </a:r>
            <a:r>
              <a:rPr lang="en-GB" sz="1200" dirty="0">
                <a:latin typeface="Consolas" panose="020B0609020204030204" pitchFamily="49" charset="0"/>
                <a:sym typeface="Roboto Mono"/>
              </a:rPr>
              <a:t>px</a:t>
            </a:r>
            <a:r>
              <a:rPr lang="en-GB" sz="1200" dirty="0">
                <a:latin typeface="Roboto Mono"/>
                <a:ea typeface="Roboto Mono"/>
                <a:cs typeface="Roboto Mono"/>
                <a:sym typeface="Roboto Mono"/>
              </a:rPr>
              <a:t>,</a:t>
            </a:r>
            <a:r>
              <a:rPr lang="en-GB" dirty="0"/>
              <a:t> </a:t>
            </a:r>
            <a:r>
              <a:rPr lang="en-GB" sz="1200" dirty="0" err="1">
                <a:latin typeface="Consolas" panose="020B0609020204030204" pitchFamily="49" charset="0"/>
                <a:sym typeface="Roboto Mono"/>
              </a:rPr>
              <a:t>em</a:t>
            </a:r>
            <a:r>
              <a:rPr lang="en-GB" dirty="0"/>
              <a:t> a </a:t>
            </a:r>
            <a:r>
              <a:rPr lang="en-GB" sz="1200" dirty="0">
                <a:latin typeface="Consolas" panose="020B0609020204030204" pitchFamily="49" charset="0"/>
                <a:sym typeface="Roboto Mono"/>
              </a:rPr>
              <a:t>%</a:t>
            </a:r>
            <a:r>
              <a:rPr lang="en-GB" sz="1200" dirty="0">
                <a:latin typeface="Consolas" panose="020B0609020204030204" pitchFamily="49" charset="0"/>
              </a:rPr>
              <a:t>)</a:t>
            </a:r>
            <a:endParaRPr sz="1200" dirty="0">
              <a:latin typeface="Consolas" panose="020B0609020204030204" pitchFamily="49" charset="0"/>
            </a:endParaRPr>
          </a:p>
          <a:p>
            <a:pPr marL="914400" lvl="1" indent="-298450" algn="l" rtl="0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sk-SK" dirty="0"/>
              <a:t>Kapitálky</a:t>
            </a:r>
            <a:r>
              <a:rPr lang="en-GB" dirty="0"/>
              <a:t>: </a:t>
            </a:r>
            <a:r>
              <a:rPr lang="en-GB" sz="1200" dirty="0">
                <a:latin typeface="Consolas" panose="020B0609020204030204" pitchFamily="49" charset="0"/>
                <a:sym typeface="Roboto Mono"/>
              </a:rPr>
              <a:t>font-variant</a:t>
            </a:r>
            <a:endParaRPr sz="1200" dirty="0">
              <a:latin typeface="Consolas" panose="020B0609020204030204" pitchFamily="49" charset="0"/>
            </a:endParaRPr>
          </a:p>
          <a:p>
            <a:pPr marL="914400" lvl="1" indent="-298450" algn="l" rtl="0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sk-SK" dirty="0"/>
              <a:t>Združená vlastnosť </a:t>
            </a:r>
            <a:r>
              <a:rPr lang="en-GB" sz="1200" dirty="0">
                <a:latin typeface="Consolas" panose="020B0609020204030204" pitchFamily="49" charset="0"/>
                <a:sym typeface="Roboto Mono"/>
              </a:rPr>
              <a:t>font</a:t>
            </a:r>
            <a:endParaRPr sz="1200" dirty="0">
              <a:latin typeface="Consolas" panose="020B0609020204030204" pitchFamily="49" charset="0"/>
            </a:endParaRPr>
          </a:p>
          <a:p>
            <a:pPr marL="0" lvl="0" indent="0" algn="l" rtl="0">
              <a:spcBef>
                <a:spcPts val="500"/>
              </a:spcBef>
              <a:spcAft>
                <a:spcPts val="500"/>
              </a:spcAft>
              <a:buNone/>
            </a:pPr>
            <a:endParaRPr dirty="0"/>
          </a:p>
        </p:txBody>
      </p:sp>
      <p:sp>
        <p:nvSpPr>
          <p:cNvPr id="578" name="Google Shape;578;p76"/>
          <p:cNvSpPr txBox="1">
            <a:spLocks noGrp="1"/>
          </p:cNvSpPr>
          <p:nvPr>
            <p:ph type="sldNum" idx="12"/>
          </p:nvPr>
        </p:nvSpPr>
        <p:spPr>
          <a:xfrm>
            <a:off x="8499550" y="4742725"/>
            <a:ext cx="312600" cy="273900"/>
          </a:xfrm>
          <a:prstGeom prst="rect">
            <a:avLst/>
          </a:prstGeom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GB"/>
              <a:t>24</a:t>
            </a:fld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" name="Google Shape;583;p77"/>
          <p:cNvSpPr txBox="1">
            <a:spLocks noGrp="1"/>
          </p:cNvSpPr>
          <p:nvPr>
            <p:ph type="title"/>
          </p:nvPr>
        </p:nvSpPr>
        <p:spPr>
          <a:xfrm>
            <a:off x="435894" y="526617"/>
            <a:ext cx="8272200" cy="760200"/>
          </a:xfrm>
          <a:prstGeom prst="rect">
            <a:avLst/>
          </a:prstGeom>
        </p:spPr>
        <p:txBody>
          <a:bodyPr spcFirstLastPara="1" wrap="square" lIns="68575" tIns="68575" rIns="68575" bIns="6857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sk-SK" dirty="0"/>
              <a:t>Písmo</a:t>
            </a:r>
            <a:r>
              <a:rPr lang="en-GB" dirty="0"/>
              <a:t> – </a:t>
            </a:r>
            <a:r>
              <a:rPr lang="sk-SK" dirty="0"/>
              <a:t>príklady </a:t>
            </a:r>
            <a:endParaRPr dirty="0"/>
          </a:p>
        </p:txBody>
      </p:sp>
      <p:sp>
        <p:nvSpPr>
          <p:cNvPr id="584" name="Google Shape;584;p77"/>
          <p:cNvSpPr txBox="1">
            <a:spLocks noGrp="1"/>
          </p:cNvSpPr>
          <p:nvPr>
            <p:ph type="body" idx="1"/>
          </p:nvPr>
        </p:nvSpPr>
        <p:spPr>
          <a:xfrm>
            <a:off x="435894" y="1635372"/>
            <a:ext cx="8272200" cy="2758800"/>
          </a:xfrm>
          <a:prstGeom prst="rect">
            <a:avLst/>
          </a:prstGeom>
        </p:spPr>
        <p:txBody>
          <a:bodyPr spcFirstLastPara="1" wrap="square" lIns="68575" tIns="68575" rIns="68575" bIns="68575" anchor="t" anchorCtr="0">
            <a:noAutofit/>
          </a:bodyPr>
          <a:lstStyle/>
          <a:p>
            <a:pPr marL="457200" lvl="0" indent="-330200" algn="l" rtl="0">
              <a:spcBef>
                <a:spcPts val="300"/>
              </a:spcBef>
              <a:spcAft>
                <a:spcPts val="0"/>
              </a:spcAft>
              <a:buSzPts val="1600"/>
              <a:buChar char="●"/>
            </a:pPr>
            <a:r>
              <a:rPr lang="sk-SK" dirty="0"/>
              <a:t>Definícia štýlu odstavca, nastavenie vlastností písma</a:t>
            </a:r>
            <a:endParaRPr lang="sk-SK" sz="1200" b="1" dirty="0">
              <a:solidFill>
                <a:srgbClr val="007700"/>
              </a:solidFill>
            </a:endParaRPr>
          </a:p>
          <a:p>
            <a:pPr marL="0" lvl="0" indent="4572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lang="en-GB" sz="1200" dirty="0" err="1">
                <a:solidFill>
                  <a:srgbClr val="007700"/>
                </a:solidFill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  <a:t>p</a:t>
            </a:r>
            <a:r>
              <a:rPr lang="en-GB" sz="1200" b="1" dirty="0" err="1">
                <a:solidFill>
                  <a:srgbClr val="BB0066"/>
                </a:solidFill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  <a:t>.poznamka</a:t>
            </a:r>
            <a:r>
              <a:rPr lang="en-GB" sz="1200" b="1" dirty="0">
                <a:solidFill>
                  <a:srgbClr val="BB0066"/>
                </a:solidFill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  <a:t> </a:t>
            </a:r>
            <a:r>
              <a:rPr lang="en-GB" sz="1200" dirty="0">
                <a:solidFill>
                  <a:schemeClr val="dk1"/>
                </a:solidFill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  <a:t> {</a:t>
            </a:r>
            <a:endParaRPr sz="1200" dirty="0">
              <a:solidFill>
                <a:schemeClr val="dk1"/>
              </a:solidFill>
              <a:latin typeface="Consolas" panose="020B0609020204030204" pitchFamily="49" charset="0"/>
              <a:ea typeface="Roboto Mono"/>
              <a:cs typeface="Roboto Mono"/>
              <a:sym typeface="Roboto Mono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GB" sz="1200" dirty="0">
                <a:solidFill>
                  <a:schemeClr val="dk1"/>
                </a:solidFill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  <a:t>  </a:t>
            </a:r>
            <a:r>
              <a:rPr lang="en-GB" sz="1200" b="1" dirty="0">
                <a:solidFill>
                  <a:srgbClr val="008800"/>
                </a:solidFill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  <a:t>font-family</a:t>
            </a:r>
            <a:r>
              <a:rPr lang="en-GB" sz="1200" dirty="0">
                <a:solidFill>
                  <a:srgbClr val="333333"/>
                </a:solidFill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  <a:t>:</a:t>
            </a:r>
            <a:r>
              <a:rPr lang="en-GB" sz="1200" dirty="0">
                <a:solidFill>
                  <a:schemeClr val="dk1"/>
                </a:solidFill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  <a:t> Arial</a:t>
            </a:r>
            <a:r>
              <a:rPr lang="en-GB" sz="1200" dirty="0">
                <a:solidFill>
                  <a:srgbClr val="333333"/>
                </a:solidFill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  <a:t>,</a:t>
            </a:r>
            <a:r>
              <a:rPr lang="en-GB" sz="1200" dirty="0">
                <a:solidFill>
                  <a:schemeClr val="dk1"/>
                </a:solidFill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  <a:t> Helvetica</a:t>
            </a:r>
            <a:r>
              <a:rPr lang="en-GB" sz="1200" dirty="0">
                <a:solidFill>
                  <a:srgbClr val="333333"/>
                </a:solidFill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  <a:t>,</a:t>
            </a:r>
            <a:r>
              <a:rPr lang="en-GB" sz="1200" dirty="0">
                <a:solidFill>
                  <a:schemeClr val="dk1"/>
                </a:solidFill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  <a:t> </a:t>
            </a:r>
            <a:r>
              <a:rPr lang="en-GB" sz="1200" b="1" dirty="0">
                <a:solidFill>
                  <a:srgbClr val="008800"/>
                </a:solidFill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  <a:t>sans-serif</a:t>
            </a:r>
            <a:r>
              <a:rPr lang="en-GB" sz="1200" dirty="0">
                <a:solidFill>
                  <a:schemeClr val="dk1"/>
                </a:solidFill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  <a:t>;</a:t>
            </a:r>
            <a:br>
              <a:rPr lang="en-GB" sz="1200" dirty="0">
                <a:solidFill>
                  <a:schemeClr val="dk1"/>
                </a:solidFill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</a:br>
            <a:r>
              <a:rPr lang="en-GB" sz="1200" dirty="0">
                <a:solidFill>
                  <a:schemeClr val="dk1"/>
                </a:solidFill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  <a:t>  </a:t>
            </a:r>
            <a:r>
              <a:rPr lang="en-GB" sz="1200" b="1" dirty="0">
                <a:solidFill>
                  <a:srgbClr val="008800"/>
                </a:solidFill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  <a:t>font-size</a:t>
            </a:r>
            <a:r>
              <a:rPr lang="en-GB" sz="1200" dirty="0">
                <a:solidFill>
                  <a:srgbClr val="333333"/>
                </a:solidFill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  <a:t>:</a:t>
            </a:r>
            <a:r>
              <a:rPr lang="en-GB" sz="1200" dirty="0">
                <a:solidFill>
                  <a:schemeClr val="dk1"/>
                </a:solidFill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  <a:t> </a:t>
            </a:r>
            <a:r>
              <a:rPr lang="en-GB" sz="1200" b="1" dirty="0">
                <a:solidFill>
                  <a:srgbClr val="6600EE"/>
                </a:solidFill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  <a:t>90</a:t>
            </a:r>
            <a:r>
              <a:rPr lang="en-GB" sz="1200" dirty="0">
                <a:solidFill>
                  <a:srgbClr val="333333"/>
                </a:solidFill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  <a:t>%</a:t>
            </a:r>
            <a:r>
              <a:rPr lang="en-GB" sz="1200" dirty="0">
                <a:solidFill>
                  <a:schemeClr val="dk1"/>
                </a:solidFill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  <a:t>;</a:t>
            </a:r>
            <a:br>
              <a:rPr lang="en-GB" sz="1200" dirty="0">
                <a:solidFill>
                  <a:schemeClr val="dk1"/>
                </a:solidFill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</a:br>
            <a:r>
              <a:rPr lang="en-GB" sz="1200" dirty="0">
                <a:solidFill>
                  <a:schemeClr val="dk1"/>
                </a:solidFill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  <a:t>  </a:t>
            </a:r>
            <a:r>
              <a:rPr lang="en-GB" sz="1200" b="1" dirty="0">
                <a:solidFill>
                  <a:srgbClr val="008800"/>
                </a:solidFill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  <a:t>color</a:t>
            </a:r>
            <a:r>
              <a:rPr lang="en-GB" sz="1200" dirty="0">
                <a:solidFill>
                  <a:srgbClr val="333333"/>
                </a:solidFill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  <a:t>:</a:t>
            </a:r>
            <a:r>
              <a:rPr lang="en-GB" sz="1200" dirty="0">
                <a:solidFill>
                  <a:schemeClr val="dk1"/>
                </a:solidFill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  <a:t> </a:t>
            </a:r>
            <a:r>
              <a:rPr lang="en-US" sz="1200" b="1" noProof="0" dirty="0">
                <a:solidFill>
                  <a:srgbClr val="008800"/>
                </a:solidFill>
                <a:latin typeface="Consolas" panose="020B0609020204030204" pitchFamily="49" charset="0"/>
                <a:ea typeface="Roboto Mono"/>
                <a:sym typeface="Roboto Mono"/>
              </a:rPr>
              <a:t>gray</a:t>
            </a:r>
            <a:r>
              <a:rPr lang="en-GB" sz="1200" dirty="0">
                <a:solidFill>
                  <a:schemeClr val="dk1"/>
                </a:solidFill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  <a:t>;</a:t>
            </a:r>
            <a:br>
              <a:rPr lang="en-GB" sz="1200" dirty="0">
                <a:solidFill>
                  <a:schemeClr val="dk1"/>
                </a:solidFill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</a:br>
            <a:r>
              <a:rPr lang="en-GB" sz="1200" dirty="0">
                <a:solidFill>
                  <a:schemeClr val="dk1"/>
                </a:solidFill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  <a:t>  </a:t>
            </a:r>
            <a:r>
              <a:rPr lang="en-GB" sz="1200" b="1" dirty="0">
                <a:solidFill>
                  <a:srgbClr val="008800"/>
                </a:solidFill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  <a:t>font-style</a:t>
            </a:r>
            <a:r>
              <a:rPr lang="en-GB" sz="1200" dirty="0">
                <a:solidFill>
                  <a:srgbClr val="333333"/>
                </a:solidFill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  <a:t>:</a:t>
            </a:r>
            <a:r>
              <a:rPr lang="en-GB" sz="1200" dirty="0">
                <a:solidFill>
                  <a:schemeClr val="dk1"/>
                </a:solidFill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  <a:t> </a:t>
            </a:r>
            <a:r>
              <a:rPr lang="en-GB" sz="1200" b="1" dirty="0">
                <a:solidFill>
                  <a:srgbClr val="008800"/>
                </a:solidFill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  <a:t>italic</a:t>
            </a:r>
            <a:r>
              <a:rPr lang="en-GB" sz="1200" dirty="0">
                <a:solidFill>
                  <a:schemeClr val="dk1"/>
                </a:solidFill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  <a:t>;</a:t>
            </a:r>
            <a:br>
              <a:rPr lang="en-GB" sz="1200" dirty="0">
                <a:solidFill>
                  <a:schemeClr val="dk1"/>
                </a:solidFill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</a:br>
            <a:r>
              <a:rPr lang="en-GB" sz="1200" dirty="0">
                <a:solidFill>
                  <a:schemeClr val="dk1"/>
                </a:solidFill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  <a:t>  </a:t>
            </a:r>
            <a:r>
              <a:rPr lang="en-GB" sz="1200" b="1" dirty="0">
                <a:solidFill>
                  <a:srgbClr val="008800"/>
                </a:solidFill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  <a:t>font-weight</a:t>
            </a:r>
            <a:r>
              <a:rPr lang="en-GB" sz="1200" dirty="0">
                <a:solidFill>
                  <a:srgbClr val="333333"/>
                </a:solidFill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  <a:t>:</a:t>
            </a:r>
            <a:r>
              <a:rPr lang="en-GB" sz="1200" dirty="0">
                <a:solidFill>
                  <a:schemeClr val="dk1"/>
                </a:solidFill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  <a:t> </a:t>
            </a:r>
            <a:r>
              <a:rPr lang="en-GB" sz="1200" b="1" dirty="0">
                <a:solidFill>
                  <a:srgbClr val="008800"/>
                </a:solidFill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  <a:t>normal</a:t>
            </a:r>
            <a:r>
              <a:rPr lang="en-GB" sz="1200" dirty="0">
                <a:solidFill>
                  <a:schemeClr val="dk1"/>
                </a:solidFill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  <a:t>;</a:t>
            </a:r>
            <a:br>
              <a:rPr lang="en-GB" sz="1200" dirty="0">
                <a:solidFill>
                  <a:schemeClr val="dk1"/>
                </a:solidFill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</a:br>
            <a:r>
              <a:rPr lang="en-GB" sz="1200" dirty="0">
                <a:solidFill>
                  <a:schemeClr val="dk1"/>
                </a:solidFill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  <a:t>}</a:t>
            </a:r>
            <a:endParaRPr sz="1200" dirty="0">
              <a:solidFill>
                <a:schemeClr val="dk1"/>
              </a:solidFill>
              <a:latin typeface="Consolas" panose="020B0609020204030204" pitchFamily="49" charset="0"/>
              <a:ea typeface="Roboto Mono"/>
              <a:cs typeface="Roboto Mono"/>
              <a:sym typeface="Roboto Mono"/>
            </a:endParaRPr>
          </a:p>
          <a:p>
            <a:pPr marL="457200" lvl="0" indent="-330200" algn="l" rtl="0">
              <a:spcBef>
                <a:spcPts val="300"/>
              </a:spcBef>
              <a:spcAft>
                <a:spcPts val="0"/>
              </a:spcAft>
              <a:buSzPts val="1600"/>
              <a:buChar char="●"/>
            </a:pPr>
            <a:r>
              <a:rPr lang="en-GB" dirty="0"/>
              <a:t>V </a:t>
            </a:r>
            <a:r>
              <a:rPr lang="sk-SK" dirty="0"/>
              <a:t>odstavci budú použité malé kapitálky</a:t>
            </a:r>
            <a:r>
              <a:rPr lang="en-GB" dirty="0"/>
              <a:t> (</a:t>
            </a:r>
            <a:r>
              <a:rPr lang="sk-SK" dirty="0"/>
              <a:t>prvé písmeno väčšie ako ostatné</a:t>
            </a:r>
            <a:r>
              <a:rPr lang="en-GB" dirty="0"/>
              <a:t>)</a:t>
            </a:r>
            <a:endParaRPr sz="1200" dirty="0">
              <a:solidFill>
                <a:schemeClr val="dk1"/>
              </a:solidFill>
            </a:endParaRPr>
          </a:p>
          <a:p>
            <a:pPr marL="0" lvl="0" indent="4572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lang="en-GB" sz="1200" dirty="0" err="1">
                <a:solidFill>
                  <a:srgbClr val="007700"/>
                </a:solidFill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  <a:t>p</a:t>
            </a:r>
            <a:r>
              <a:rPr lang="en-GB" sz="1200" b="1" dirty="0" err="1">
                <a:solidFill>
                  <a:srgbClr val="BB0066"/>
                </a:solidFill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  <a:t>.male</a:t>
            </a:r>
            <a:r>
              <a:rPr lang="en-GB" sz="1200" b="1" dirty="0">
                <a:solidFill>
                  <a:srgbClr val="BB0066"/>
                </a:solidFill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  <a:t> </a:t>
            </a:r>
            <a:r>
              <a:rPr lang="en-GB" sz="1200" dirty="0">
                <a:solidFill>
                  <a:schemeClr val="dk1"/>
                </a:solidFill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  <a:t>{</a:t>
            </a:r>
            <a:br>
              <a:rPr lang="en-GB" sz="1200" dirty="0">
                <a:solidFill>
                  <a:schemeClr val="dk1"/>
                </a:solidFill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</a:br>
            <a:r>
              <a:rPr lang="en-GB" sz="1200" dirty="0">
                <a:solidFill>
                  <a:schemeClr val="dk1"/>
                </a:solidFill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  <a:t>    </a:t>
            </a:r>
            <a:r>
              <a:rPr lang="sk-SK" sz="1200" dirty="0">
                <a:solidFill>
                  <a:schemeClr val="dk1"/>
                </a:solidFill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  <a:t>  </a:t>
            </a:r>
            <a:r>
              <a:rPr lang="en-GB" sz="1200" dirty="0">
                <a:solidFill>
                  <a:schemeClr val="dk1"/>
                </a:solidFill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  <a:t> </a:t>
            </a:r>
            <a:r>
              <a:rPr lang="en-GB" sz="1200" b="1" dirty="0">
                <a:solidFill>
                  <a:srgbClr val="008800"/>
                </a:solidFill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  <a:t>font-variant</a:t>
            </a:r>
            <a:r>
              <a:rPr lang="en-GB" sz="1200" dirty="0">
                <a:solidFill>
                  <a:srgbClr val="333333"/>
                </a:solidFill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  <a:t>:</a:t>
            </a:r>
            <a:r>
              <a:rPr lang="en-GB" sz="1200" dirty="0">
                <a:solidFill>
                  <a:schemeClr val="dk1"/>
                </a:solidFill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  <a:t> </a:t>
            </a:r>
            <a:r>
              <a:rPr lang="en-GB" sz="1200" b="1" dirty="0">
                <a:solidFill>
                  <a:srgbClr val="008800"/>
                </a:solidFill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  <a:t>small-caps</a:t>
            </a:r>
            <a:r>
              <a:rPr lang="en-GB" sz="1200" dirty="0">
                <a:solidFill>
                  <a:schemeClr val="dk1"/>
                </a:solidFill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  <a:t>;</a:t>
            </a:r>
            <a:br>
              <a:rPr lang="en-GB" sz="1200" dirty="0">
                <a:solidFill>
                  <a:schemeClr val="dk1"/>
                </a:solidFill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</a:br>
            <a:r>
              <a:rPr lang="sk-SK" sz="1200" dirty="0">
                <a:solidFill>
                  <a:schemeClr val="dk1"/>
                </a:solidFill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  <a:t>     </a:t>
            </a:r>
            <a:r>
              <a:rPr lang="en-GB" sz="1200" dirty="0">
                <a:solidFill>
                  <a:schemeClr val="dk1"/>
                </a:solidFill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  <a:t>}</a:t>
            </a:r>
            <a:endParaRPr sz="1200" dirty="0">
              <a:solidFill>
                <a:schemeClr val="dk1"/>
              </a:solidFill>
              <a:latin typeface="Consolas" panose="020B0609020204030204" pitchFamily="49" charset="0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200" dirty="0">
              <a:solidFill>
                <a:schemeClr val="dk1"/>
              </a:solidFill>
            </a:endParaRPr>
          </a:p>
          <a:p>
            <a:pPr marL="228600" lvl="0" indent="-152400" algn="l" rtl="0">
              <a:spcBef>
                <a:spcPts val="300"/>
              </a:spcBef>
              <a:spcAft>
                <a:spcPts val="500"/>
              </a:spcAft>
              <a:buNone/>
            </a:pPr>
            <a:endParaRPr dirty="0"/>
          </a:p>
        </p:txBody>
      </p:sp>
      <p:sp>
        <p:nvSpPr>
          <p:cNvPr id="585" name="Google Shape;585;p77"/>
          <p:cNvSpPr txBox="1">
            <a:spLocks noGrp="1"/>
          </p:cNvSpPr>
          <p:nvPr>
            <p:ph type="sldNum" idx="12"/>
          </p:nvPr>
        </p:nvSpPr>
        <p:spPr>
          <a:xfrm>
            <a:off x="8499550" y="4742725"/>
            <a:ext cx="312600" cy="273900"/>
          </a:xfrm>
          <a:prstGeom prst="rect">
            <a:avLst/>
          </a:prstGeom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GB"/>
              <a:t>25</a:t>
            </a:fld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22"/>
          <p:cNvSpPr txBox="1">
            <a:spLocks noGrp="1"/>
          </p:cNvSpPr>
          <p:nvPr>
            <p:ph type="title"/>
          </p:nvPr>
        </p:nvSpPr>
        <p:spPr>
          <a:xfrm>
            <a:off x="435894" y="526617"/>
            <a:ext cx="8272200" cy="760200"/>
          </a:xfrm>
          <a:prstGeom prst="rect">
            <a:avLst/>
          </a:prstGeom>
        </p:spPr>
        <p:txBody>
          <a:bodyPr spcFirstLastPara="1" wrap="square" lIns="68575" tIns="68575" rIns="68575" bIns="6857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sk-SK"/>
              <a:t>Ikony</a:t>
            </a:r>
            <a:endParaRPr lang="sk-SK" dirty="0"/>
          </a:p>
        </p:txBody>
      </p:sp>
      <p:sp>
        <p:nvSpPr>
          <p:cNvPr id="168" name="Google Shape;168;p22"/>
          <p:cNvSpPr txBox="1">
            <a:spLocks noGrp="1"/>
          </p:cNvSpPr>
          <p:nvPr>
            <p:ph type="body" idx="1"/>
          </p:nvPr>
        </p:nvSpPr>
        <p:spPr>
          <a:xfrm>
            <a:off x="435894" y="1635372"/>
            <a:ext cx="8272200" cy="2758800"/>
          </a:xfrm>
          <a:prstGeom prst="rect">
            <a:avLst/>
          </a:prstGeom>
        </p:spPr>
        <p:txBody>
          <a:bodyPr spcFirstLastPara="1" wrap="square" lIns="68575" tIns="68575" rIns="68575" bIns="68575" anchor="t" anchorCtr="0">
            <a:noAutofit/>
          </a:bodyPr>
          <a:lstStyle/>
          <a:p>
            <a:pPr marL="457200" lvl="0" indent="-330200" algn="l" rtl="0">
              <a:spcBef>
                <a:spcPts val="300"/>
              </a:spcBef>
              <a:spcAft>
                <a:spcPts val="0"/>
              </a:spcAft>
              <a:buSzPts val="1600"/>
              <a:buChar char="●"/>
            </a:pPr>
            <a:r>
              <a:rPr lang="sk-SK" dirty="0"/>
              <a:t>Ikona môže byť obrázok, pozadie alebo ako symbol (</a:t>
            </a:r>
            <a:r>
              <a:rPr lang="sk-SK" i="1" dirty="0" err="1"/>
              <a:t>glyph</a:t>
            </a:r>
            <a:r>
              <a:rPr lang="sk-SK" i="1" dirty="0"/>
              <a:t>)</a:t>
            </a: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sk-SK" dirty="0"/>
              <a:t>Na internete existuje viacero kolekcií ikon, ktoré je možné voľne používať</a:t>
            </a: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sk-SK" dirty="0"/>
              <a:t>Sú vektorové (dajú sa zväčšiť bez straty kvality)</a:t>
            </a: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sk-SK" dirty="0"/>
              <a:t>Príklady: </a:t>
            </a:r>
          </a:p>
          <a:p>
            <a:pPr marL="914400" lvl="1" indent="-298450" algn="l" rtl="0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sk-SK" i="1" dirty="0"/>
              <a:t>Font</a:t>
            </a:r>
            <a:r>
              <a:rPr lang="sk-SK" dirty="0"/>
              <a:t> </a:t>
            </a:r>
            <a:r>
              <a:rPr lang="sk-SK" i="1" dirty="0" err="1"/>
              <a:t>Awesome</a:t>
            </a:r>
            <a:r>
              <a:rPr lang="sk-SK" dirty="0"/>
              <a:t> – </a:t>
            </a:r>
            <a:r>
              <a:rPr lang="sk-SK" u="sng" dirty="0">
                <a:solidFill>
                  <a:schemeClr val="hlink"/>
                </a:solidFill>
                <a:hlinkClick r:id="rId3"/>
              </a:rPr>
              <a:t>fontawesome.io</a:t>
            </a:r>
            <a:r>
              <a:rPr lang="sk-SK" dirty="0"/>
              <a:t> </a:t>
            </a:r>
          </a:p>
          <a:p>
            <a:pPr marL="914400" lvl="1" indent="-298450" algn="l" rtl="0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sk-SK" i="1" dirty="0" err="1"/>
              <a:t>Bootstrap</a:t>
            </a:r>
            <a:r>
              <a:rPr lang="sk-SK" dirty="0"/>
              <a:t> ikony – </a:t>
            </a:r>
            <a:r>
              <a:rPr lang="sk-SK" dirty="0">
                <a:hlinkClick r:id="rId4"/>
              </a:rPr>
              <a:t>icons.getbootstrap.com</a:t>
            </a:r>
            <a:r>
              <a:rPr lang="sk-SK" dirty="0"/>
              <a:t> </a:t>
            </a:r>
            <a:r>
              <a:rPr lang="sk-SK" u="sng" dirty="0">
                <a:solidFill>
                  <a:schemeClr val="hlink"/>
                </a:solidFill>
              </a:rPr>
              <a:t> </a:t>
            </a:r>
            <a:endParaRPr lang="sk-SK" dirty="0"/>
          </a:p>
          <a:p>
            <a:pPr marL="914400" lvl="1" indent="-298450" algn="l" rtl="0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sk-SK" i="1" dirty="0"/>
              <a:t>Google</a:t>
            </a:r>
            <a:r>
              <a:rPr lang="sk-SK" dirty="0"/>
              <a:t> ikony - </a:t>
            </a:r>
            <a:r>
              <a:rPr lang="sk-SK" u="sng" dirty="0">
                <a:solidFill>
                  <a:schemeClr val="hlink"/>
                </a:solidFill>
                <a:hlinkClick r:id="rId5"/>
              </a:rPr>
              <a:t>design.google.com/</a:t>
            </a:r>
            <a:r>
              <a:rPr lang="sk-SK" u="sng" dirty="0" err="1">
                <a:solidFill>
                  <a:schemeClr val="hlink"/>
                </a:solidFill>
                <a:hlinkClick r:id="rId5"/>
              </a:rPr>
              <a:t>icons</a:t>
            </a:r>
            <a:endParaRPr lang="sk-SK" dirty="0"/>
          </a:p>
          <a:p>
            <a:pPr marL="0" lvl="0" indent="0" algn="l" rtl="0">
              <a:spcBef>
                <a:spcPts val="500"/>
              </a:spcBef>
              <a:spcAft>
                <a:spcPts val="500"/>
              </a:spcAft>
              <a:buNone/>
            </a:pPr>
            <a:endParaRPr lang="sk-SK" dirty="0"/>
          </a:p>
        </p:txBody>
      </p:sp>
      <p:sp>
        <p:nvSpPr>
          <p:cNvPr id="169" name="Google Shape;169;p22"/>
          <p:cNvSpPr txBox="1">
            <a:spLocks noGrp="1"/>
          </p:cNvSpPr>
          <p:nvPr>
            <p:ph type="sldNum" idx="12"/>
          </p:nvPr>
        </p:nvSpPr>
        <p:spPr>
          <a:xfrm>
            <a:off x="8499550" y="4742725"/>
            <a:ext cx="312600" cy="273900"/>
          </a:xfrm>
          <a:prstGeom prst="rect">
            <a:avLst/>
          </a:prstGeom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sk-SK" smtClean="0"/>
              <a:t>26</a:t>
            </a:fld>
            <a:endParaRPr lang="sk-SK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C85427C6-C0D1-47EB-8C82-2CAFA1CB803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7794" y="2008913"/>
            <a:ext cx="8376206" cy="23083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sk-SK" altLang="sk-SK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&lt;!DOCTYPE </a:t>
            </a:r>
            <a:r>
              <a:rPr kumimoji="0" lang="sk-SK" altLang="sk-SK" sz="1200" b="0" i="0" u="none" strike="noStrike" cap="none" normalizeH="0" baseline="0" dirty="0">
                <a:ln>
                  <a:noFill/>
                </a:ln>
                <a:solidFill>
                  <a:srgbClr val="174AD4"/>
                </a:solidFill>
                <a:effectLst/>
                <a:latin typeface="Consolas" panose="020B0609020204030204" pitchFamily="49" charset="0"/>
              </a:rPr>
              <a:t>html</a:t>
            </a:r>
            <a:r>
              <a:rPr kumimoji="0" lang="sk-SK" altLang="sk-SK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&gt;</a:t>
            </a:r>
            <a:br>
              <a:rPr kumimoji="0" lang="sk-SK" altLang="sk-SK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</a:br>
            <a:r>
              <a:rPr kumimoji="0" lang="sk-SK" altLang="sk-SK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kumimoji="0" lang="sk-SK" altLang="sk-SK" sz="12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</a:rPr>
              <a:t>html</a:t>
            </a:r>
            <a:r>
              <a:rPr kumimoji="0" lang="sk-SK" altLang="sk-SK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&gt;</a:t>
            </a:r>
            <a:br>
              <a:rPr kumimoji="0" lang="sk-SK" altLang="sk-SK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</a:br>
            <a:r>
              <a:rPr kumimoji="0" lang="sk-SK" altLang="sk-SK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kumimoji="0" lang="sk-SK" altLang="sk-SK" sz="1200" b="0" i="0" u="none" strike="noStrike" cap="none" normalizeH="0" baseline="0" dirty="0" err="1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</a:rPr>
              <a:t>head</a:t>
            </a:r>
            <a:r>
              <a:rPr kumimoji="0" lang="sk-SK" altLang="sk-SK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&gt;</a:t>
            </a:r>
            <a:br>
              <a:rPr kumimoji="0" lang="sk-SK" altLang="sk-SK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</a:br>
            <a:r>
              <a:rPr kumimoji="0" lang="sk-SK" altLang="sk-SK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kumimoji="0" lang="sk-SK" altLang="sk-SK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  &lt;</a:t>
            </a:r>
            <a:r>
              <a:rPr kumimoji="0" lang="sk-SK" altLang="sk-SK" sz="1100" b="0" i="0" u="none" strike="noStrike" cap="none" normalizeH="0" baseline="0" dirty="0" err="1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</a:rPr>
              <a:t>link</a:t>
            </a:r>
            <a:r>
              <a:rPr kumimoji="0" lang="sk-SK" altLang="sk-SK" sz="11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sk-SK" altLang="sk-SK" sz="1100" b="0" i="0" u="none" strike="noStrike" cap="none" normalizeH="0" baseline="0" dirty="0" err="1">
                <a:ln>
                  <a:noFill/>
                </a:ln>
                <a:solidFill>
                  <a:srgbClr val="174AD4"/>
                </a:solidFill>
                <a:effectLst/>
                <a:latin typeface="Consolas" panose="020B0609020204030204" pitchFamily="49" charset="0"/>
              </a:rPr>
              <a:t>href</a:t>
            </a:r>
            <a:r>
              <a:rPr kumimoji="0" lang="sk-SK" altLang="sk-SK" sz="11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</a:rPr>
              <a:t>="https://opensource.keycdn.com/fontawesome/4.6.3/font-awesome.min.css" </a:t>
            </a:r>
            <a:r>
              <a:rPr kumimoji="0" lang="sk-SK" altLang="sk-SK" sz="1100" b="0" i="0" u="none" strike="noStrike" cap="none" normalizeH="0" baseline="0" dirty="0" err="1">
                <a:ln>
                  <a:noFill/>
                </a:ln>
                <a:solidFill>
                  <a:srgbClr val="174AD4"/>
                </a:solidFill>
                <a:effectLst/>
                <a:latin typeface="Consolas" panose="020B0609020204030204" pitchFamily="49" charset="0"/>
              </a:rPr>
              <a:t>rel</a:t>
            </a:r>
            <a:r>
              <a:rPr kumimoji="0" lang="sk-SK" altLang="sk-SK" sz="11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</a:rPr>
              <a:t>="</a:t>
            </a:r>
            <a:r>
              <a:rPr kumimoji="0" lang="sk-SK" altLang="sk-SK" sz="1100" b="0" i="0" u="none" strike="noStrike" cap="none" normalizeH="0" baseline="0" dirty="0" err="1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</a:rPr>
              <a:t>stylesheet</a:t>
            </a:r>
            <a:r>
              <a:rPr kumimoji="0" lang="sk-SK" altLang="sk-SK" sz="11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kumimoji="0" lang="sk-SK" altLang="sk-SK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&gt;</a:t>
            </a:r>
            <a:br>
              <a:rPr kumimoji="0" lang="sk-SK" altLang="sk-SK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</a:br>
            <a:r>
              <a:rPr kumimoji="0" lang="sk-SK" altLang="sk-SK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kumimoji="0" lang="sk-SK" altLang="sk-SK" sz="1200" b="0" i="0" u="none" strike="noStrike" cap="none" normalizeH="0" baseline="0" dirty="0" err="1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</a:rPr>
              <a:t>head</a:t>
            </a:r>
            <a:r>
              <a:rPr kumimoji="0" lang="sk-SK" altLang="sk-SK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&gt;</a:t>
            </a:r>
            <a:br>
              <a:rPr kumimoji="0" lang="sk-SK" altLang="sk-SK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</a:br>
            <a:r>
              <a:rPr kumimoji="0" lang="sk-SK" altLang="sk-SK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kumimoji="0" lang="sk-SK" altLang="sk-SK" sz="12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</a:rPr>
              <a:t>body</a:t>
            </a:r>
            <a:r>
              <a:rPr kumimoji="0" lang="sk-SK" altLang="sk-SK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&gt;</a:t>
            </a:r>
            <a:br>
              <a:rPr kumimoji="0" lang="sk-SK" altLang="sk-SK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</a:br>
            <a:r>
              <a:rPr kumimoji="0" lang="sk-SK" altLang="sk-SK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    &lt;</a:t>
            </a:r>
            <a:r>
              <a:rPr kumimoji="0" lang="sk-SK" altLang="sk-SK" sz="12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</a:rPr>
              <a:t>i </a:t>
            </a:r>
            <a:r>
              <a:rPr kumimoji="0" lang="sk-SK" altLang="sk-SK" sz="1200" b="0" i="0" u="none" strike="noStrike" cap="none" normalizeH="0" baseline="0" dirty="0" err="1">
                <a:ln>
                  <a:noFill/>
                </a:ln>
                <a:solidFill>
                  <a:srgbClr val="174AD4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kumimoji="0" lang="sk-SK" altLang="sk-SK" sz="12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</a:rPr>
              <a:t>="fa fa-</a:t>
            </a:r>
            <a:r>
              <a:rPr kumimoji="0" lang="sk-SK" altLang="sk-SK" sz="1200" b="0" i="0" u="none" strike="noStrike" cap="none" normalizeH="0" baseline="0" dirty="0" err="1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</a:rPr>
              <a:t>camera</a:t>
            </a:r>
            <a:r>
              <a:rPr kumimoji="0" lang="sk-SK" altLang="sk-SK" sz="12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kumimoji="0" lang="sk-SK" altLang="sk-SK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&gt;&lt;/</a:t>
            </a:r>
            <a:r>
              <a:rPr kumimoji="0" lang="sk-SK" altLang="sk-SK" sz="12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kumimoji="0" lang="sk-SK" altLang="sk-SK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&gt;</a:t>
            </a:r>
            <a:br>
              <a:rPr kumimoji="0" lang="sk-SK" altLang="sk-SK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</a:br>
            <a:r>
              <a:rPr kumimoji="0" lang="sk-SK" altLang="sk-SK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    &lt;</a:t>
            </a:r>
            <a:r>
              <a:rPr kumimoji="0" lang="sk-SK" altLang="sk-SK" sz="12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</a:rPr>
              <a:t>i </a:t>
            </a:r>
            <a:r>
              <a:rPr kumimoji="0" lang="sk-SK" altLang="sk-SK" sz="1200" b="0" i="0" u="none" strike="noStrike" cap="none" normalizeH="0" baseline="0" dirty="0" err="1">
                <a:ln>
                  <a:noFill/>
                </a:ln>
                <a:solidFill>
                  <a:srgbClr val="174AD4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kumimoji="0" lang="sk-SK" altLang="sk-SK" sz="12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</a:rPr>
              <a:t>="fa fa-</a:t>
            </a:r>
            <a:r>
              <a:rPr kumimoji="0" lang="sk-SK" altLang="sk-SK" sz="1200" b="0" i="0" u="none" strike="noStrike" cap="none" normalizeH="0" baseline="0" dirty="0" err="1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</a:rPr>
              <a:t>bicycle</a:t>
            </a:r>
            <a:r>
              <a:rPr kumimoji="0" lang="sk-SK" altLang="sk-SK" sz="12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</a:rPr>
              <a:t> fa-2x"</a:t>
            </a:r>
            <a:r>
              <a:rPr kumimoji="0" lang="sk-SK" altLang="sk-SK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&gt;&lt;/</a:t>
            </a:r>
            <a:r>
              <a:rPr kumimoji="0" lang="sk-SK" altLang="sk-SK" sz="12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kumimoji="0" lang="sk-SK" altLang="sk-SK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&gt;</a:t>
            </a:r>
            <a:br>
              <a:rPr kumimoji="0" lang="sk-SK" altLang="sk-SK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</a:br>
            <a:r>
              <a:rPr kumimoji="0" lang="sk-SK" altLang="sk-SK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    &lt;</a:t>
            </a:r>
            <a:r>
              <a:rPr kumimoji="0" lang="sk-SK" altLang="sk-SK" sz="12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</a:rPr>
              <a:t>i </a:t>
            </a:r>
            <a:r>
              <a:rPr kumimoji="0" lang="sk-SK" altLang="sk-SK" sz="1200" b="0" i="0" u="none" strike="noStrike" cap="none" normalizeH="0" baseline="0" dirty="0" err="1">
                <a:ln>
                  <a:noFill/>
                </a:ln>
                <a:solidFill>
                  <a:srgbClr val="174AD4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kumimoji="0" lang="sk-SK" altLang="sk-SK" sz="12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</a:rPr>
              <a:t>="fa fa-</a:t>
            </a:r>
            <a:r>
              <a:rPr kumimoji="0" lang="sk-SK" altLang="sk-SK" sz="1200" b="0" i="0" u="none" strike="noStrike" cap="none" normalizeH="0" baseline="0" dirty="0" err="1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</a:rPr>
              <a:t>spinner</a:t>
            </a:r>
            <a:r>
              <a:rPr kumimoji="0" lang="sk-SK" altLang="sk-SK" sz="12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</a:rPr>
              <a:t> fa-</a:t>
            </a:r>
            <a:r>
              <a:rPr kumimoji="0" lang="sk-SK" altLang="sk-SK" sz="1200" b="0" i="0" u="none" strike="noStrike" cap="none" normalizeH="0" baseline="0" dirty="0" err="1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</a:rPr>
              <a:t>pulse</a:t>
            </a:r>
            <a:r>
              <a:rPr kumimoji="0" lang="sk-SK" altLang="sk-SK" sz="12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</a:rPr>
              <a:t> fa-3x fa-</a:t>
            </a:r>
            <a:r>
              <a:rPr kumimoji="0" lang="sk-SK" altLang="sk-SK" sz="1200" b="0" i="0" u="none" strike="noStrike" cap="none" normalizeH="0" baseline="0" dirty="0" err="1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</a:rPr>
              <a:t>fw</a:t>
            </a:r>
            <a:r>
              <a:rPr kumimoji="0" lang="sk-SK" altLang="sk-SK" sz="12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kumimoji="0" lang="sk-SK" altLang="sk-SK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&gt;&lt;/</a:t>
            </a:r>
            <a:r>
              <a:rPr kumimoji="0" lang="sk-SK" altLang="sk-SK" sz="12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kumimoji="0" lang="sk-SK" altLang="sk-SK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&gt;</a:t>
            </a:r>
            <a:br>
              <a:rPr kumimoji="0" lang="sk-SK" altLang="sk-SK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</a:br>
            <a:r>
              <a:rPr kumimoji="0" lang="sk-SK" altLang="sk-SK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    &lt;</a:t>
            </a:r>
            <a:r>
              <a:rPr kumimoji="0" lang="sk-SK" altLang="sk-SK" sz="1200" b="0" i="0" u="none" strike="noStrike" cap="none" normalizeH="0" baseline="0" dirty="0" err="1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</a:rPr>
              <a:t>span</a:t>
            </a:r>
            <a:r>
              <a:rPr kumimoji="0" lang="sk-SK" altLang="sk-SK" sz="12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sk-SK" altLang="sk-SK" sz="1200" b="0" i="0" u="none" strike="noStrike" cap="none" normalizeH="0" baseline="0" dirty="0" err="1">
                <a:ln>
                  <a:noFill/>
                </a:ln>
                <a:solidFill>
                  <a:srgbClr val="174AD4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kumimoji="0" lang="sk-SK" altLang="sk-SK" sz="12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</a:rPr>
              <a:t>="sr-</a:t>
            </a:r>
            <a:r>
              <a:rPr kumimoji="0" lang="sk-SK" altLang="sk-SK" sz="1200" b="0" i="0" u="none" strike="noStrike" cap="none" normalizeH="0" baseline="0" dirty="0" err="1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</a:rPr>
              <a:t>only</a:t>
            </a:r>
            <a:r>
              <a:rPr kumimoji="0" lang="sk-SK" altLang="sk-SK" sz="12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kumimoji="0" lang="sk-SK" altLang="sk-SK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kumimoji="0" lang="sk-SK" altLang="sk-SK" sz="12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Loading</a:t>
            </a:r>
            <a:r>
              <a:rPr kumimoji="0" lang="sk-SK" altLang="sk-SK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...&lt;/</a:t>
            </a:r>
            <a:r>
              <a:rPr kumimoji="0" lang="sk-SK" altLang="sk-SK" sz="1200" b="0" i="0" u="none" strike="noStrike" cap="none" normalizeH="0" baseline="0" dirty="0" err="1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</a:rPr>
              <a:t>span</a:t>
            </a:r>
            <a:r>
              <a:rPr kumimoji="0" lang="sk-SK" altLang="sk-SK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&gt;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sk-SK" altLang="sk-SK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kumimoji="0" lang="sk-SK" altLang="sk-SK" sz="12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</a:rPr>
              <a:t>body</a:t>
            </a:r>
            <a:r>
              <a:rPr kumimoji="0" lang="sk-SK" altLang="sk-SK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&gt;</a:t>
            </a:r>
            <a:br>
              <a:rPr kumimoji="0" lang="sk-SK" altLang="sk-SK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</a:br>
            <a:r>
              <a:rPr kumimoji="0" lang="sk-SK" altLang="sk-SK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kumimoji="0" lang="sk-SK" altLang="sk-SK" sz="12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</a:rPr>
              <a:t>html</a:t>
            </a:r>
            <a:r>
              <a:rPr kumimoji="0" lang="sk-SK" altLang="sk-SK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&gt;</a:t>
            </a:r>
            <a:endParaRPr kumimoji="0" lang="sk-SK" altLang="sk-SK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174" name="Google Shape;174;p23"/>
          <p:cNvSpPr txBox="1">
            <a:spLocks noGrp="1"/>
          </p:cNvSpPr>
          <p:nvPr>
            <p:ph type="body" idx="1"/>
          </p:nvPr>
        </p:nvSpPr>
        <p:spPr>
          <a:xfrm>
            <a:off x="331700" y="1583425"/>
            <a:ext cx="8480400" cy="3159300"/>
          </a:xfrm>
          <a:prstGeom prst="rect">
            <a:avLst/>
          </a:prstGeom>
        </p:spPr>
        <p:txBody>
          <a:bodyPr spcFirstLastPara="1" wrap="square" lIns="68575" tIns="68575" rIns="68575" bIns="68575" anchor="t" anchorCtr="0">
            <a:noAutofit/>
          </a:bodyPr>
          <a:lstStyle/>
          <a:p>
            <a:pPr marL="457200" lvl="0" indent="-330200" algn="l" rtl="0">
              <a:spcBef>
                <a:spcPts val="300"/>
              </a:spcBef>
              <a:spcAft>
                <a:spcPts val="0"/>
              </a:spcAft>
              <a:buSzPts val="1600"/>
              <a:buChar char="●"/>
            </a:pPr>
            <a:r>
              <a:rPr lang="sk-SK" dirty="0"/>
              <a:t>Zobrazenie ikon zo sady </a:t>
            </a:r>
            <a:r>
              <a:rPr lang="sk-SK" i="1" dirty="0" err="1"/>
              <a:t>fontawesome</a:t>
            </a:r>
            <a:endParaRPr lang="sk-SK" sz="1100" i="1" dirty="0">
              <a:solidFill>
                <a:srgbClr val="557799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lnSpc>
                <a:spcPct val="125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lang="sk-SK" sz="1100" dirty="0">
                <a:solidFill>
                  <a:srgbClr val="557799"/>
                </a:solidFill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  <a:t>     </a:t>
            </a:r>
            <a:endParaRPr lang="sk-SK" b="1" dirty="0"/>
          </a:p>
        </p:txBody>
      </p:sp>
      <p:sp>
        <p:nvSpPr>
          <p:cNvPr id="175" name="Google Shape;175;p23"/>
          <p:cNvSpPr txBox="1">
            <a:spLocks noGrp="1"/>
          </p:cNvSpPr>
          <p:nvPr>
            <p:ph type="title"/>
          </p:nvPr>
        </p:nvSpPr>
        <p:spPr>
          <a:xfrm>
            <a:off x="435894" y="526617"/>
            <a:ext cx="8272200" cy="760200"/>
          </a:xfrm>
          <a:prstGeom prst="rect">
            <a:avLst/>
          </a:prstGeom>
        </p:spPr>
        <p:txBody>
          <a:bodyPr spcFirstLastPara="1" wrap="square" lIns="68575" tIns="68575" rIns="68575" bIns="6857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sk-SK" dirty="0"/>
              <a:t>Ikony – príklad </a:t>
            </a:r>
          </a:p>
        </p:txBody>
      </p:sp>
      <p:sp>
        <p:nvSpPr>
          <p:cNvPr id="176" name="Google Shape;176;p23"/>
          <p:cNvSpPr txBox="1">
            <a:spLocks noGrp="1"/>
          </p:cNvSpPr>
          <p:nvPr>
            <p:ph type="sldNum" idx="12"/>
          </p:nvPr>
        </p:nvSpPr>
        <p:spPr>
          <a:xfrm>
            <a:off x="8499550" y="4742725"/>
            <a:ext cx="312600" cy="273900"/>
          </a:xfrm>
          <a:prstGeom prst="rect">
            <a:avLst/>
          </a:prstGeom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sk-SK" smtClean="0"/>
              <a:t>27</a:t>
            </a:fld>
            <a:endParaRPr lang="sk-SK" dirty="0"/>
          </a:p>
        </p:txBody>
      </p:sp>
      <p:pic>
        <p:nvPicPr>
          <p:cNvPr id="177" name="Google Shape;177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851071" y="2961822"/>
            <a:ext cx="489687" cy="118299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08551633-D9B3-43AF-9972-0A600792B2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 dirty="0"/>
              <a:t>Otázka 2</a:t>
            </a:r>
            <a:endParaRPr lang="en-US" dirty="0"/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DCDB0132-6DAB-81DC-2016-D8E3D096F5E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hlinkClick r:id="rId2"/>
              </a:rPr>
              <a:t>https://www.fri.uniza.sk/cms/quizzes/questions/qr/7</a:t>
            </a:r>
            <a:endParaRPr lang="sk-SK" dirty="0"/>
          </a:p>
        </p:txBody>
      </p:sp>
      <p:sp>
        <p:nvSpPr>
          <p:cNvPr id="4" name="Zástupný objekt pre číslo snímky 3">
            <a:extLst>
              <a:ext uri="{FF2B5EF4-FFF2-40B4-BE49-F238E27FC236}">
                <a16:creationId xmlns:a16="http://schemas.microsoft.com/office/drawing/2014/main" id="{40270E40-8EDD-7D88-9518-8BB3640C6CF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mtClean="0"/>
              <a:t>28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9382401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0" name="Google Shape;590;p78"/>
          <p:cNvSpPr txBox="1">
            <a:spLocks noGrp="1"/>
          </p:cNvSpPr>
          <p:nvPr>
            <p:ph type="title"/>
          </p:nvPr>
        </p:nvSpPr>
        <p:spPr>
          <a:xfrm>
            <a:off x="435894" y="526617"/>
            <a:ext cx="8272200" cy="760200"/>
          </a:xfrm>
          <a:prstGeom prst="rect">
            <a:avLst/>
          </a:prstGeom>
        </p:spPr>
        <p:txBody>
          <a:bodyPr spcFirstLastPara="1" wrap="square" lIns="68575" tIns="68575" rIns="68575" bIns="6857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Text (1)</a:t>
            </a:r>
            <a:endParaRPr/>
          </a:p>
        </p:txBody>
      </p:sp>
      <p:sp>
        <p:nvSpPr>
          <p:cNvPr id="591" name="Google Shape;591;p78"/>
          <p:cNvSpPr txBox="1">
            <a:spLocks noGrp="1"/>
          </p:cNvSpPr>
          <p:nvPr>
            <p:ph type="body" idx="1"/>
          </p:nvPr>
        </p:nvSpPr>
        <p:spPr>
          <a:xfrm>
            <a:off x="435894" y="1635372"/>
            <a:ext cx="8272200" cy="2758800"/>
          </a:xfrm>
          <a:prstGeom prst="rect">
            <a:avLst/>
          </a:prstGeom>
        </p:spPr>
        <p:txBody>
          <a:bodyPr spcFirstLastPara="1" wrap="square" lIns="68575" tIns="68575" rIns="68575" bIns="68575" anchor="t" anchorCtr="0">
            <a:noAutofit/>
          </a:bodyPr>
          <a:lstStyle/>
          <a:p>
            <a:pPr marL="457200" lvl="0" indent="-330200" algn="l" rtl="0">
              <a:spcBef>
                <a:spcPts val="300"/>
              </a:spcBef>
              <a:spcAft>
                <a:spcPts val="0"/>
              </a:spcAft>
              <a:buSzPts val="1600"/>
              <a:buChar char="●"/>
            </a:pPr>
            <a:r>
              <a:rPr lang="sk-SK" dirty="0"/>
              <a:t>Vodorovné zarovnanie</a:t>
            </a:r>
          </a:p>
          <a:p>
            <a:pPr marL="914400" lvl="1" indent="-298450" algn="l" rtl="0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sk-SK" dirty="0"/>
              <a:t>Zarovnanie text v bloku</a:t>
            </a:r>
            <a:r>
              <a:rPr lang="en-GB" dirty="0"/>
              <a:t> </a:t>
            </a:r>
            <a:r>
              <a:rPr lang="sk-SK" dirty="0"/>
              <a:t>(</a:t>
            </a:r>
            <a:r>
              <a:rPr lang="en-GB" sz="1200" dirty="0"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  <a:t>text-align</a:t>
            </a:r>
            <a:r>
              <a:rPr lang="en-GB" sz="1400" dirty="0"/>
              <a:t>)</a:t>
            </a:r>
            <a:endParaRPr lang="sk-SK" sz="1400" dirty="0"/>
          </a:p>
          <a:p>
            <a:pPr marL="914400" lvl="1" indent="-298450" algn="l" rtl="0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sk-SK" dirty="0"/>
              <a:t>Hodnoty </a:t>
            </a:r>
            <a:r>
              <a:rPr lang="en-GB" sz="1200" dirty="0">
                <a:latin typeface="Consolas" panose="020B0609020204030204" pitchFamily="49" charset="0"/>
                <a:sym typeface="Roboto Mono"/>
              </a:rPr>
              <a:t>left</a:t>
            </a:r>
            <a:r>
              <a:rPr lang="en-GB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Roboto Mono"/>
              </a:rPr>
              <a:t>, </a:t>
            </a:r>
            <a:r>
              <a:rPr lang="en-GB" sz="1200" dirty="0">
                <a:latin typeface="Consolas" panose="020B0609020204030204" pitchFamily="49" charset="0"/>
                <a:sym typeface="Roboto Mono"/>
              </a:rPr>
              <a:t>right</a:t>
            </a:r>
            <a:r>
              <a:rPr lang="en-GB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Roboto Mono"/>
              </a:rPr>
              <a:t>, </a:t>
            </a:r>
            <a:r>
              <a:rPr lang="sk-SK" sz="1200" dirty="0">
                <a:latin typeface="Consolas" panose="020B0609020204030204" pitchFamily="49" charset="0"/>
                <a:sym typeface="Roboto Mono"/>
              </a:rPr>
              <a:t>center</a:t>
            </a:r>
            <a:r>
              <a:rPr lang="en-GB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Roboto Mono"/>
              </a:rPr>
              <a:t>, </a:t>
            </a:r>
            <a:r>
              <a:rPr lang="en-GB" sz="1200" dirty="0">
                <a:latin typeface="Consolas" panose="020B0609020204030204" pitchFamily="49" charset="0"/>
                <a:sym typeface="Roboto Mono"/>
              </a:rPr>
              <a:t>justify</a:t>
            </a:r>
            <a:endParaRPr dirty="0">
              <a:latin typeface="Consolas" panose="020B0609020204030204" pitchFamily="49" charset="0"/>
            </a:endParaRP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sk-SK" dirty="0"/>
              <a:t>Výška riadku	</a:t>
            </a:r>
          </a:p>
          <a:p>
            <a:pPr marL="914400" lvl="1" indent="-298450" algn="l" rtl="0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sk-SK" dirty="0"/>
              <a:t>Definuje riadkovanie textu (</a:t>
            </a:r>
            <a:r>
              <a:rPr lang="sk-SK" sz="1200" dirty="0" err="1">
                <a:latin typeface="Consolas" panose="020B0609020204030204" pitchFamily="49" charset="0"/>
                <a:sym typeface="Roboto Mono"/>
              </a:rPr>
              <a:t>line-height</a:t>
            </a:r>
            <a:r>
              <a:rPr lang="sk-SK" dirty="0"/>
              <a:t>)</a:t>
            </a:r>
            <a:endParaRPr lang="en-US" dirty="0"/>
          </a:p>
          <a:p>
            <a:pPr lvl="1">
              <a:spcBef>
                <a:spcPts val="0"/>
              </a:spcBef>
            </a:pPr>
            <a:r>
              <a:rPr lang="sk-SK" dirty="0"/>
              <a:t>Vertikálna pozícia v rámci riadku </a:t>
            </a:r>
            <a:r>
              <a:rPr lang="en-GB" dirty="0"/>
              <a:t>(</a:t>
            </a:r>
            <a:r>
              <a:rPr lang="en-GB" sz="1200" dirty="0">
                <a:latin typeface="Consolas" panose="020B0609020204030204" pitchFamily="49" charset="0"/>
                <a:sym typeface="Roboto Mono"/>
              </a:rPr>
              <a:t>vertical-align</a:t>
            </a:r>
            <a:r>
              <a:rPr lang="en-GB" dirty="0"/>
              <a:t>)</a:t>
            </a:r>
            <a:endParaRPr lang="sk-SK" dirty="0"/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sk-SK" dirty="0"/>
              <a:t>Odsadenie prvého riadku</a:t>
            </a:r>
          </a:p>
          <a:p>
            <a:pPr lvl="1">
              <a:spcBef>
                <a:spcPts val="0"/>
              </a:spcBef>
            </a:pPr>
            <a:r>
              <a:rPr lang="sk-SK" dirty="0"/>
              <a:t>Medzera prvého riadku od ľavého okraja (</a:t>
            </a:r>
            <a:r>
              <a:rPr lang="en-GB" sz="1200" dirty="0">
                <a:latin typeface="Consolas" panose="020B0609020204030204" pitchFamily="49" charset="0"/>
                <a:sym typeface="Roboto Mono"/>
              </a:rPr>
              <a:t>text-indent</a:t>
            </a:r>
            <a:r>
              <a:rPr lang="sk-SK" sz="1200" dirty="0"/>
              <a:t>)</a:t>
            </a:r>
            <a:endParaRPr lang="sk-SK" sz="1200" dirty="0">
              <a:latin typeface="Consolas" panose="020B0609020204030204" pitchFamily="49" charset="0"/>
            </a:endParaRP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sk-SK" dirty="0"/>
              <a:t>Transformácia znakov</a:t>
            </a:r>
          </a:p>
          <a:p>
            <a:pPr marL="914400" lvl="1" indent="-298450" algn="l" rtl="0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sk-SK" dirty="0"/>
              <a:t>Celý text malými, veľkými písmenami alebo kapitálkami (</a:t>
            </a:r>
            <a:r>
              <a:rPr lang="en-GB" sz="1200" dirty="0">
                <a:latin typeface="Consolas" panose="020B0609020204030204" pitchFamily="49" charset="0"/>
                <a:sym typeface="Roboto Mono"/>
              </a:rPr>
              <a:t>text-transform</a:t>
            </a:r>
            <a:r>
              <a:rPr lang="sk-SK" sz="1400" dirty="0"/>
              <a:t>)</a:t>
            </a:r>
            <a:endParaRPr lang="sk-SK" sz="1200" dirty="0">
              <a:latin typeface="Consolas" panose="020B0609020204030204" pitchFamily="49" charset="0"/>
              <a:sym typeface="Roboto Mono"/>
            </a:endParaRPr>
          </a:p>
          <a:p>
            <a:pPr marL="158750" indent="0">
              <a:spcBef>
                <a:spcPts val="0"/>
              </a:spcBef>
              <a:buSzPts val="1100"/>
              <a:buNone/>
            </a:pPr>
            <a:endParaRPr lang="sk-SK" sz="1400" dirty="0">
              <a:latin typeface="Consolas" panose="020B0609020204030204" pitchFamily="49" charset="0"/>
            </a:endParaRPr>
          </a:p>
        </p:txBody>
      </p:sp>
      <p:sp>
        <p:nvSpPr>
          <p:cNvPr id="592" name="Google Shape;592;p78"/>
          <p:cNvSpPr txBox="1">
            <a:spLocks noGrp="1"/>
          </p:cNvSpPr>
          <p:nvPr>
            <p:ph type="sldNum" idx="12"/>
          </p:nvPr>
        </p:nvSpPr>
        <p:spPr>
          <a:xfrm>
            <a:off x="8499550" y="4742725"/>
            <a:ext cx="312600" cy="273900"/>
          </a:xfrm>
          <a:prstGeom prst="rect">
            <a:avLst/>
          </a:prstGeom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GB"/>
              <a:t>29</a:t>
            </a:fld>
            <a:endParaRPr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7" name="Google Shape;597;p79"/>
          <p:cNvSpPr txBox="1">
            <a:spLocks noGrp="1"/>
          </p:cNvSpPr>
          <p:nvPr>
            <p:ph type="title"/>
          </p:nvPr>
        </p:nvSpPr>
        <p:spPr>
          <a:xfrm>
            <a:off x="435894" y="526617"/>
            <a:ext cx="8272200" cy="760200"/>
          </a:xfrm>
          <a:prstGeom prst="rect">
            <a:avLst/>
          </a:prstGeom>
        </p:spPr>
        <p:txBody>
          <a:bodyPr spcFirstLastPara="1" wrap="square" lIns="68575" tIns="68575" rIns="68575" bIns="6857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Text (2)</a:t>
            </a:r>
            <a:endParaRPr/>
          </a:p>
        </p:txBody>
      </p:sp>
      <p:sp>
        <p:nvSpPr>
          <p:cNvPr id="598" name="Google Shape;598;p79"/>
          <p:cNvSpPr txBox="1">
            <a:spLocks noGrp="1"/>
          </p:cNvSpPr>
          <p:nvPr>
            <p:ph type="body" idx="1"/>
          </p:nvPr>
        </p:nvSpPr>
        <p:spPr>
          <a:xfrm>
            <a:off x="435894" y="1635372"/>
            <a:ext cx="8272200" cy="2758800"/>
          </a:xfrm>
          <a:prstGeom prst="rect">
            <a:avLst/>
          </a:prstGeom>
        </p:spPr>
        <p:txBody>
          <a:bodyPr spcFirstLastPara="1" wrap="square" lIns="68575" tIns="68575" rIns="68575" bIns="68575" anchor="t" anchorCtr="0">
            <a:noAutofit/>
          </a:bodyPr>
          <a:lstStyle/>
          <a:p>
            <a:pPr marL="457200" lvl="0" indent="-330200" algn="l" rtl="0">
              <a:spcBef>
                <a:spcPts val="300"/>
              </a:spcBef>
              <a:spcAft>
                <a:spcPts val="0"/>
              </a:spcAft>
              <a:buSzPts val="1600"/>
              <a:buChar char="●"/>
            </a:pPr>
            <a:r>
              <a:rPr lang="sk-SK" dirty="0"/>
              <a:t>Dekorácia textu</a:t>
            </a:r>
          </a:p>
          <a:p>
            <a:pPr marL="914400" lvl="1" indent="-298450" algn="l" rtl="0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sk-SK" dirty="0"/>
              <a:t>Definovanie podčiarknutia nad, pod a cez </a:t>
            </a:r>
            <a:r>
              <a:rPr lang="en-GB" dirty="0"/>
              <a:t>text</a:t>
            </a:r>
            <a:endParaRPr dirty="0"/>
          </a:p>
          <a:p>
            <a:pPr marL="914400" lvl="1" indent="-298450" algn="l" rtl="0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sk-SK" dirty="0"/>
              <a:t>Napr. pri odkazoch na zrušenie podčiarknutia </a:t>
            </a:r>
            <a:r>
              <a:rPr lang="en-GB" sz="1600" dirty="0"/>
              <a:t>(</a:t>
            </a:r>
            <a:r>
              <a:rPr lang="en-GB" sz="1200" dirty="0">
                <a:latin typeface="Consolas" panose="020B0609020204030204" pitchFamily="49" charset="0"/>
                <a:sym typeface="Roboto Mono"/>
              </a:rPr>
              <a:t>text-decoration</a:t>
            </a:r>
            <a:r>
              <a:rPr lang="en-GB" dirty="0"/>
              <a:t>)</a:t>
            </a:r>
            <a:endParaRPr dirty="0">
              <a:latin typeface="Consolas" panose="020B0609020204030204" pitchFamily="49" charset="0"/>
            </a:endParaRP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sk-SK" dirty="0"/>
              <a:t>Textové efekty a medzery</a:t>
            </a:r>
          </a:p>
          <a:p>
            <a:pPr lvl="1">
              <a:spcBef>
                <a:spcPts val="0"/>
              </a:spcBef>
            </a:pPr>
            <a:r>
              <a:rPr lang="sk-SK" dirty="0"/>
              <a:t>Správanie sa medzier a iných </a:t>
            </a:r>
            <a:r>
              <a:rPr lang="en-GB" dirty="0"/>
              <a:t>white-space </a:t>
            </a:r>
            <a:r>
              <a:rPr lang="sk-SK" dirty="0"/>
              <a:t>znakov</a:t>
            </a:r>
            <a:r>
              <a:rPr lang="en-GB" dirty="0"/>
              <a:t> (</a:t>
            </a:r>
            <a:r>
              <a:rPr lang="en-GB" sz="1200" dirty="0">
                <a:latin typeface="Consolas" panose="020B0609020204030204" pitchFamily="49" charset="0"/>
                <a:sym typeface="Roboto Mono"/>
              </a:rPr>
              <a:t>white-space</a:t>
            </a:r>
            <a:r>
              <a:rPr lang="en-GB" dirty="0"/>
              <a:t>)</a:t>
            </a:r>
            <a:endParaRPr lang="en-GB" sz="1200" dirty="0">
              <a:latin typeface="Consolas" panose="020B0609020204030204" pitchFamily="49" charset="0"/>
            </a:endParaRPr>
          </a:p>
          <a:p>
            <a:pPr lvl="1">
              <a:spcBef>
                <a:spcPts val="0"/>
              </a:spcBef>
            </a:pPr>
            <a:r>
              <a:rPr lang="sk-SK" dirty="0"/>
              <a:t>Pretekanie textu (</a:t>
            </a:r>
            <a:r>
              <a:rPr lang="sk-SK" sz="1200" dirty="0">
                <a:latin typeface="Consolas" panose="020B0609020204030204" pitchFamily="49" charset="0"/>
              </a:rPr>
              <a:t>text-</a:t>
            </a:r>
            <a:r>
              <a:rPr lang="sk-SK" sz="1200" dirty="0" err="1">
                <a:latin typeface="Consolas" panose="020B0609020204030204" pitchFamily="49" charset="0"/>
              </a:rPr>
              <a:t>overflow</a:t>
            </a:r>
            <a:r>
              <a:rPr lang="sk-SK" dirty="0"/>
              <a:t>)</a:t>
            </a:r>
          </a:p>
          <a:p>
            <a:pPr marL="914400" lvl="1" indent="-298450" algn="l" rtl="0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sk-SK" dirty="0"/>
              <a:t>Otočenie textu, napr. vertikálne písmo (</a:t>
            </a:r>
            <a:r>
              <a:rPr lang="sk-SK" sz="1200" dirty="0" err="1">
                <a:latin typeface="Consolas" panose="020B0609020204030204" pitchFamily="49" charset="0"/>
              </a:rPr>
              <a:t>writing-mode</a:t>
            </a:r>
            <a:r>
              <a:rPr lang="sk-SK" dirty="0"/>
              <a:t>)</a:t>
            </a:r>
          </a:p>
        </p:txBody>
      </p:sp>
      <p:sp>
        <p:nvSpPr>
          <p:cNvPr id="599" name="Google Shape;599;p79"/>
          <p:cNvSpPr txBox="1">
            <a:spLocks noGrp="1"/>
          </p:cNvSpPr>
          <p:nvPr>
            <p:ph type="sldNum" idx="12"/>
          </p:nvPr>
        </p:nvSpPr>
        <p:spPr>
          <a:xfrm>
            <a:off x="8499550" y="4742725"/>
            <a:ext cx="312600" cy="273900"/>
          </a:xfrm>
          <a:prstGeom prst="rect">
            <a:avLst/>
          </a:prstGeom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GB"/>
              <a:t>30</a:t>
            </a:fld>
            <a:endParaRPr/>
          </a:p>
        </p:txBody>
      </p:sp>
      <p:pic>
        <p:nvPicPr>
          <p:cNvPr id="4" name="Obrázok 3">
            <a:extLst>
              <a:ext uri="{FF2B5EF4-FFF2-40B4-BE49-F238E27FC236}">
                <a16:creationId xmlns:a16="http://schemas.microsoft.com/office/drawing/2014/main" id="{4642D254-44DB-0A3D-88C7-849B1B988D1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9988" y="2498271"/>
            <a:ext cx="2089034" cy="2244454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" name="Google Shape;604;p80"/>
          <p:cNvSpPr txBox="1">
            <a:spLocks noGrp="1"/>
          </p:cNvSpPr>
          <p:nvPr>
            <p:ph type="title"/>
          </p:nvPr>
        </p:nvSpPr>
        <p:spPr>
          <a:xfrm>
            <a:off x="435894" y="526617"/>
            <a:ext cx="8272200" cy="760200"/>
          </a:xfrm>
          <a:prstGeom prst="rect">
            <a:avLst/>
          </a:prstGeom>
        </p:spPr>
        <p:txBody>
          <a:bodyPr spcFirstLastPara="1" wrap="square" lIns="68575" tIns="68575" rIns="68575" bIns="6857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Text – </a:t>
            </a:r>
            <a:r>
              <a:rPr lang="sk-SK" dirty="0"/>
              <a:t>príklady </a:t>
            </a:r>
            <a:endParaRPr dirty="0"/>
          </a:p>
        </p:txBody>
      </p:sp>
      <p:sp>
        <p:nvSpPr>
          <p:cNvPr id="605" name="Google Shape;605;p80"/>
          <p:cNvSpPr txBox="1">
            <a:spLocks noGrp="1"/>
          </p:cNvSpPr>
          <p:nvPr>
            <p:ph type="body" idx="1"/>
          </p:nvPr>
        </p:nvSpPr>
        <p:spPr>
          <a:xfrm>
            <a:off x="435894" y="1491931"/>
            <a:ext cx="8272200" cy="3191800"/>
          </a:xfrm>
          <a:prstGeom prst="rect">
            <a:avLst/>
          </a:prstGeom>
        </p:spPr>
        <p:txBody>
          <a:bodyPr spcFirstLastPara="1" wrap="square" lIns="68575" tIns="68575" rIns="68575" bIns="68575" anchor="t" anchorCtr="0">
            <a:noAutofit/>
          </a:bodyPr>
          <a:lstStyle/>
          <a:p>
            <a:pPr marL="457200" lvl="0" indent="-330200" algn="l" rtl="0">
              <a:spcBef>
                <a:spcPts val="300"/>
              </a:spcBef>
              <a:spcAft>
                <a:spcPts val="0"/>
              </a:spcAft>
              <a:buSzPts val="1600"/>
              <a:buChar char="●"/>
            </a:pPr>
            <a:r>
              <a:rPr lang="sk-SK" dirty="0"/>
              <a:t>Odkazy bez podčiarknutia</a:t>
            </a:r>
            <a:endParaRPr lang="sk-SK" sz="1200" dirty="0">
              <a:solidFill>
                <a:srgbClr val="0077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457200" lvl="0" indent="-330200" algn="l" rtl="0">
              <a:spcBef>
                <a:spcPts val="300"/>
              </a:spcBef>
              <a:spcAft>
                <a:spcPts val="0"/>
              </a:spcAft>
              <a:buSzPts val="1600"/>
              <a:buChar char="●"/>
            </a:pPr>
            <a:endParaRPr lang="sk-SK" dirty="0"/>
          </a:p>
          <a:p>
            <a:pPr marL="457200" lvl="0" indent="-330200" algn="l" rtl="0">
              <a:spcBef>
                <a:spcPts val="300"/>
              </a:spcBef>
              <a:spcAft>
                <a:spcPts val="0"/>
              </a:spcAft>
              <a:buSzPts val="1600"/>
              <a:buChar char="●"/>
            </a:pPr>
            <a:endParaRPr lang="sk-SK" dirty="0"/>
          </a:p>
          <a:p>
            <a:pPr marL="457200" lvl="0" indent="-330200" algn="l" rtl="0">
              <a:spcBef>
                <a:spcPts val="300"/>
              </a:spcBef>
              <a:spcAft>
                <a:spcPts val="0"/>
              </a:spcAft>
              <a:buSzPts val="1600"/>
              <a:buChar char="●"/>
            </a:pPr>
            <a:r>
              <a:rPr lang="sk-SK" dirty="0"/>
              <a:t>Odstavec zarovnaný do bloku, prvý riadok odsadený 5%, riadkovanie </a:t>
            </a:r>
            <a:r>
              <a:rPr lang="en-GB" dirty="0"/>
              <a:t>1.5</a:t>
            </a:r>
            <a:endParaRPr sz="800" dirty="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457200" lvl="0" indent="-330200" algn="l" rtl="0">
              <a:spcBef>
                <a:spcPts val="300"/>
              </a:spcBef>
              <a:spcAft>
                <a:spcPts val="0"/>
              </a:spcAft>
              <a:buSzPts val="1600"/>
              <a:buChar char="●"/>
            </a:pPr>
            <a:endParaRPr lang="sk-SK" dirty="0"/>
          </a:p>
          <a:p>
            <a:pPr marL="457200" lvl="0" indent="-330200" algn="l" rtl="0">
              <a:spcBef>
                <a:spcPts val="300"/>
              </a:spcBef>
              <a:spcAft>
                <a:spcPts val="0"/>
              </a:spcAft>
              <a:buSzPts val="1600"/>
              <a:buChar char="●"/>
            </a:pPr>
            <a:endParaRPr lang="sk-SK" dirty="0"/>
          </a:p>
          <a:p>
            <a:pPr marL="457200" lvl="0" indent="-330200" algn="l" rtl="0">
              <a:spcBef>
                <a:spcPts val="300"/>
              </a:spcBef>
              <a:spcAft>
                <a:spcPts val="0"/>
              </a:spcAft>
              <a:buSzPts val="1600"/>
              <a:buChar char="●"/>
            </a:pPr>
            <a:endParaRPr lang="sk-SK" dirty="0"/>
          </a:p>
        </p:txBody>
      </p:sp>
      <p:sp>
        <p:nvSpPr>
          <p:cNvPr id="606" name="Google Shape;606;p80"/>
          <p:cNvSpPr txBox="1">
            <a:spLocks noGrp="1"/>
          </p:cNvSpPr>
          <p:nvPr>
            <p:ph type="sldNum" idx="12"/>
          </p:nvPr>
        </p:nvSpPr>
        <p:spPr>
          <a:xfrm>
            <a:off x="8499550" y="4742725"/>
            <a:ext cx="312600" cy="273900"/>
          </a:xfrm>
          <a:prstGeom prst="rect">
            <a:avLst/>
          </a:prstGeom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GB"/>
              <a:t>31</a:t>
            </a:fld>
            <a:endParaRPr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476EBBD-3E17-4E32-9ECA-25D56EEB12DE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6702" y="1875819"/>
            <a:ext cx="2393604" cy="646331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sk-SK" altLang="sk-SK" sz="1200" b="0" i="0" u="none" strike="noStrike" cap="none" normalizeH="0" baseline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</a:rPr>
              <a:t>a </a:t>
            </a:r>
            <a:r>
              <a:rPr kumimoji="0" lang="sk-SK" altLang="sk-SK" sz="12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{</a:t>
            </a:r>
            <a:br>
              <a:rPr kumimoji="0" lang="sk-SK" altLang="sk-SK" sz="12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</a:br>
            <a:r>
              <a:rPr kumimoji="0" lang="sk-SK" altLang="sk-SK" sz="12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kumimoji="0" lang="sk-SK" altLang="sk-SK" sz="1200" b="0" i="0" u="none" strike="noStrike" cap="none" normalizeH="0" baseline="0">
                <a:ln>
                  <a:noFill/>
                </a:ln>
                <a:solidFill>
                  <a:srgbClr val="174AD4"/>
                </a:solidFill>
                <a:effectLst/>
                <a:latin typeface="Consolas" panose="020B0609020204030204" pitchFamily="49" charset="0"/>
              </a:rPr>
              <a:t>text-</a:t>
            </a:r>
            <a:r>
              <a:rPr kumimoji="0" lang="sk-SK" altLang="sk-SK" sz="1200" b="0" i="0" u="none" strike="noStrike" cap="none" normalizeH="0" baseline="0" err="1">
                <a:ln>
                  <a:noFill/>
                </a:ln>
                <a:solidFill>
                  <a:srgbClr val="174AD4"/>
                </a:solidFill>
                <a:effectLst/>
                <a:latin typeface="Consolas" panose="020B0609020204030204" pitchFamily="49" charset="0"/>
              </a:rPr>
              <a:t>decoration</a:t>
            </a:r>
            <a:r>
              <a:rPr kumimoji="0" lang="sk-SK" altLang="sk-SK" sz="12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kumimoji="0" lang="sk-SK" altLang="sk-SK" sz="1200" b="0" i="0" u="none" strike="noStrike" cap="none" normalizeH="0" baseline="0" err="1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</a:rPr>
              <a:t>none</a:t>
            </a:r>
            <a:r>
              <a:rPr kumimoji="0" lang="sk-SK" altLang="sk-SK" sz="12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kumimoji="0" lang="sk-SK" altLang="sk-SK" sz="12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</a:br>
            <a:r>
              <a:rPr kumimoji="0" lang="sk-SK" altLang="sk-SK" sz="12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}</a:t>
            </a:r>
            <a:endParaRPr kumimoji="0" lang="sk-SK" altLang="sk-SK" sz="12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28E56F7-162F-4D70-A952-E5ACF7CCE0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6702" y="2804490"/>
            <a:ext cx="2223686" cy="1015663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sk-SK" altLang="sk-SK" sz="1200" b="0" i="0" u="none" strike="noStrike" cap="none" normalizeH="0" baseline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</a:rPr>
              <a:t>p </a:t>
            </a:r>
            <a:r>
              <a:rPr kumimoji="0" lang="sk-SK" altLang="sk-SK" sz="12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{</a:t>
            </a:r>
            <a:br>
              <a:rPr kumimoji="0" lang="sk-SK" altLang="sk-SK" sz="12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</a:br>
            <a:r>
              <a:rPr kumimoji="0" lang="sk-SK" altLang="sk-SK" sz="12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kumimoji="0" lang="sk-SK" altLang="sk-SK" sz="1200" b="0" i="0" u="none" strike="noStrike" cap="none" normalizeH="0" baseline="0">
                <a:ln>
                  <a:noFill/>
                </a:ln>
                <a:solidFill>
                  <a:srgbClr val="174AD4"/>
                </a:solidFill>
                <a:effectLst/>
                <a:latin typeface="Consolas" panose="020B0609020204030204" pitchFamily="49" charset="0"/>
              </a:rPr>
              <a:t>text-</a:t>
            </a:r>
            <a:r>
              <a:rPr kumimoji="0" lang="sk-SK" altLang="sk-SK" sz="1200" b="0" i="0" u="none" strike="noStrike" cap="none" normalizeH="0" baseline="0" err="1">
                <a:ln>
                  <a:noFill/>
                </a:ln>
                <a:solidFill>
                  <a:srgbClr val="174AD4"/>
                </a:solidFill>
                <a:effectLst/>
                <a:latin typeface="Consolas" panose="020B0609020204030204" pitchFamily="49" charset="0"/>
              </a:rPr>
              <a:t>align</a:t>
            </a:r>
            <a:r>
              <a:rPr kumimoji="0" lang="sk-SK" altLang="sk-SK" sz="12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kumimoji="0" lang="sk-SK" altLang="sk-SK" sz="1200" b="0" i="0" u="none" strike="noStrike" cap="none" normalizeH="0" baseline="0" err="1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</a:rPr>
              <a:t>justify</a:t>
            </a:r>
            <a:r>
              <a:rPr kumimoji="0" lang="sk-SK" altLang="sk-SK" sz="12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kumimoji="0" lang="sk-SK" altLang="sk-SK" sz="12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</a:br>
            <a:r>
              <a:rPr kumimoji="0" lang="sk-SK" altLang="sk-SK" sz="12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kumimoji="0" lang="sk-SK" altLang="sk-SK" sz="1200" b="0" i="0" u="none" strike="noStrike" cap="none" normalizeH="0" baseline="0">
                <a:ln>
                  <a:noFill/>
                </a:ln>
                <a:solidFill>
                  <a:srgbClr val="174AD4"/>
                </a:solidFill>
                <a:effectLst/>
                <a:latin typeface="Consolas" panose="020B0609020204030204" pitchFamily="49" charset="0"/>
              </a:rPr>
              <a:t>text-</a:t>
            </a:r>
            <a:r>
              <a:rPr kumimoji="0" lang="sk-SK" altLang="sk-SK" sz="1200" b="0" i="0" u="none" strike="noStrike" cap="none" normalizeH="0" baseline="0" err="1">
                <a:ln>
                  <a:noFill/>
                </a:ln>
                <a:solidFill>
                  <a:srgbClr val="174AD4"/>
                </a:solidFill>
                <a:effectLst/>
                <a:latin typeface="Consolas" panose="020B0609020204030204" pitchFamily="49" charset="0"/>
              </a:rPr>
              <a:t>indent</a:t>
            </a:r>
            <a:r>
              <a:rPr kumimoji="0" lang="sk-SK" altLang="sk-SK" sz="12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kumimoji="0" lang="sk-SK" altLang="sk-SK" sz="1200" b="0" i="0" u="none" strike="noStrike" cap="none" normalizeH="0" baseline="0">
                <a:ln>
                  <a:noFill/>
                </a:ln>
                <a:solidFill>
                  <a:srgbClr val="1750EB"/>
                </a:solidFill>
                <a:effectLst/>
                <a:latin typeface="Consolas" panose="020B0609020204030204" pitchFamily="49" charset="0"/>
              </a:rPr>
              <a:t>5</a:t>
            </a:r>
            <a:r>
              <a:rPr kumimoji="0" lang="sk-SK" altLang="sk-SK" sz="12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%;</a:t>
            </a:r>
            <a:br>
              <a:rPr kumimoji="0" lang="sk-SK" altLang="sk-SK" sz="12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</a:br>
            <a:r>
              <a:rPr kumimoji="0" lang="sk-SK" altLang="sk-SK" sz="12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kumimoji="0" lang="sk-SK" altLang="sk-SK" sz="1200" b="0" i="0" u="none" strike="noStrike" cap="none" normalizeH="0" baseline="0" err="1">
                <a:ln>
                  <a:noFill/>
                </a:ln>
                <a:solidFill>
                  <a:srgbClr val="174AD4"/>
                </a:solidFill>
                <a:effectLst/>
                <a:latin typeface="Consolas" panose="020B0609020204030204" pitchFamily="49" charset="0"/>
              </a:rPr>
              <a:t>line-height</a:t>
            </a:r>
            <a:r>
              <a:rPr kumimoji="0" lang="sk-SK" altLang="sk-SK" sz="12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kumimoji="0" lang="sk-SK" altLang="sk-SK" sz="1200" b="0" i="0" u="none" strike="noStrike" cap="none" normalizeH="0" baseline="0">
                <a:ln>
                  <a:noFill/>
                </a:ln>
                <a:solidFill>
                  <a:srgbClr val="1750EB"/>
                </a:solidFill>
                <a:effectLst/>
                <a:latin typeface="Consolas" panose="020B0609020204030204" pitchFamily="49" charset="0"/>
              </a:rPr>
              <a:t>1.5</a:t>
            </a:r>
            <a:r>
              <a:rPr kumimoji="0" lang="sk-SK" altLang="sk-SK" sz="12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kumimoji="0" lang="sk-SK" altLang="sk-SK" sz="12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</a:br>
            <a:r>
              <a:rPr kumimoji="0" lang="sk-SK" altLang="sk-SK" sz="12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}</a:t>
            </a:r>
            <a:endParaRPr kumimoji="0" lang="sk-SK" altLang="sk-SK" sz="12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nsolas" panose="020B0609020204030204" pitchFamily="49" charset="0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17"/>
          <p:cNvSpPr txBox="1">
            <a:spLocks noGrp="1"/>
          </p:cNvSpPr>
          <p:nvPr>
            <p:ph type="title"/>
          </p:nvPr>
        </p:nvSpPr>
        <p:spPr>
          <a:xfrm>
            <a:off x="435894" y="526617"/>
            <a:ext cx="8272200" cy="760200"/>
          </a:xfrm>
          <a:prstGeom prst="rect">
            <a:avLst/>
          </a:prstGeom>
        </p:spPr>
        <p:txBody>
          <a:bodyPr spcFirstLastPara="1" wrap="square" lIns="68575" tIns="68575" rIns="68575" bIns="6857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sk-SK"/>
              <a:t>Horizontálne zarovnanie riadkových elementov</a:t>
            </a:r>
            <a:endParaRPr lang="sk-SK" dirty="0"/>
          </a:p>
        </p:txBody>
      </p:sp>
      <p:sp>
        <p:nvSpPr>
          <p:cNvPr id="127" name="Google Shape;127;p17"/>
          <p:cNvSpPr txBox="1">
            <a:spLocks noGrp="1"/>
          </p:cNvSpPr>
          <p:nvPr>
            <p:ph type="body" idx="1"/>
          </p:nvPr>
        </p:nvSpPr>
        <p:spPr>
          <a:xfrm>
            <a:off x="505138" y="1620687"/>
            <a:ext cx="8272200" cy="1089855"/>
          </a:xfrm>
          <a:prstGeom prst="rect">
            <a:avLst/>
          </a:prstGeom>
        </p:spPr>
        <p:txBody>
          <a:bodyPr spcFirstLastPara="1" wrap="square" lIns="68575" tIns="68575" rIns="68575" bIns="68575" anchor="t" anchorCtr="0">
            <a:noAutofit/>
          </a:bodyPr>
          <a:lstStyle/>
          <a:p>
            <a:pPr marL="457200" lvl="0" indent="-330200" algn="l" rtl="0">
              <a:spcBef>
                <a:spcPts val="300"/>
              </a:spcBef>
              <a:spcAft>
                <a:spcPts val="0"/>
              </a:spcAft>
              <a:buSzPts val="1600"/>
              <a:buFont typeface="Cabin"/>
              <a:buChar char="●"/>
            </a:pPr>
            <a:r>
              <a:rPr lang="sk-SK" dirty="0"/>
              <a:t>Formátovanie sa netýka iba textu, ale aj všetkých potomkov </a:t>
            </a:r>
          </a:p>
          <a:p>
            <a:pPr>
              <a:buFont typeface="Cabin"/>
              <a:buChar char="●"/>
            </a:pPr>
            <a:r>
              <a:rPr lang="sk-SK" dirty="0"/>
              <a:t>Blokové elementy toto zarovnanie ignorujú, ale nie ich obsah </a:t>
            </a:r>
          </a:p>
          <a:p>
            <a:pPr>
              <a:buFont typeface="Cabin"/>
              <a:buChar char="●"/>
            </a:pPr>
            <a:r>
              <a:rPr lang="sk-SK" dirty="0"/>
              <a:t>Táto vlastnosť sa dedí, ak nie je určené inak.</a:t>
            </a:r>
          </a:p>
        </p:txBody>
      </p:sp>
      <p:sp>
        <p:nvSpPr>
          <p:cNvPr id="128" name="Google Shape;128;p17"/>
          <p:cNvSpPr txBox="1">
            <a:spLocks noGrp="1"/>
          </p:cNvSpPr>
          <p:nvPr>
            <p:ph type="sldNum" idx="12"/>
          </p:nvPr>
        </p:nvSpPr>
        <p:spPr>
          <a:xfrm>
            <a:off x="8499550" y="4742725"/>
            <a:ext cx="312600" cy="273900"/>
          </a:xfrm>
          <a:prstGeom prst="rect">
            <a:avLst/>
          </a:prstGeom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sk-SK" smtClean="0"/>
              <a:t>32</a:t>
            </a:fld>
            <a:endParaRPr lang="sk-SK" dirty="0"/>
          </a:p>
        </p:txBody>
      </p:sp>
      <p:pic>
        <p:nvPicPr>
          <p:cNvPr id="129" name="Google Shape;129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77216" y="2908382"/>
            <a:ext cx="7189556" cy="102391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8"/>
          <p:cNvSpPr txBox="1">
            <a:spLocks noGrp="1"/>
          </p:cNvSpPr>
          <p:nvPr>
            <p:ph type="title"/>
          </p:nvPr>
        </p:nvSpPr>
        <p:spPr>
          <a:xfrm>
            <a:off x="435894" y="526617"/>
            <a:ext cx="8272200" cy="760200"/>
          </a:xfrm>
          <a:prstGeom prst="rect">
            <a:avLst/>
          </a:prstGeom>
        </p:spPr>
        <p:txBody>
          <a:bodyPr spcFirstLastPara="1" wrap="square" lIns="68575" tIns="68575" rIns="68575" bIns="6857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sk-SK"/>
              <a:t>Vertikálne zarovnanie riadkových elementov</a:t>
            </a:r>
            <a:endParaRPr lang="sk-SK" dirty="0"/>
          </a:p>
        </p:txBody>
      </p:sp>
      <p:sp>
        <p:nvSpPr>
          <p:cNvPr id="135" name="Google Shape;135;p18"/>
          <p:cNvSpPr txBox="1">
            <a:spLocks noGrp="1"/>
          </p:cNvSpPr>
          <p:nvPr>
            <p:ph type="body" idx="1"/>
          </p:nvPr>
        </p:nvSpPr>
        <p:spPr>
          <a:xfrm>
            <a:off x="505125" y="1586901"/>
            <a:ext cx="8272200" cy="760200"/>
          </a:xfrm>
          <a:prstGeom prst="rect">
            <a:avLst/>
          </a:prstGeom>
        </p:spPr>
        <p:txBody>
          <a:bodyPr spcFirstLastPara="1" wrap="square" lIns="68575" tIns="68575" rIns="68575" bIns="68575" anchor="t" anchorCtr="0">
            <a:noAutofit/>
          </a:bodyPr>
          <a:lstStyle/>
          <a:p>
            <a:pPr marL="457200" marR="0" lvl="0" indent="-330200" algn="l" rtl="0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SzPts val="1600"/>
              <a:buFont typeface="Cabin"/>
              <a:buChar char="●"/>
            </a:pPr>
            <a:r>
              <a:rPr lang="sk-SK" dirty="0"/>
              <a:t>Formátovanie sa netýka iba textu, ale aj všetkých potomkov</a:t>
            </a:r>
            <a:endParaRPr lang="sk-SK" dirty="0">
              <a:solidFill>
                <a:srgbClr val="FF0000"/>
              </a:solidFill>
            </a:endParaRPr>
          </a:p>
          <a:p>
            <a:pPr marL="457200" marR="0" lvl="0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sk-SK" dirty="0"/>
              <a:t>Musí byť zadané v predkovi, ktorý ma zadanú (určenú) výšku</a:t>
            </a:r>
          </a:p>
        </p:txBody>
      </p:sp>
      <p:sp>
        <p:nvSpPr>
          <p:cNvPr id="136" name="Google Shape;136;p18"/>
          <p:cNvSpPr txBox="1">
            <a:spLocks noGrp="1"/>
          </p:cNvSpPr>
          <p:nvPr>
            <p:ph type="sldNum" idx="12"/>
          </p:nvPr>
        </p:nvSpPr>
        <p:spPr>
          <a:xfrm>
            <a:off x="8499550" y="4742725"/>
            <a:ext cx="312600" cy="273900"/>
          </a:xfrm>
          <a:prstGeom prst="rect">
            <a:avLst/>
          </a:prstGeom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sk-SK" smtClean="0"/>
              <a:t>33</a:t>
            </a:fld>
            <a:endParaRPr lang="sk-SK" dirty="0"/>
          </a:p>
        </p:txBody>
      </p:sp>
      <p:pic>
        <p:nvPicPr>
          <p:cNvPr id="137" name="Google Shape;137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02696" y="2440379"/>
            <a:ext cx="5489196" cy="202543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C324DBB9-7E69-4CF0-8B63-FB01EF4976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 dirty="0"/>
              <a:t>Rámčeky</a:t>
            </a:r>
            <a:r>
              <a:rPr lang="en-US" dirty="0"/>
              <a:t> </a:t>
            </a:r>
            <a:endParaRPr lang="sk-SK" dirty="0"/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3C8AB65C-2754-4AAA-B5F6-59CB348361F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sk-SK" dirty="0"/>
              <a:t>Umožňuje vykresliť rámček okolo prvku – združená vlastnosť </a:t>
            </a:r>
            <a:r>
              <a:rPr lang="en-US" sz="1400" dirty="0">
                <a:latin typeface="Consolas" panose="020B0609020204030204" pitchFamily="49" charset="0"/>
              </a:rPr>
              <a:t>border</a:t>
            </a:r>
          </a:p>
          <a:p>
            <a:pPr lvl="1"/>
            <a:r>
              <a:rPr lang="sk-SK" dirty="0"/>
              <a:t>Každá strana môže mať inú šírku (</a:t>
            </a:r>
            <a:r>
              <a:rPr lang="sk-SK" sz="1200" dirty="0" err="1">
                <a:latin typeface="Consolas" panose="020B0609020204030204" pitchFamily="49" charset="0"/>
              </a:rPr>
              <a:t>border-width</a:t>
            </a:r>
            <a:r>
              <a:rPr lang="sk-SK" dirty="0"/>
              <a:t>), farbu (</a:t>
            </a:r>
            <a:r>
              <a:rPr lang="sk-SK" sz="1200" dirty="0" err="1">
                <a:latin typeface="Consolas" panose="020B0609020204030204" pitchFamily="49" charset="0"/>
              </a:rPr>
              <a:t>border-color</a:t>
            </a:r>
            <a:r>
              <a:rPr lang="sk-SK" dirty="0"/>
              <a:t>) a štýl (</a:t>
            </a:r>
            <a:r>
              <a:rPr lang="sk-SK" sz="1200" dirty="0" err="1">
                <a:latin typeface="Consolas" panose="020B0609020204030204" pitchFamily="49" charset="0"/>
              </a:rPr>
              <a:t>border-style</a:t>
            </a:r>
            <a:r>
              <a:rPr lang="sk-SK" dirty="0"/>
              <a:t>)</a:t>
            </a:r>
          </a:p>
          <a:p>
            <a:pPr lvl="1"/>
            <a:r>
              <a:rPr lang="sk-SK" dirty="0"/>
              <a:t>Nemusia byť definované všetky strany rámčeka</a:t>
            </a:r>
          </a:p>
          <a:p>
            <a:pPr lvl="1"/>
            <a:r>
              <a:rPr lang="sk-SK" dirty="0"/>
              <a:t>Rámček môžu byť zaoblené (</a:t>
            </a:r>
            <a:r>
              <a:rPr lang="sk-SK" sz="1200" dirty="0" err="1">
                <a:latin typeface="Consolas" panose="020B0609020204030204" pitchFamily="49" charset="0"/>
              </a:rPr>
              <a:t>border-radius</a:t>
            </a:r>
            <a:r>
              <a:rPr lang="sk-SK" dirty="0"/>
              <a:t>) </a:t>
            </a:r>
          </a:p>
          <a:p>
            <a:pPr lvl="1"/>
            <a:r>
              <a:rPr lang="sk-SK" dirty="0"/>
              <a:t>Rámček môže byť tvorený aj obrázkom (</a:t>
            </a:r>
            <a:r>
              <a:rPr lang="sk-SK" sz="1200" dirty="0" err="1">
                <a:latin typeface="Consolas" panose="020B0609020204030204" pitchFamily="49" charset="0"/>
              </a:rPr>
              <a:t>border</a:t>
            </a:r>
            <a:r>
              <a:rPr lang="sk-SK" sz="1200" dirty="0">
                <a:latin typeface="Consolas" panose="020B0609020204030204" pitchFamily="49" charset="0"/>
              </a:rPr>
              <a:t>-image</a:t>
            </a:r>
            <a:r>
              <a:rPr lang="sk-SK" dirty="0"/>
              <a:t>)</a:t>
            </a:r>
          </a:p>
          <a:p>
            <a:pPr lvl="1"/>
            <a:r>
              <a:rPr lang="sk-SK" dirty="0"/>
              <a:t>Definovanie vonkajšieho orámovania okolo rámčeka – vlastnosť </a:t>
            </a:r>
            <a:r>
              <a:rPr lang="sk-SK" sz="1200" dirty="0" err="1">
                <a:latin typeface="Consolas" panose="020B0609020204030204" pitchFamily="49" charset="0"/>
              </a:rPr>
              <a:t>outline</a:t>
            </a:r>
            <a:r>
              <a:rPr lang="sk-SK" dirty="0"/>
              <a:t> </a:t>
            </a:r>
          </a:p>
          <a:p>
            <a:r>
              <a:rPr lang="sk-SK" dirty="0"/>
              <a:t>Ukážka typov rámčekov: </a:t>
            </a:r>
            <a:r>
              <a:rPr lang="sk-SK" dirty="0">
                <a:hlinkClick r:id="rId2"/>
              </a:rPr>
              <a:t>https://www.w3schools.com/css/css_border.asp</a:t>
            </a:r>
            <a:r>
              <a:rPr lang="sk-SK" dirty="0"/>
              <a:t> </a:t>
            </a:r>
          </a:p>
        </p:txBody>
      </p:sp>
      <p:sp>
        <p:nvSpPr>
          <p:cNvPr id="4" name="Zástupný objekt pre číslo snímky 3">
            <a:extLst>
              <a:ext uri="{FF2B5EF4-FFF2-40B4-BE49-F238E27FC236}">
                <a16:creationId xmlns:a16="http://schemas.microsoft.com/office/drawing/2014/main" id="{FE6E59F0-387A-4EFD-ADD2-615E1D70728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mtClean="0"/>
              <a:t>34</a:t>
            </a:fld>
            <a:endParaRPr lang="en-GB"/>
          </a:p>
        </p:txBody>
      </p:sp>
      <p:pic>
        <p:nvPicPr>
          <p:cNvPr id="7" name="Obrázok 6">
            <a:extLst>
              <a:ext uri="{FF2B5EF4-FFF2-40B4-BE49-F238E27FC236}">
                <a16:creationId xmlns:a16="http://schemas.microsoft.com/office/drawing/2014/main" id="{BC4BE578-37B6-4E26-A2EA-6CB40B6F360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5916" y="2891379"/>
            <a:ext cx="902582" cy="468214"/>
          </a:xfrm>
          <a:prstGeom prst="rect">
            <a:avLst/>
          </a:prstGeom>
        </p:spPr>
      </p:pic>
      <p:pic>
        <p:nvPicPr>
          <p:cNvPr id="9" name="Obrázok 8">
            <a:extLst>
              <a:ext uri="{FF2B5EF4-FFF2-40B4-BE49-F238E27FC236}">
                <a16:creationId xmlns:a16="http://schemas.microsoft.com/office/drawing/2014/main" id="{BBDB7F64-267A-4A00-8C96-29AA7AE930C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65804" y="2619590"/>
            <a:ext cx="842962" cy="3807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852826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20"/>
          <p:cNvSpPr txBox="1">
            <a:spLocks noGrp="1"/>
          </p:cNvSpPr>
          <p:nvPr>
            <p:ph type="title"/>
          </p:nvPr>
        </p:nvSpPr>
        <p:spPr>
          <a:xfrm>
            <a:off x="435894" y="526617"/>
            <a:ext cx="8272200" cy="760200"/>
          </a:xfrm>
          <a:prstGeom prst="rect">
            <a:avLst/>
          </a:prstGeom>
        </p:spPr>
        <p:txBody>
          <a:bodyPr spcFirstLastPara="1" wrap="square" lIns="68575" tIns="68575" rIns="68575" bIns="6857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sk-SK"/>
              <a:t>Pozadie</a:t>
            </a:r>
            <a:endParaRPr lang="sk-SK" dirty="0"/>
          </a:p>
        </p:txBody>
      </p:sp>
      <p:sp>
        <p:nvSpPr>
          <p:cNvPr id="154" name="Google Shape;154;p20"/>
          <p:cNvSpPr txBox="1">
            <a:spLocks noGrp="1"/>
          </p:cNvSpPr>
          <p:nvPr>
            <p:ph type="body" idx="1"/>
          </p:nvPr>
        </p:nvSpPr>
        <p:spPr>
          <a:xfrm>
            <a:off x="435894" y="1635372"/>
            <a:ext cx="8272200" cy="3025118"/>
          </a:xfrm>
          <a:prstGeom prst="rect">
            <a:avLst/>
          </a:prstGeom>
        </p:spPr>
        <p:txBody>
          <a:bodyPr spcFirstLastPara="1" wrap="square" lIns="68575" tIns="68575" rIns="68575" bIns="68575" anchor="t" anchorCtr="0">
            <a:noAutofit/>
          </a:bodyPr>
          <a:lstStyle/>
          <a:p>
            <a:pPr marL="457200" lvl="0" indent="-330200" algn="l" rtl="0">
              <a:spcBef>
                <a:spcPts val="300"/>
              </a:spcBef>
              <a:spcAft>
                <a:spcPts val="0"/>
              </a:spcAft>
              <a:buSzPts val="1600"/>
              <a:buChar char="●"/>
            </a:pPr>
            <a:r>
              <a:rPr lang="sk-SK" dirty="0"/>
              <a:t>Pozadie môže byť definované farbou, alebo obrázkom </a:t>
            </a: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sk-SK" dirty="0"/>
              <a:t>Farba (vlastnosť </a:t>
            </a:r>
            <a:r>
              <a:rPr lang="en-US" sz="1400" dirty="0"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  <a:t>background-color</a:t>
            </a:r>
            <a:r>
              <a:rPr lang="sk-SK" dirty="0"/>
              <a:t>)</a:t>
            </a:r>
          </a:p>
          <a:p>
            <a:pPr marL="914400" lvl="1" indent="-298450" algn="l" rtl="0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sk-SK" dirty="0"/>
              <a:t>V súčasnosti zriedka používané na celú stránku</a:t>
            </a:r>
          </a:p>
          <a:p>
            <a:pPr marL="914400" lvl="1" indent="-298450" algn="l" rtl="0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sk-SK" dirty="0"/>
              <a:t>Je možné definovať aj pozadie jednotlivých elementov (napr. odstavec, alebo tabuľka)</a:t>
            </a: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sk-SK" dirty="0"/>
              <a:t>Obrázok</a:t>
            </a:r>
          </a:p>
          <a:p>
            <a:pPr marL="914400" lvl="1" indent="-298450" algn="l" rtl="0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sk-SK" dirty="0"/>
              <a:t>Často definovaný v CSS najmä, ak je súčasťou dizajnu stránky</a:t>
            </a:r>
          </a:p>
          <a:p>
            <a:pPr marL="914400" lvl="1" indent="-298450" algn="l" rtl="0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endParaRPr lang="sk-SK" dirty="0"/>
          </a:p>
          <a:p>
            <a:pPr marL="914400" lvl="1" indent="-298450" algn="l" rtl="0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sk-SK" dirty="0"/>
              <a:t>Môže sa uviesť aj viac obrázkov</a:t>
            </a:r>
          </a:p>
          <a:p>
            <a:pPr marL="914400" lvl="1" indent="-298450" algn="l" rtl="0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endParaRPr lang="sk-SK" dirty="0"/>
          </a:p>
          <a:p>
            <a:pPr marL="914400" lvl="1" indent="-298450" algn="l" rtl="0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sk-SK" dirty="0"/>
              <a:t>Vlastnosti: </a:t>
            </a:r>
          </a:p>
          <a:p>
            <a:pPr marL="1371600" lvl="2" indent="-292100" algn="l" rtl="0">
              <a:spcBef>
                <a:spcPts val="0"/>
              </a:spcBef>
              <a:spcAft>
                <a:spcPts val="0"/>
              </a:spcAft>
              <a:buSzPts val="1000"/>
              <a:buChar char="■"/>
            </a:pPr>
            <a:r>
              <a:rPr lang="sk-SK" sz="1200" dirty="0" err="1"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  <a:t>background</a:t>
            </a:r>
            <a:r>
              <a:rPr lang="sk-SK" sz="1200" dirty="0"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  <a:t>-image</a:t>
            </a:r>
            <a:r>
              <a:rPr lang="sk-SK" sz="1400" dirty="0">
                <a:sym typeface="Roboto Mono"/>
              </a:rPr>
              <a:t>, </a:t>
            </a:r>
            <a:r>
              <a:rPr lang="sk-SK" sz="1200" dirty="0" err="1"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  <a:t>background-size</a:t>
            </a:r>
            <a:r>
              <a:rPr lang="sk-SK" sz="1400" dirty="0">
                <a:sym typeface="Roboto Mono"/>
              </a:rPr>
              <a:t>, </a:t>
            </a:r>
            <a:r>
              <a:rPr lang="sk-SK" sz="1200" dirty="0" err="1"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  <a:t>background-repeat</a:t>
            </a:r>
            <a:r>
              <a:rPr lang="sk-SK" sz="1400" dirty="0">
                <a:sym typeface="Roboto Mono"/>
              </a:rPr>
              <a:t>, </a:t>
            </a:r>
            <a:r>
              <a:rPr lang="sk-SK" sz="1200" dirty="0" err="1"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  <a:t>background-position</a:t>
            </a:r>
            <a:r>
              <a:rPr lang="sk-SK" sz="1400" dirty="0">
                <a:sym typeface="Roboto Mono"/>
              </a:rPr>
              <a:t>,</a:t>
            </a:r>
            <a:r>
              <a:rPr lang="sk-SK" sz="1200" dirty="0"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  <a:t> </a:t>
            </a:r>
            <a:r>
              <a:rPr lang="sk-SK" sz="1200" dirty="0" err="1"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  <a:t>background-attachment</a:t>
            </a:r>
            <a:r>
              <a:rPr lang="sk-SK" sz="1400" dirty="0">
                <a:sym typeface="Roboto Mono"/>
              </a:rPr>
              <a:t>, </a:t>
            </a:r>
            <a:r>
              <a:rPr lang="sk-SK" sz="1200" dirty="0" err="1"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  <a:t>background-clip</a:t>
            </a:r>
            <a:r>
              <a:rPr lang="sk-SK" sz="1400" dirty="0">
                <a:sym typeface="Roboto Mono"/>
              </a:rPr>
              <a:t>, </a:t>
            </a:r>
            <a:r>
              <a:rPr lang="sk-SK" sz="1200" dirty="0" err="1"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  <a:t>background-origin</a:t>
            </a:r>
            <a:r>
              <a:rPr lang="sk-SK" dirty="0">
                <a:latin typeface="Consolas" panose="020B0609020204030204" pitchFamily="49" charset="0"/>
              </a:rPr>
              <a:t> </a:t>
            </a:r>
          </a:p>
          <a:p>
            <a:pPr marL="0" lvl="0" indent="0" algn="l" rtl="0">
              <a:spcBef>
                <a:spcPts val="500"/>
              </a:spcBef>
              <a:spcAft>
                <a:spcPts val="500"/>
              </a:spcAft>
              <a:buNone/>
            </a:pPr>
            <a:endParaRPr lang="sk-SK" dirty="0"/>
          </a:p>
        </p:txBody>
      </p:sp>
      <p:sp>
        <p:nvSpPr>
          <p:cNvPr id="155" name="Google Shape;155;p20"/>
          <p:cNvSpPr txBox="1">
            <a:spLocks noGrp="1"/>
          </p:cNvSpPr>
          <p:nvPr>
            <p:ph type="sldNum" idx="12"/>
          </p:nvPr>
        </p:nvSpPr>
        <p:spPr>
          <a:xfrm>
            <a:off x="8499550" y="4742725"/>
            <a:ext cx="312600" cy="273900"/>
          </a:xfrm>
          <a:prstGeom prst="rect">
            <a:avLst/>
          </a:prstGeom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sk-SK" smtClean="0"/>
              <a:t>35</a:t>
            </a:fld>
            <a:endParaRPr lang="sk-SK" dirty="0"/>
          </a:p>
        </p:txBody>
      </p:sp>
      <p:pic>
        <p:nvPicPr>
          <p:cNvPr id="3" name="Obrázok 2">
            <a:extLst>
              <a:ext uri="{FF2B5EF4-FFF2-40B4-BE49-F238E27FC236}">
                <a16:creationId xmlns:a16="http://schemas.microsoft.com/office/drawing/2014/main" id="{77568F7F-7FC7-464B-A0D3-BF206B5AC59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65557" y="3317070"/>
            <a:ext cx="4047807" cy="869561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21"/>
          <p:cNvSpPr txBox="1">
            <a:spLocks noGrp="1"/>
          </p:cNvSpPr>
          <p:nvPr>
            <p:ph type="title"/>
          </p:nvPr>
        </p:nvSpPr>
        <p:spPr>
          <a:xfrm>
            <a:off x="435894" y="526617"/>
            <a:ext cx="8272200" cy="760200"/>
          </a:xfrm>
          <a:prstGeom prst="rect">
            <a:avLst/>
          </a:prstGeom>
        </p:spPr>
        <p:txBody>
          <a:bodyPr spcFirstLastPara="1" wrap="square" lIns="68575" tIns="68575" rIns="68575" bIns="6857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sk-SK" dirty="0"/>
              <a:t>Obrázok ako pozadie – príklad </a:t>
            </a:r>
          </a:p>
        </p:txBody>
      </p:sp>
      <p:sp>
        <p:nvSpPr>
          <p:cNvPr id="161" name="Google Shape;161;p21"/>
          <p:cNvSpPr txBox="1">
            <a:spLocks noGrp="1"/>
          </p:cNvSpPr>
          <p:nvPr>
            <p:ph type="body" idx="1"/>
          </p:nvPr>
        </p:nvSpPr>
        <p:spPr>
          <a:xfrm>
            <a:off x="435894" y="1635372"/>
            <a:ext cx="8272200" cy="275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t" anchorCtr="0">
            <a:noAutofit/>
          </a:bodyPr>
          <a:lstStyle/>
          <a:p>
            <a:pPr marL="457200" lvl="0" indent="-330200" algn="l" rtl="0">
              <a:spcBef>
                <a:spcPts val="300"/>
              </a:spcBef>
              <a:spcAft>
                <a:spcPts val="0"/>
              </a:spcAft>
              <a:buSzPts val="1600"/>
              <a:buChar char="●"/>
            </a:pPr>
            <a:r>
              <a:rPr lang="sk-SK" dirty="0"/>
              <a:t>Umiestnenie obrázku vpravo hore na stránke, pri posúvaní </a:t>
            </a:r>
            <a:r>
              <a:rPr lang="sk-SK" dirty="0" err="1"/>
              <a:t>posuvníkom</a:t>
            </a:r>
            <a:r>
              <a:rPr lang="sk-SK" dirty="0"/>
              <a:t> zostane na mieste</a:t>
            </a:r>
            <a:endParaRPr lang="sk-SK" sz="1200" dirty="0">
              <a:solidFill>
                <a:srgbClr val="0077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300"/>
              </a:spcBef>
              <a:spcAft>
                <a:spcPts val="500"/>
              </a:spcAft>
              <a:buNone/>
            </a:pPr>
            <a:endParaRPr lang="sk-SK" sz="1200" dirty="0"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162" name="Google Shape;162;p21"/>
          <p:cNvSpPr txBox="1">
            <a:spLocks noGrp="1"/>
          </p:cNvSpPr>
          <p:nvPr>
            <p:ph type="sldNum" idx="12"/>
          </p:nvPr>
        </p:nvSpPr>
        <p:spPr>
          <a:xfrm>
            <a:off x="8499550" y="4742725"/>
            <a:ext cx="312600" cy="273900"/>
          </a:xfrm>
          <a:prstGeom prst="rect">
            <a:avLst/>
          </a:prstGeom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sk-SK" smtClean="0"/>
              <a:t>36</a:t>
            </a:fld>
            <a:endParaRPr lang="sk-SK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25411A1-48F0-4D8A-AE01-6D1B25A0B949}"/>
              </a:ext>
            </a:extLst>
          </p:cNvPr>
          <p:cNvSpPr>
            <a:spLocks noChangeArrowheads="1"/>
          </p:cNvSpPr>
          <p:nvPr/>
        </p:nvSpPr>
        <p:spPr bwMode="auto">
          <a:xfrm>
            <a:off x="904002" y="2055128"/>
            <a:ext cx="3667992" cy="138499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sk-SK" altLang="sk-SK" sz="1200" b="0" i="0" u="none" strike="noStrike" cap="none" normalizeH="0" baseline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</a:rPr>
              <a:t>body </a:t>
            </a:r>
            <a:r>
              <a:rPr kumimoji="0" lang="sk-SK" altLang="sk-SK" sz="12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{</a:t>
            </a:r>
            <a:br>
              <a:rPr kumimoji="0" lang="sk-SK" altLang="sk-SK" sz="12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</a:br>
            <a:r>
              <a:rPr kumimoji="0" lang="sk-SK" altLang="sk-SK" sz="12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kumimoji="0" lang="sk-SK" altLang="sk-SK" sz="1200" b="0" i="0" u="none" strike="noStrike" cap="none" normalizeH="0" baseline="0" err="1">
                <a:ln>
                  <a:noFill/>
                </a:ln>
                <a:solidFill>
                  <a:srgbClr val="174AD4"/>
                </a:solidFill>
                <a:effectLst/>
                <a:latin typeface="Consolas" panose="020B0609020204030204" pitchFamily="49" charset="0"/>
              </a:rPr>
              <a:t>background</a:t>
            </a:r>
            <a:r>
              <a:rPr kumimoji="0" lang="sk-SK" altLang="sk-SK" sz="1200" b="0" i="0" u="none" strike="noStrike" cap="none" normalizeH="0" baseline="0">
                <a:ln>
                  <a:noFill/>
                </a:ln>
                <a:solidFill>
                  <a:srgbClr val="174AD4"/>
                </a:solidFill>
                <a:effectLst/>
                <a:latin typeface="Consolas" panose="020B0609020204030204" pitchFamily="49" charset="0"/>
              </a:rPr>
              <a:t>-image</a:t>
            </a:r>
            <a:r>
              <a:rPr kumimoji="0" lang="sk-SK" altLang="sk-SK" sz="12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kumimoji="0" lang="sk-SK" altLang="sk-SK" sz="1200" b="0" i="0" u="none" strike="noStrike" cap="none" normalizeH="0" baseline="0" err="1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</a:rPr>
              <a:t>url</a:t>
            </a:r>
            <a:r>
              <a:rPr kumimoji="0" lang="sk-SK" altLang="sk-SK" sz="12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sk-SK" altLang="sk-SK" sz="1200" b="0" i="0" u="none" strike="noStrike" cap="none" normalizeH="0" baseline="0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</a:rPr>
              <a:t>"obrazok.png"</a:t>
            </a:r>
            <a:r>
              <a:rPr kumimoji="0" lang="sk-SK" altLang="sk-SK" sz="12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);</a:t>
            </a:r>
            <a:br>
              <a:rPr kumimoji="0" lang="sk-SK" altLang="sk-SK" sz="12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</a:br>
            <a:r>
              <a:rPr kumimoji="0" lang="sk-SK" altLang="sk-SK" sz="12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kumimoji="0" lang="sk-SK" altLang="sk-SK" sz="1200" b="0" i="0" u="none" strike="noStrike" cap="none" normalizeH="0" baseline="0" err="1">
                <a:ln>
                  <a:noFill/>
                </a:ln>
                <a:solidFill>
                  <a:srgbClr val="174AD4"/>
                </a:solidFill>
                <a:effectLst/>
                <a:latin typeface="Consolas" panose="020B0609020204030204" pitchFamily="49" charset="0"/>
              </a:rPr>
              <a:t>background-repeat</a:t>
            </a:r>
            <a:r>
              <a:rPr kumimoji="0" lang="sk-SK" altLang="sk-SK" sz="12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kumimoji="0" lang="sk-SK" altLang="sk-SK" sz="1200" b="0" i="0" u="none" strike="noStrike" cap="none" normalizeH="0" baseline="0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</a:rPr>
              <a:t>no-</a:t>
            </a:r>
            <a:r>
              <a:rPr kumimoji="0" lang="sk-SK" altLang="sk-SK" sz="1200" b="0" i="0" u="none" strike="noStrike" cap="none" normalizeH="0" baseline="0" err="1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</a:rPr>
              <a:t>repeat</a:t>
            </a:r>
            <a:r>
              <a:rPr kumimoji="0" lang="sk-SK" altLang="sk-SK" sz="12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kumimoji="0" lang="sk-SK" altLang="sk-SK" sz="12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</a:br>
            <a:r>
              <a:rPr kumimoji="0" lang="sk-SK" altLang="sk-SK" sz="12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kumimoji="0" lang="sk-SK" altLang="sk-SK" sz="1200" b="0" i="0" u="none" strike="noStrike" cap="none" normalizeH="0" baseline="0" err="1">
                <a:ln>
                  <a:noFill/>
                </a:ln>
                <a:solidFill>
                  <a:srgbClr val="174AD4"/>
                </a:solidFill>
                <a:effectLst/>
                <a:latin typeface="Consolas" panose="020B0609020204030204" pitchFamily="49" charset="0"/>
              </a:rPr>
              <a:t>background-position</a:t>
            </a:r>
            <a:r>
              <a:rPr kumimoji="0" lang="sk-SK" altLang="sk-SK" sz="12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kumimoji="0" lang="sk-SK" altLang="sk-SK" sz="1200" b="0" i="0" u="none" strike="noStrike" cap="none" normalizeH="0" baseline="0" err="1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</a:rPr>
              <a:t>right</a:t>
            </a:r>
            <a:r>
              <a:rPr kumimoji="0" lang="sk-SK" altLang="sk-SK" sz="1200" b="0" i="0" u="none" strike="noStrike" cap="none" normalizeH="0" baseline="0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</a:rPr>
              <a:t> top</a:t>
            </a:r>
            <a:r>
              <a:rPr kumimoji="0" lang="sk-SK" altLang="sk-SK" sz="12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kumimoji="0" lang="sk-SK" altLang="sk-SK" sz="12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</a:br>
            <a:r>
              <a:rPr kumimoji="0" lang="sk-SK" altLang="sk-SK" sz="12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kumimoji="0" lang="sk-SK" altLang="sk-SK" sz="1200" b="0" i="0" u="none" strike="noStrike" cap="none" normalizeH="0" baseline="0" err="1">
                <a:ln>
                  <a:noFill/>
                </a:ln>
                <a:solidFill>
                  <a:srgbClr val="174AD4"/>
                </a:solidFill>
                <a:effectLst/>
                <a:latin typeface="Consolas" panose="020B0609020204030204" pitchFamily="49" charset="0"/>
              </a:rPr>
              <a:t>background-attachment</a:t>
            </a:r>
            <a:r>
              <a:rPr kumimoji="0" lang="sk-SK" altLang="sk-SK" sz="12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kumimoji="0" lang="sk-SK" altLang="sk-SK" sz="1200" b="0" i="0" u="none" strike="noStrike" cap="none" normalizeH="0" baseline="0" err="1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</a:rPr>
              <a:t>fixed</a:t>
            </a:r>
            <a:r>
              <a:rPr kumimoji="0" lang="sk-SK" altLang="sk-SK" sz="12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kumimoji="0" lang="sk-SK" altLang="sk-SK" sz="12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</a:br>
            <a:r>
              <a:rPr kumimoji="0" lang="sk-SK" altLang="sk-SK" sz="12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}</a:t>
            </a:r>
            <a:br>
              <a:rPr kumimoji="0" lang="sk-SK" altLang="sk-SK" sz="12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</a:br>
            <a:endParaRPr kumimoji="0" lang="sk-SK" altLang="sk-SK" sz="12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nsolas" panose="020B0609020204030204" pitchFamily="49" charset="0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25"/>
          <p:cNvSpPr txBox="1">
            <a:spLocks noGrp="1"/>
          </p:cNvSpPr>
          <p:nvPr>
            <p:ph type="title"/>
          </p:nvPr>
        </p:nvSpPr>
        <p:spPr>
          <a:xfrm>
            <a:off x="435894" y="526617"/>
            <a:ext cx="8272200" cy="760200"/>
          </a:xfrm>
          <a:prstGeom prst="rect">
            <a:avLst/>
          </a:prstGeom>
        </p:spPr>
        <p:txBody>
          <a:bodyPr spcFirstLastPara="1" wrap="square" lIns="68575" tIns="68575" rIns="68575" bIns="6857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sk-SK"/>
              <a:t>Tabuľky </a:t>
            </a:r>
            <a:endParaRPr lang="sk-SK" dirty="0"/>
          </a:p>
        </p:txBody>
      </p:sp>
      <p:sp>
        <p:nvSpPr>
          <p:cNvPr id="191" name="Google Shape;191;p25"/>
          <p:cNvSpPr txBox="1">
            <a:spLocks noGrp="1"/>
          </p:cNvSpPr>
          <p:nvPr>
            <p:ph type="body" idx="1"/>
          </p:nvPr>
        </p:nvSpPr>
        <p:spPr>
          <a:xfrm>
            <a:off x="435894" y="1635372"/>
            <a:ext cx="8272200" cy="2758800"/>
          </a:xfrm>
          <a:prstGeom prst="rect">
            <a:avLst/>
          </a:prstGeom>
        </p:spPr>
        <p:txBody>
          <a:bodyPr spcFirstLastPara="1" wrap="square" lIns="68575" tIns="68575" rIns="68575" bIns="68575" anchor="t" anchorCtr="0">
            <a:noAutofit/>
          </a:bodyPr>
          <a:lstStyle/>
          <a:p>
            <a:pPr marL="457200" lvl="0" indent="-330200" algn="l" rtl="0">
              <a:spcBef>
                <a:spcPts val="300"/>
              </a:spcBef>
              <a:spcAft>
                <a:spcPts val="0"/>
              </a:spcAft>
              <a:buSzPts val="1600"/>
              <a:buChar char="●"/>
            </a:pPr>
            <a:r>
              <a:rPr lang="sk-SK" dirty="0"/>
              <a:t>Definuje spôsob zobrazenia tabuliek</a:t>
            </a:r>
          </a:p>
          <a:p>
            <a:pPr marL="914400" lvl="1" indent="-298450" algn="l" rtl="0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sk-SK" dirty="0"/>
              <a:t>Rámik okolo tabuľky a buniek – vlastnosť </a:t>
            </a:r>
            <a:r>
              <a:rPr lang="sk-SK" sz="1200" dirty="0" err="1"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  <a:t>border</a:t>
            </a:r>
            <a:r>
              <a:rPr lang="sk-SK" dirty="0">
                <a:sym typeface="Roboto Mono"/>
              </a:rPr>
              <a:t> (</a:t>
            </a:r>
            <a:r>
              <a:rPr lang="sk-SK" dirty="0"/>
              <a:t>aj špeciálne rámiky len z jednej strany)</a:t>
            </a:r>
          </a:p>
          <a:p>
            <a:pPr marL="914400" lvl="1" indent="-298450" algn="l" rtl="0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sk-SK" dirty="0"/>
              <a:t>Rozmery tabuľky, resp. buniek – vlastnosti </a:t>
            </a:r>
            <a:r>
              <a:rPr lang="sk-SK" sz="1200" dirty="0" err="1">
                <a:latin typeface="Consolas" panose="020B0609020204030204" pitchFamily="49" charset="0"/>
                <a:ea typeface="Roboto Mono"/>
                <a:sym typeface="Roboto Mono"/>
              </a:rPr>
              <a:t>width</a:t>
            </a:r>
            <a:r>
              <a:rPr lang="sk-SK" dirty="0"/>
              <a:t> a </a:t>
            </a:r>
            <a:r>
              <a:rPr lang="sk-SK" sz="1200" dirty="0" err="1">
                <a:latin typeface="Consolas" panose="020B0609020204030204" pitchFamily="49" charset="0"/>
                <a:ea typeface="Roboto Mono"/>
                <a:sym typeface="Roboto Mono"/>
              </a:rPr>
              <a:t>height</a:t>
            </a:r>
            <a:r>
              <a:rPr lang="sk-SK" dirty="0"/>
              <a:t> </a:t>
            </a:r>
          </a:p>
          <a:p>
            <a:pPr marL="914400" lvl="1" indent="-298450" algn="l" rtl="0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sk-SK" dirty="0"/>
              <a:t>Horizontálne a vertikálne zarovnanie – vlastnosti </a:t>
            </a:r>
            <a:r>
              <a:rPr lang="sk-SK" sz="1200" dirty="0">
                <a:latin typeface="Consolas" panose="020B0609020204030204" pitchFamily="49" charset="0"/>
                <a:ea typeface="Roboto Mono"/>
                <a:sym typeface="Roboto Mono"/>
              </a:rPr>
              <a:t>text-</a:t>
            </a:r>
            <a:r>
              <a:rPr lang="sk-SK" sz="1200" dirty="0" err="1">
                <a:latin typeface="Consolas" panose="020B0609020204030204" pitchFamily="49" charset="0"/>
                <a:ea typeface="Roboto Mono"/>
                <a:sym typeface="Roboto Mono"/>
              </a:rPr>
              <a:t>align</a:t>
            </a:r>
            <a:r>
              <a:rPr lang="sk-SK" dirty="0"/>
              <a:t> a </a:t>
            </a:r>
            <a:r>
              <a:rPr lang="sk-SK" sz="1200" dirty="0" err="1">
                <a:latin typeface="Consolas" panose="020B0609020204030204" pitchFamily="49" charset="0"/>
                <a:ea typeface="Roboto Mono"/>
                <a:sym typeface="Roboto Mono"/>
              </a:rPr>
              <a:t>vertical-align</a:t>
            </a:r>
            <a:endParaRPr lang="sk-SK" sz="1200" dirty="0">
              <a:latin typeface="Consolas" panose="020B0609020204030204" pitchFamily="49" charset="0"/>
              <a:ea typeface="Roboto Mono"/>
            </a:endParaRPr>
          </a:p>
          <a:p>
            <a:pPr marL="914400" lvl="1" indent="-298450" algn="l" rtl="0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sk-SK" dirty="0"/>
              <a:t>Odsadenie textu od okrajov buniek – vlastnosť </a:t>
            </a:r>
            <a:r>
              <a:rPr lang="sk-SK" sz="1200" dirty="0" err="1">
                <a:latin typeface="Consolas" panose="020B0609020204030204" pitchFamily="49" charset="0"/>
                <a:ea typeface="Roboto Mono"/>
                <a:sym typeface="Roboto Mono"/>
              </a:rPr>
              <a:t>padding</a:t>
            </a:r>
            <a:endParaRPr lang="sk-SK" sz="1200" dirty="0">
              <a:latin typeface="Consolas" panose="020B0609020204030204" pitchFamily="49" charset="0"/>
              <a:ea typeface="Roboto Mono"/>
              <a:sym typeface="Roboto Mono"/>
            </a:endParaRPr>
          </a:p>
          <a:p>
            <a:pPr marL="457200" lvl="0" indent="0" algn="l" rtl="0">
              <a:spcBef>
                <a:spcPts val="500"/>
              </a:spcBef>
              <a:spcAft>
                <a:spcPts val="500"/>
              </a:spcAft>
              <a:buNone/>
            </a:pPr>
            <a:endParaRPr lang="sk-SK" dirty="0"/>
          </a:p>
        </p:txBody>
      </p:sp>
      <p:sp>
        <p:nvSpPr>
          <p:cNvPr id="192" name="Google Shape;192;p25"/>
          <p:cNvSpPr txBox="1">
            <a:spLocks noGrp="1"/>
          </p:cNvSpPr>
          <p:nvPr>
            <p:ph type="sldNum" idx="12"/>
          </p:nvPr>
        </p:nvSpPr>
        <p:spPr>
          <a:xfrm>
            <a:off x="8499550" y="4742725"/>
            <a:ext cx="312600" cy="273900"/>
          </a:xfrm>
          <a:prstGeom prst="rect">
            <a:avLst/>
          </a:prstGeom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sk-SK" smtClean="0"/>
              <a:t>37</a:t>
            </a:fld>
            <a:endParaRPr lang="sk-SK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26"/>
          <p:cNvSpPr txBox="1">
            <a:spLocks noGrp="1"/>
          </p:cNvSpPr>
          <p:nvPr>
            <p:ph type="title"/>
          </p:nvPr>
        </p:nvSpPr>
        <p:spPr>
          <a:xfrm>
            <a:off x="435894" y="526617"/>
            <a:ext cx="8272200" cy="760200"/>
          </a:xfrm>
          <a:prstGeom prst="rect">
            <a:avLst/>
          </a:prstGeom>
        </p:spPr>
        <p:txBody>
          <a:bodyPr spcFirstLastPara="1" wrap="square" lIns="68575" tIns="68575" rIns="68575" bIns="6857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sk-SK" dirty="0"/>
              <a:t>Tabuľky – príklad</a:t>
            </a:r>
          </a:p>
        </p:txBody>
      </p:sp>
      <p:sp>
        <p:nvSpPr>
          <p:cNvPr id="198" name="Google Shape;198;p26"/>
          <p:cNvSpPr txBox="1">
            <a:spLocks noGrp="1"/>
          </p:cNvSpPr>
          <p:nvPr>
            <p:ph type="body" idx="1"/>
          </p:nvPr>
        </p:nvSpPr>
        <p:spPr>
          <a:xfrm>
            <a:off x="435894" y="1635371"/>
            <a:ext cx="8272200" cy="2758800"/>
          </a:xfrm>
          <a:prstGeom prst="rect">
            <a:avLst/>
          </a:prstGeom>
        </p:spPr>
        <p:txBody>
          <a:bodyPr spcFirstLastPara="1" wrap="square" lIns="68575" tIns="68575" rIns="68575" bIns="68575" anchor="t" anchorCtr="0">
            <a:noAutofit/>
          </a:bodyPr>
          <a:lstStyle/>
          <a:p>
            <a:pPr marL="457200" lvl="0" indent="-330200" algn="l" rtl="0">
              <a:spcBef>
                <a:spcPts val="300"/>
              </a:spcBef>
              <a:spcAft>
                <a:spcPts val="0"/>
              </a:spcAft>
              <a:buSzPts val="1600"/>
              <a:buChar char="●"/>
            </a:pPr>
            <a:r>
              <a:rPr lang="sk-SK" dirty="0"/>
              <a:t>Tabuľka s horizontálnymi čiarami medzi riadkami </a:t>
            </a:r>
            <a:endParaRPr lang="sk-SK" sz="1100" dirty="0">
              <a:solidFill>
                <a:srgbClr val="0077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228600" lvl="0" indent="-152400" algn="l" rtl="0">
              <a:spcBef>
                <a:spcPts val="300"/>
              </a:spcBef>
              <a:spcAft>
                <a:spcPts val="500"/>
              </a:spcAft>
              <a:buNone/>
            </a:pPr>
            <a:endParaRPr lang="sk-SK" dirty="0"/>
          </a:p>
        </p:txBody>
      </p:sp>
      <p:sp>
        <p:nvSpPr>
          <p:cNvPr id="199" name="Google Shape;199;p26"/>
          <p:cNvSpPr txBox="1">
            <a:spLocks noGrp="1"/>
          </p:cNvSpPr>
          <p:nvPr>
            <p:ph type="sldNum" idx="12"/>
          </p:nvPr>
        </p:nvSpPr>
        <p:spPr>
          <a:xfrm>
            <a:off x="8499550" y="4742725"/>
            <a:ext cx="312600" cy="273900"/>
          </a:xfrm>
          <a:prstGeom prst="rect">
            <a:avLst/>
          </a:prstGeom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sk-SK" smtClean="0"/>
              <a:t>38</a:t>
            </a:fld>
            <a:endParaRPr lang="sk-SK" dirty="0"/>
          </a:p>
        </p:txBody>
      </p:sp>
      <p:pic>
        <p:nvPicPr>
          <p:cNvPr id="3" name="Obrázok 2">
            <a:extLst>
              <a:ext uri="{FF2B5EF4-FFF2-40B4-BE49-F238E27FC236}">
                <a16:creationId xmlns:a16="http://schemas.microsoft.com/office/drawing/2014/main" id="{58398779-F7B5-41EC-9ED6-5A596F7AF72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50680" y="2390961"/>
            <a:ext cx="2628571" cy="1247619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09CB139A-9F9C-430D-9DD5-F62F9DFCF1F1}"/>
              </a:ext>
            </a:extLst>
          </p:cNvPr>
          <p:cNvSpPr>
            <a:spLocks noChangeArrowheads="1"/>
          </p:cNvSpPr>
          <p:nvPr/>
        </p:nvSpPr>
        <p:spPr bwMode="auto">
          <a:xfrm>
            <a:off x="863600" y="2017922"/>
            <a:ext cx="3158237" cy="212365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sk-SK" altLang="sk-SK" sz="12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</a:rPr>
              <a:t>table </a:t>
            </a:r>
            <a:r>
              <a:rPr kumimoji="0" lang="sk-SK" altLang="sk-SK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{</a:t>
            </a:r>
            <a:br>
              <a:rPr kumimoji="0" lang="sk-SK" altLang="sk-SK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</a:br>
            <a:r>
              <a:rPr kumimoji="0" lang="sk-SK" altLang="sk-SK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kumimoji="0" lang="sk-SK" altLang="sk-SK" sz="1200" b="0" i="0" u="none" strike="noStrike" cap="none" normalizeH="0" baseline="0" dirty="0" err="1">
                <a:ln>
                  <a:noFill/>
                </a:ln>
                <a:solidFill>
                  <a:srgbClr val="174AD4"/>
                </a:solidFill>
                <a:effectLst/>
                <a:latin typeface="Consolas" panose="020B0609020204030204" pitchFamily="49" charset="0"/>
              </a:rPr>
              <a:t>border-collapse</a:t>
            </a:r>
            <a:r>
              <a:rPr kumimoji="0" lang="sk-SK" altLang="sk-SK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kumimoji="0" lang="sk-SK" altLang="sk-SK" sz="1200" b="0" i="0" u="none" strike="noStrike" cap="none" normalizeH="0" baseline="0" dirty="0" err="1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</a:rPr>
              <a:t>collapse</a:t>
            </a:r>
            <a:r>
              <a:rPr kumimoji="0" lang="sk-SK" altLang="sk-SK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kumimoji="0" lang="sk-SK" altLang="sk-SK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</a:br>
            <a:r>
              <a:rPr kumimoji="0" lang="sk-SK" altLang="sk-SK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kumimoji="0" lang="sk-SK" altLang="sk-SK" sz="1200" b="0" i="0" u="none" strike="noStrike" cap="none" normalizeH="0" baseline="0" dirty="0" err="1">
                <a:ln>
                  <a:noFill/>
                </a:ln>
                <a:solidFill>
                  <a:srgbClr val="174AD4"/>
                </a:solidFill>
                <a:effectLst/>
                <a:latin typeface="Consolas" panose="020B0609020204030204" pitchFamily="49" charset="0"/>
              </a:rPr>
              <a:t>width</a:t>
            </a:r>
            <a:r>
              <a:rPr kumimoji="0" lang="sk-SK" altLang="sk-SK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kumimoji="0" lang="sk-SK" altLang="sk-SK" sz="1200" b="0" i="0" u="none" strike="noStrike" cap="none" normalizeH="0" baseline="0" dirty="0">
                <a:ln>
                  <a:noFill/>
                </a:ln>
                <a:solidFill>
                  <a:srgbClr val="1750EB"/>
                </a:solidFill>
                <a:effectLst/>
                <a:latin typeface="Consolas" panose="020B0609020204030204" pitchFamily="49" charset="0"/>
              </a:rPr>
              <a:t>100</a:t>
            </a:r>
            <a:r>
              <a:rPr kumimoji="0" lang="sk-SK" altLang="sk-SK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%;</a:t>
            </a:r>
            <a:br>
              <a:rPr kumimoji="0" lang="sk-SK" altLang="sk-SK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</a:br>
            <a:r>
              <a:rPr kumimoji="0" lang="sk-SK" altLang="sk-SK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}</a:t>
            </a:r>
            <a:br>
              <a:rPr kumimoji="0" lang="sk-SK" altLang="sk-SK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</a:br>
            <a:br>
              <a:rPr kumimoji="0" lang="sk-SK" altLang="sk-SK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</a:br>
            <a:r>
              <a:rPr kumimoji="0" lang="sk-SK" altLang="sk-SK" sz="1200" b="0" i="0" u="none" strike="noStrike" cap="none" normalizeH="0" baseline="0" dirty="0" err="1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</a:rPr>
              <a:t>th</a:t>
            </a:r>
            <a:r>
              <a:rPr kumimoji="0" lang="sk-SK" altLang="sk-SK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kumimoji="0" lang="sk-SK" altLang="sk-SK" sz="1200" b="0" i="0" u="none" strike="noStrike" cap="none" normalizeH="0" baseline="0" dirty="0" err="1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</a:rPr>
              <a:t>td</a:t>
            </a:r>
            <a:r>
              <a:rPr kumimoji="0" lang="sk-SK" altLang="sk-SK" sz="12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sk-SK" altLang="sk-SK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{</a:t>
            </a:r>
            <a:br>
              <a:rPr kumimoji="0" lang="sk-SK" altLang="sk-SK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</a:br>
            <a:r>
              <a:rPr kumimoji="0" lang="sk-SK" altLang="sk-SK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kumimoji="0" lang="sk-SK" altLang="sk-SK" sz="1200" b="0" i="0" u="none" strike="noStrike" cap="none" normalizeH="0" baseline="0" dirty="0" err="1">
                <a:ln>
                  <a:noFill/>
                </a:ln>
                <a:solidFill>
                  <a:srgbClr val="174AD4"/>
                </a:solidFill>
                <a:effectLst/>
                <a:latin typeface="Consolas" panose="020B0609020204030204" pitchFamily="49" charset="0"/>
              </a:rPr>
              <a:t>padding</a:t>
            </a:r>
            <a:r>
              <a:rPr kumimoji="0" lang="sk-SK" altLang="sk-SK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kumimoji="0" lang="sk-SK" altLang="sk-SK" sz="1200" b="0" i="0" u="none" strike="noStrike" cap="none" normalizeH="0" baseline="0" dirty="0">
                <a:ln>
                  <a:noFill/>
                </a:ln>
                <a:solidFill>
                  <a:srgbClr val="1750EB"/>
                </a:solidFill>
                <a:effectLst/>
                <a:latin typeface="Consolas" panose="020B0609020204030204" pitchFamily="49" charset="0"/>
              </a:rPr>
              <a:t>10</a:t>
            </a:r>
            <a:r>
              <a:rPr kumimoji="0" lang="sk-SK" altLang="sk-SK" sz="12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</a:rPr>
              <a:t>px</a:t>
            </a:r>
            <a:r>
              <a:rPr kumimoji="0" lang="sk-SK" altLang="sk-SK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kumimoji="0" lang="sk-SK" altLang="sk-SK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</a:br>
            <a:r>
              <a:rPr kumimoji="0" lang="sk-SK" altLang="sk-SK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kumimoji="0" lang="sk-SK" altLang="sk-SK" sz="1200" b="0" i="0" u="none" strike="noStrike" cap="none" normalizeH="0" baseline="0" dirty="0">
                <a:ln>
                  <a:noFill/>
                </a:ln>
                <a:solidFill>
                  <a:srgbClr val="174AD4"/>
                </a:solidFill>
                <a:effectLst/>
                <a:latin typeface="Consolas" panose="020B0609020204030204" pitchFamily="49" charset="0"/>
              </a:rPr>
              <a:t>text-</a:t>
            </a:r>
            <a:r>
              <a:rPr kumimoji="0" lang="sk-SK" altLang="sk-SK" sz="1200" b="0" i="0" u="none" strike="noStrike" cap="none" normalizeH="0" baseline="0" dirty="0" err="1">
                <a:ln>
                  <a:noFill/>
                </a:ln>
                <a:solidFill>
                  <a:srgbClr val="174AD4"/>
                </a:solidFill>
                <a:effectLst/>
                <a:latin typeface="Consolas" panose="020B0609020204030204" pitchFamily="49" charset="0"/>
              </a:rPr>
              <a:t>align</a:t>
            </a:r>
            <a:r>
              <a:rPr kumimoji="0" lang="sk-SK" altLang="sk-SK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kumimoji="0" lang="sk-SK" altLang="sk-SK" sz="12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</a:rPr>
              <a:t>center</a:t>
            </a:r>
            <a:r>
              <a:rPr kumimoji="0" lang="sk-SK" altLang="sk-SK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kumimoji="0" lang="sk-SK" altLang="sk-SK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</a:br>
            <a:r>
              <a:rPr kumimoji="0" lang="sk-SK" altLang="sk-SK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kumimoji="0" lang="sk-SK" altLang="sk-SK" sz="1200" b="0" i="0" u="none" strike="noStrike" cap="none" normalizeH="0" baseline="0" dirty="0" err="1">
                <a:ln>
                  <a:noFill/>
                </a:ln>
                <a:solidFill>
                  <a:srgbClr val="174AD4"/>
                </a:solidFill>
                <a:effectLst/>
                <a:latin typeface="Consolas" panose="020B0609020204030204" pitchFamily="49" charset="0"/>
              </a:rPr>
              <a:t>border-bottom</a:t>
            </a:r>
            <a:r>
              <a:rPr kumimoji="0" lang="sk-SK" altLang="sk-SK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kumimoji="0" lang="sk-SK" altLang="sk-SK" sz="1200" b="0" i="0" u="none" strike="noStrike" cap="none" normalizeH="0" baseline="0" dirty="0">
                <a:ln>
                  <a:noFill/>
                </a:ln>
                <a:solidFill>
                  <a:srgbClr val="1750EB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kumimoji="0" lang="sk-SK" altLang="sk-SK" sz="12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</a:rPr>
              <a:t>px </a:t>
            </a:r>
            <a:r>
              <a:rPr kumimoji="0" lang="sk-SK" altLang="sk-SK" sz="1200" b="0" i="0" u="none" strike="noStrike" cap="none" normalizeH="0" baseline="0" dirty="0" err="1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</a:rPr>
              <a:t>solid</a:t>
            </a:r>
            <a:r>
              <a:rPr kumimoji="0" lang="sk-SK" altLang="sk-SK" sz="12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sk-SK" altLang="sk-SK" sz="1200" b="0" i="0" u="none" strike="noStrike" cap="none" normalizeH="0" baseline="0" dirty="0" err="1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</a:rPr>
              <a:t>black</a:t>
            </a:r>
            <a:r>
              <a:rPr kumimoji="0" lang="sk-SK" altLang="sk-SK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kumimoji="0" lang="sk-SK" altLang="sk-SK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</a:br>
            <a:r>
              <a:rPr kumimoji="0" lang="sk-SK" altLang="sk-SK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}</a:t>
            </a:r>
            <a:br>
              <a:rPr kumimoji="0" lang="sk-SK" altLang="sk-SK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</a:br>
            <a:endParaRPr kumimoji="0" lang="sk-SK" altLang="sk-SK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onsolas" panose="020B0609020204030204" pitchFamily="49" charset="0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27"/>
          <p:cNvSpPr txBox="1">
            <a:spLocks noGrp="1"/>
          </p:cNvSpPr>
          <p:nvPr>
            <p:ph type="title"/>
          </p:nvPr>
        </p:nvSpPr>
        <p:spPr>
          <a:xfrm>
            <a:off x="435894" y="526617"/>
            <a:ext cx="8272200" cy="760200"/>
          </a:xfrm>
          <a:prstGeom prst="rect">
            <a:avLst/>
          </a:prstGeom>
        </p:spPr>
        <p:txBody>
          <a:bodyPr spcFirstLastPara="1" wrap="square" lIns="68575" tIns="68575" rIns="68575" bIns="6857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sk-SK"/>
              <a:t>Zobrazovanie prvkov</a:t>
            </a:r>
            <a:endParaRPr lang="sk-SK" dirty="0"/>
          </a:p>
        </p:txBody>
      </p:sp>
      <p:sp>
        <p:nvSpPr>
          <p:cNvPr id="205" name="Google Shape;205;p27"/>
          <p:cNvSpPr txBox="1">
            <a:spLocks noGrp="1"/>
          </p:cNvSpPr>
          <p:nvPr>
            <p:ph type="body" idx="1"/>
          </p:nvPr>
        </p:nvSpPr>
        <p:spPr>
          <a:xfrm>
            <a:off x="435894" y="1635372"/>
            <a:ext cx="8272200" cy="2758800"/>
          </a:xfrm>
          <a:prstGeom prst="rect">
            <a:avLst/>
          </a:prstGeom>
        </p:spPr>
        <p:txBody>
          <a:bodyPr spcFirstLastPara="1" wrap="square" lIns="68575" tIns="68575" rIns="68575" bIns="68575" anchor="t" anchorCtr="0">
            <a:noAutofit/>
          </a:bodyPr>
          <a:lstStyle/>
          <a:p>
            <a:pPr marL="457200" lvl="0" indent="-330200" algn="l" rtl="0">
              <a:spcBef>
                <a:spcPts val="300"/>
              </a:spcBef>
              <a:spcAft>
                <a:spcPts val="0"/>
              </a:spcAft>
              <a:buSzPts val="1600"/>
              <a:buChar char="●"/>
            </a:pPr>
            <a:r>
              <a:rPr lang="sk-SK" dirty="0"/>
              <a:t>Vlastnosť</a:t>
            </a:r>
            <a:r>
              <a:rPr lang="en-US" dirty="0"/>
              <a:t> </a:t>
            </a:r>
            <a:r>
              <a:rPr lang="sk-SK" sz="1400" dirty="0"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  <a:t>display</a:t>
            </a:r>
            <a:r>
              <a:rPr lang="en-US" dirty="0">
                <a:sym typeface="Roboto Mono"/>
              </a:rPr>
              <a:t> </a:t>
            </a:r>
            <a:r>
              <a:rPr lang="sk-SK" dirty="0"/>
              <a:t>ovplyvňuje spôsob zobrazenia elementov na stránke</a:t>
            </a:r>
            <a:endParaRPr lang="sk-SK" sz="1400" dirty="0">
              <a:latin typeface="Consolas" panose="020B0609020204030204" pitchFamily="49" charset="0"/>
              <a:ea typeface="Roboto Mono"/>
              <a:cs typeface="Roboto Mono"/>
              <a:sym typeface="Roboto Mono"/>
            </a:endParaRPr>
          </a:p>
          <a:p>
            <a:r>
              <a:rPr lang="sk-SK" dirty="0"/>
              <a:t>Predvolené správanie:</a:t>
            </a:r>
          </a:p>
          <a:p>
            <a:pPr marL="914400" lvl="1" indent="-298450" algn="l" rtl="0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sk-SK" dirty="0"/>
              <a:t>Blokové značky – hodnota</a:t>
            </a:r>
            <a:r>
              <a:rPr lang="en-US" dirty="0"/>
              <a:t> </a:t>
            </a:r>
            <a:r>
              <a:rPr lang="sk-SK" sz="1200" dirty="0" err="1"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  <a:t>block</a:t>
            </a:r>
            <a:endParaRPr lang="sk-SK" sz="1200" dirty="0">
              <a:latin typeface="Consolas" panose="020B0609020204030204" pitchFamily="49" charset="0"/>
              <a:ea typeface="Roboto Mono"/>
              <a:cs typeface="Roboto Mono"/>
              <a:sym typeface="Roboto Mono"/>
            </a:endParaRPr>
          </a:p>
          <a:p>
            <a:pPr marL="914400" lvl="1" indent="-298450" algn="l" rtl="0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sk-SK" dirty="0"/>
              <a:t>Riadkové značky – hodnota</a:t>
            </a:r>
            <a:r>
              <a:rPr lang="en-US" dirty="0"/>
              <a:t> </a:t>
            </a:r>
            <a:r>
              <a:rPr lang="sk-SK" sz="1200" dirty="0" err="1">
                <a:latin typeface="Consolas" panose="020B0609020204030204" pitchFamily="49" charset="0"/>
                <a:ea typeface="Roboto Mono"/>
                <a:sym typeface="Roboto Mono"/>
              </a:rPr>
              <a:t>inline</a:t>
            </a:r>
            <a:r>
              <a:rPr lang="sk-SK" dirty="0"/>
              <a:t> </a:t>
            </a:r>
          </a:p>
          <a:p>
            <a:pPr marL="914400" lvl="1" indent="-298450" algn="l" rtl="0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sk-SK" dirty="0"/>
              <a:t>Zmenou vlastnosti </a:t>
            </a:r>
            <a:r>
              <a:rPr lang="sk-SK" sz="1200" dirty="0">
                <a:latin typeface="Consolas" panose="020B0609020204030204" pitchFamily="49" charset="0"/>
                <a:sym typeface="Roboto Mono"/>
              </a:rPr>
              <a:t>display</a:t>
            </a:r>
            <a:r>
              <a:rPr lang="sk-SK" dirty="0"/>
              <a:t> sa zmení aj spôsob zobrazenia elementov</a:t>
            </a: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sk-SK" dirty="0"/>
              <a:t>Skrývanie elementov (často používané v skriptoch)</a:t>
            </a:r>
          </a:p>
          <a:p>
            <a:pPr marL="914400" lvl="1" indent="-298450" algn="l" rtl="0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sk-SK" dirty="0"/>
              <a:t>Nastavením </a:t>
            </a:r>
            <a:r>
              <a:rPr lang="sk-SK" sz="1200" dirty="0">
                <a:latin typeface="Consolas" panose="020B0609020204030204" pitchFamily="49" charset="0"/>
                <a:ea typeface="Roboto Mono"/>
                <a:sym typeface="Roboto Mono"/>
              </a:rPr>
              <a:t>display: </a:t>
            </a:r>
            <a:r>
              <a:rPr lang="sk-SK" sz="1200" dirty="0" err="1">
                <a:latin typeface="Consolas" panose="020B0609020204030204" pitchFamily="49" charset="0"/>
                <a:ea typeface="Roboto Mono"/>
                <a:sym typeface="Roboto Mono"/>
              </a:rPr>
              <a:t>none</a:t>
            </a:r>
            <a:endParaRPr lang="sk-SK" sz="1200" dirty="0">
              <a:latin typeface="Consolas" panose="020B0609020204030204" pitchFamily="49" charset="0"/>
              <a:ea typeface="Roboto Mono"/>
            </a:endParaRPr>
          </a:p>
          <a:p>
            <a:pPr lvl="1">
              <a:spcBef>
                <a:spcPts val="0"/>
              </a:spcBef>
            </a:pPr>
            <a:r>
              <a:rPr lang="sk-SK" dirty="0"/>
              <a:t>Vlastnosť </a:t>
            </a:r>
            <a:r>
              <a:rPr lang="sk-SK" sz="1200" dirty="0" err="1">
                <a:latin typeface="Consolas" panose="020B0609020204030204" pitchFamily="49" charset="0"/>
              </a:rPr>
              <a:t>visibility</a:t>
            </a:r>
            <a:r>
              <a:rPr lang="sk-SK" dirty="0"/>
              <a:t> (</a:t>
            </a:r>
            <a:r>
              <a:rPr lang="sk-SK" sz="1200" dirty="0" err="1">
                <a:latin typeface="Consolas"/>
                <a:sym typeface="Roboto Mono"/>
              </a:rPr>
              <a:t>hidden</a:t>
            </a:r>
            <a:r>
              <a:rPr lang="sk-SK" sz="1200" dirty="0">
                <a:latin typeface="Consolas"/>
                <a:sym typeface="Roboto Mono"/>
              </a:rPr>
              <a:t>, </a:t>
            </a:r>
            <a:r>
              <a:rPr lang="sk-SK" sz="1200" dirty="0" err="1">
                <a:latin typeface="Consolas"/>
                <a:sym typeface="Roboto Mono"/>
              </a:rPr>
              <a:t>visible</a:t>
            </a:r>
            <a:r>
              <a:rPr lang="sk-SK" sz="1200" dirty="0">
                <a:latin typeface="Consolas"/>
                <a:sym typeface="Roboto Mono"/>
              </a:rPr>
              <a:t> a </a:t>
            </a:r>
            <a:r>
              <a:rPr lang="sk-SK" sz="1200" dirty="0" err="1">
                <a:latin typeface="Consolas"/>
                <a:sym typeface="Roboto Mono"/>
              </a:rPr>
              <a:t>collapse</a:t>
            </a:r>
            <a:r>
              <a:rPr lang="sk-SK" dirty="0"/>
              <a:t>)</a:t>
            </a:r>
          </a:p>
          <a:p>
            <a:pPr marL="914400" lvl="1" indent="-298450" algn="l" rtl="0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sk-SK" dirty="0"/>
              <a:t>Rozdiely</a:t>
            </a:r>
          </a:p>
        </p:txBody>
      </p:sp>
      <p:sp>
        <p:nvSpPr>
          <p:cNvPr id="206" name="Google Shape;206;p27"/>
          <p:cNvSpPr txBox="1">
            <a:spLocks noGrp="1"/>
          </p:cNvSpPr>
          <p:nvPr>
            <p:ph type="sldNum" idx="12"/>
          </p:nvPr>
        </p:nvSpPr>
        <p:spPr>
          <a:xfrm>
            <a:off x="8499550" y="4742725"/>
            <a:ext cx="312600" cy="273900"/>
          </a:xfrm>
          <a:prstGeom prst="rect">
            <a:avLst/>
          </a:prstGeom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sk-SK" smtClean="0"/>
              <a:t>39</a:t>
            </a:fld>
            <a:endParaRPr lang="sk-SK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28"/>
          <p:cNvSpPr txBox="1">
            <a:spLocks noGrp="1"/>
          </p:cNvSpPr>
          <p:nvPr>
            <p:ph type="title"/>
          </p:nvPr>
        </p:nvSpPr>
        <p:spPr>
          <a:xfrm>
            <a:off x="435894" y="526617"/>
            <a:ext cx="8272200" cy="760200"/>
          </a:xfrm>
          <a:prstGeom prst="rect">
            <a:avLst/>
          </a:prstGeom>
        </p:spPr>
        <p:txBody>
          <a:bodyPr spcFirstLastPara="1" wrap="square" lIns="68575" tIns="68575" rIns="68575" bIns="6857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sk-SK" dirty="0"/>
              <a:t>Zobrazenie </a:t>
            </a:r>
            <a:r>
              <a:rPr lang="sk-SK"/>
              <a:t>prvkov </a:t>
            </a:r>
            <a:r>
              <a:rPr lang="sk-SK" dirty="0"/>
              <a:t>–</a:t>
            </a:r>
            <a:r>
              <a:rPr lang="sk-SK"/>
              <a:t> príklad</a:t>
            </a:r>
            <a:endParaRPr lang="sk-SK" dirty="0"/>
          </a:p>
        </p:txBody>
      </p:sp>
      <p:sp>
        <p:nvSpPr>
          <p:cNvPr id="212" name="Google Shape;212;p28"/>
          <p:cNvSpPr txBox="1">
            <a:spLocks noGrp="1"/>
          </p:cNvSpPr>
          <p:nvPr>
            <p:ph type="body" idx="1"/>
          </p:nvPr>
        </p:nvSpPr>
        <p:spPr>
          <a:xfrm>
            <a:off x="435894" y="1635372"/>
            <a:ext cx="8272200" cy="2758800"/>
          </a:xfrm>
          <a:prstGeom prst="rect">
            <a:avLst/>
          </a:prstGeom>
        </p:spPr>
        <p:txBody>
          <a:bodyPr spcFirstLastPara="1" wrap="square" lIns="68575" tIns="68575" rIns="68575" bIns="68575" anchor="t" anchorCtr="0">
            <a:noAutofit/>
          </a:bodyPr>
          <a:lstStyle/>
          <a:p>
            <a:pPr marL="457200" lvl="0" indent="-330200" algn="l" rtl="0">
              <a:spcBef>
                <a:spcPts val="300"/>
              </a:spcBef>
              <a:spcAft>
                <a:spcPts val="0"/>
              </a:spcAft>
              <a:buSzPts val="1600"/>
              <a:buChar char="●"/>
            </a:pPr>
            <a:r>
              <a:rPr lang="sk-SK" dirty="0"/>
              <a:t>Nadpisy nebudú blokové, text bude pokračovať vedľa nich, nie pod nimi</a:t>
            </a:r>
            <a:endParaRPr lang="sk-SK" sz="1200" dirty="0">
              <a:solidFill>
                <a:srgbClr val="0077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457200" algn="l" rtl="0">
              <a:lnSpc>
                <a:spcPct val="12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br>
              <a:rPr lang="sk-SK" sz="1200" dirty="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</a:br>
            <a:endParaRPr lang="sk-SK" sz="1200" dirty="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457200" lvl="0" indent="-330200" algn="l" rtl="0">
              <a:spcBef>
                <a:spcPts val="300"/>
              </a:spcBef>
              <a:spcAft>
                <a:spcPts val="0"/>
              </a:spcAft>
              <a:buSzPts val="1600"/>
              <a:buChar char="●"/>
            </a:pPr>
            <a:endParaRPr lang="sk-SK" dirty="0"/>
          </a:p>
          <a:p>
            <a:pPr marL="457200" lvl="0" indent="-330200" algn="l" rtl="0">
              <a:spcBef>
                <a:spcPts val="300"/>
              </a:spcBef>
              <a:spcAft>
                <a:spcPts val="0"/>
              </a:spcAft>
              <a:buSzPts val="1600"/>
              <a:buChar char="●"/>
            </a:pPr>
            <a:r>
              <a:rPr lang="sk-SK" dirty="0"/>
              <a:t>Blok sa nebude zobrazovať</a:t>
            </a:r>
            <a:endParaRPr lang="sk-SK" sz="1200" b="1" dirty="0"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300"/>
              </a:spcBef>
              <a:spcAft>
                <a:spcPts val="500"/>
              </a:spcAft>
              <a:buNone/>
            </a:pPr>
            <a:endParaRPr lang="sk-SK" dirty="0"/>
          </a:p>
        </p:txBody>
      </p:sp>
      <p:sp>
        <p:nvSpPr>
          <p:cNvPr id="213" name="Google Shape;213;p28"/>
          <p:cNvSpPr txBox="1">
            <a:spLocks noGrp="1"/>
          </p:cNvSpPr>
          <p:nvPr>
            <p:ph type="sldNum" idx="12"/>
          </p:nvPr>
        </p:nvSpPr>
        <p:spPr>
          <a:xfrm>
            <a:off x="8499550" y="4742725"/>
            <a:ext cx="312600" cy="273900"/>
          </a:xfrm>
          <a:prstGeom prst="rect">
            <a:avLst/>
          </a:prstGeom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sk-SK" smtClean="0"/>
              <a:t>40</a:t>
            </a:fld>
            <a:endParaRPr lang="sk-SK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78E5C3E-32D0-462A-910E-FC9B20917BDD}"/>
              </a:ext>
            </a:extLst>
          </p:cNvPr>
          <p:cNvSpPr>
            <a:spLocks noChangeArrowheads="1"/>
          </p:cNvSpPr>
          <p:nvPr/>
        </p:nvSpPr>
        <p:spPr bwMode="auto">
          <a:xfrm>
            <a:off x="901700" y="2045385"/>
            <a:ext cx="1883849" cy="646331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sk-SK" altLang="sk-SK" sz="12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</a:rPr>
              <a:t>h1</a:t>
            </a:r>
            <a:r>
              <a:rPr kumimoji="0" lang="sk-SK" altLang="sk-SK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kumimoji="0" lang="sk-SK" altLang="sk-SK" sz="12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</a:rPr>
              <a:t>h2</a:t>
            </a:r>
            <a:r>
              <a:rPr kumimoji="0" lang="sk-SK" altLang="sk-SK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kumimoji="0" lang="sk-SK" altLang="sk-SK" sz="12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</a:rPr>
              <a:t>h3 </a:t>
            </a:r>
            <a:r>
              <a:rPr kumimoji="0" lang="sk-SK" altLang="sk-SK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{</a:t>
            </a:r>
            <a:br>
              <a:rPr kumimoji="0" lang="sk-SK" altLang="sk-SK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</a:br>
            <a:r>
              <a:rPr kumimoji="0" lang="sk-SK" altLang="sk-SK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kumimoji="0" lang="sk-SK" altLang="sk-SK" sz="1200" b="0" i="0" u="none" strike="noStrike" cap="none" normalizeH="0" baseline="0" dirty="0">
                <a:ln>
                  <a:noFill/>
                </a:ln>
                <a:solidFill>
                  <a:srgbClr val="174AD4"/>
                </a:solidFill>
                <a:effectLst/>
                <a:latin typeface="Consolas" panose="020B0609020204030204" pitchFamily="49" charset="0"/>
              </a:rPr>
              <a:t>display</a:t>
            </a:r>
            <a:r>
              <a:rPr kumimoji="0" lang="sk-SK" altLang="sk-SK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kumimoji="0" lang="sk-SK" altLang="sk-SK" sz="1200" b="0" i="0" u="none" strike="noStrike" cap="none" normalizeH="0" baseline="0" dirty="0" err="1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</a:rPr>
              <a:t>inline</a:t>
            </a:r>
            <a:r>
              <a:rPr kumimoji="0" lang="sk-SK" altLang="sk-SK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kumimoji="0" lang="sk-SK" altLang="sk-SK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</a:br>
            <a:r>
              <a:rPr kumimoji="0" lang="sk-SK" altLang="sk-SK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}</a:t>
            </a:r>
            <a:endParaRPr kumimoji="0" lang="sk-SK" altLang="sk-SK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580AEB0-28D8-45FA-A157-ACB6CCC541DB}"/>
              </a:ext>
            </a:extLst>
          </p:cNvPr>
          <p:cNvSpPr>
            <a:spLocks noChangeArrowheads="1"/>
          </p:cNvSpPr>
          <p:nvPr/>
        </p:nvSpPr>
        <p:spPr bwMode="auto">
          <a:xfrm>
            <a:off x="901700" y="3191302"/>
            <a:ext cx="1713931" cy="83099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sk-SK" altLang="sk-SK" sz="1200" b="0" i="0" u="none" strike="noStrike" cap="none" normalizeH="0" baseline="0" dirty="0" err="1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</a:rPr>
              <a:t>div</a:t>
            </a:r>
            <a:r>
              <a:rPr kumimoji="0" lang="sk-SK" altLang="sk-SK" sz="12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kumimoji="0" lang="sk-SK" altLang="sk-SK" sz="1200" b="0" i="0" u="none" strike="noStrike" cap="none" normalizeH="0" baseline="0" dirty="0" err="1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</a:rPr>
              <a:t>skryty</a:t>
            </a:r>
            <a:r>
              <a:rPr kumimoji="0" lang="sk-SK" altLang="sk-SK" sz="12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sk-SK" altLang="sk-SK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{</a:t>
            </a:r>
            <a:br>
              <a:rPr kumimoji="0" lang="sk-SK" altLang="sk-SK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</a:br>
            <a:r>
              <a:rPr kumimoji="0" lang="sk-SK" altLang="sk-SK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kumimoji="0" lang="sk-SK" altLang="sk-SK" sz="1200" b="0" i="0" u="none" strike="noStrike" cap="none" normalizeH="0" baseline="0" dirty="0">
                <a:ln>
                  <a:noFill/>
                </a:ln>
                <a:solidFill>
                  <a:srgbClr val="174AD4"/>
                </a:solidFill>
                <a:effectLst/>
                <a:latin typeface="Consolas" panose="020B0609020204030204" pitchFamily="49" charset="0"/>
              </a:rPr>
              <a:t>display</a:t>
            </a:r>
            <a:r>
              <a:rPr kumimoji="0" lang="sk-SK" altLang="sk-SK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kumimoji="0" lang="sk-SK" altLang="sk-SK" sz="1200" b="0" i="0" u="none" strike="noStrike" cap="none" normalizeH="0" baseline="0" dirty="0" err="1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</a:rPr>
              <a:t>none</a:t>
            </a:r>
            <a:r>
              <a:rPr kumimoji="0" lang="sk-SK" altLang="sk-SK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kumimoji="0" lang="sk-SK" altLang="sk-SK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</a:br>
            <a:r>
              <a:rPr kumimoji="0" lang="sk-SK" altLang="sk-SK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}</a:t>
            </a:r>
            <a:br>
              <a:rPr kumimoji="0" lang="sk-SK" altLang="sk-SK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</a:br>
            <a:endParaRPr kumimoji="0" lang="sk-SK" altLang="sk-SK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onsolas" panose="020B0609020204030204" pitchFamily="49" charset="0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31"/>
          <p:cNvSpPr txBox="1">
            <a:spLocks noGrp="1"/>
          </p:cNvSpPr>
          <p:nvPr>
            <p:ph type="title"/>
          </p:nvPr>
        </p:nvSpPr>
        <p:spPr>
          <a:xfrm>
            <a:off x="435894" y="526617"/>
            <a:ext cx="8272200" cy="760200"/>
          </a:xfrm>
          <a:prstGeom prst="rect">
            <a:avLst/>
          </a:prstGeom>
        </p:spPr>
        <p:txBody>
          <a:bodyPr spcFirstLastPara="1" wrap="square" lIns="68575" tIns="68575" rIns="68575" bIns="6857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sk-SK"/>
              <a:t>Pozícia prvkov</a:t>
            </a:r>
            <a:endParaRPr lang="sk-SK" dirty="0"/>
          </a:p>
        </p:txBody>
      </p:sp>
      <p:sp>
        <p:nvSpPr>
          <p:cNvPr id="235" name="Google Shape;235;p31"/>
          <p:cNvSpPr txBox="1">
            <a:spLocks noGrp="1"/>
          </p:cNvSpPr>
          <p:nvPr>
            <p:ph type="body" idx="1"/>
          </p:nvPr>
        </p:nvSpPr>
        <p:spPr>
          <a:xfrm>
            <a:off x="435894" y="1635372"/>
            <a:ext cx="8272200" cy="2758800"/>
          </a:xfrm>
          <a:prstGeom prst="rect">
            <a:avLst/>
          </a:prstGeom>
        </p:spPr>
        <p:txBody>
          <a:bodyPr spcFirstLastPara="1" wrap="square" lIns="68575" tIns="68575" rIns="68575" bIns="68575" anchor="t" anchorCtr="0">
            <a:noAutofit/>
          </a:bodyPr>
          <a:lstStyle/>
          <a:p>
            <a:pPr marL="457200" lvl="0" indent="-330200" algn="l" rtl="0">
              <a:spcBef>
                <a:spcPts val="300"/>
              </a:spcBef>
              <a:spcAft>
                <a:spcPts val="0"/>
              </a:spcAft>
              <a:buSzPts val="1600"/>
              <a:buChar char="●"/>
            </a:pPr>
            <a:r>
              <a:rPr lang="sk-SK" dirty="0"/>
              <a:t>Definuje spôsob, ako a kde sa prvok na stránke zobrazí – vlastnosť </a:t>
            </a:r>
            <a:r>
              <a:rPr lang="sk-SK" sz="1400" dirty="0" err="1"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  <a:t>position</a:t>
            </a:r>
            <a:endParaRPr lang="sk-SK" sz="1400" dirty="0">
              <a:latin typeface="Consolas" panose="020B0609020204030204" pitchFamily="49" charset="0"/>
              <a:ea typeface="Roboto Mono"/>
              <a:cs typeface="Roboto Mono"/>
              <a:sym typeface="Roboto Mono"/>
            </a:endParaRP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sk-SK" dirty="0"/>
              <a:t>4 základné hodnoty</a:t>
            </a:r>
          </a:p>
          <a:p>
            <a:pPr marL="914400" lvl="1" indent="-298450" algn="l" rtl="0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sk-SK" sz="1200" dirty="0" err="1"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  <a:t>static</a:t>
            </a:r>
            <a:r>
              <a:rPr lang="sk-SK" dirty="0"/>
              <a:t> (default) – zobrazený tam, kde je, jeho pozícia sa nedá ovplyvniť</a:t>
            </a:r>
          </a:p>
          <a:p>
            <a:pPr marL="914400" lvl="1" indent="-298450" algn="l" rtl="0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sk-SK" sz="1200" dirty="0" err="1">
                <a:latin typeface="Consolas" panose="020B0609020204030204" pitchFamily="49" charset="0"/>
                <a:ea typeface="Roboto Mono"/>
                <a:sym typeface="Roboto Mono"/>
              </a:rPr>
              <a:t>relative</a:t>
            </a:r>
            <a:r>
              <a:rPr lang="sk-SK" sz="1200" dirty="0"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sk-SK" dirty="0"/>
              <a:t>– element je posunutý relatívne od svojej pozície. Miesto zostáva obsadené a element sa vykresľuje inde</a:t>
            </a:r>
          </a:p>
          <a:p>
            <a:pPr marL="914400" lvl="1" indent="-298450" algn="l" rtl="0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sk-SK" sz="1200" dirty="0" err="1">
                <a:latin typeface="Consolas" panose="020B0609020204030204" pitchFamily="49" charset="0"/>
                <a:ea typeface="Roboto Mono"/>
                <a:sym typeface="Roboto Mono"/>
              </a:rPr>
              <a:t>fixed</a:t>
            </a:r>
            <a:r>
              <a:rPr lang="sk-SK" sz="1200" dirty="0">
                <a:latin typeface="Roboto Mono"/>
                <a:ea typeface="Roboto Mono"/>
                <a:cs typeface="Roboto Mono"/>
                <a:sym typeface="Roboto Mono"/>
              </a:rPr>
              <a:t> – </a:t>
            </a:r>
            <a:r>
              <a:rPr lang="sk-SK" dirty="0"/>
              <a:t>element sa umiestňuje  na absolútnej polohe, pri posúvaní stránky sa nemení</a:t>
            </a:r>
          </a:p>
          <a:p>
            <a:pPr marL="914400" lvl="1" indent="-298450" algn="l" rtl="0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sk-SK" sz="1200" dirty="0" err="1">
                <a:latin typeface="Consolas" panose="020B0609020204030204" pitchFamily="49" charset="0"/>
                <a:ea typeface="Roboto Mono"/>
                <a:sym typeface="Roboto Mono"/>
              </a:rPr>
              <a:t>absolute</a:t>
            </a:r>
            <a:r>
              <a:rPr lang="sk-SK" sz="1200" dirty="0">
                <a:latin typeface="Roboto Mono"/>
                <a:ea typeface="Roboto Mono"/>
                <a:cs typeface="Roboto Mono"/>
                <a:sym typeface="Roboto Mono"/>
              </a:rPr>
              <a:t> – </a:t>
            </a:r>
            <a:r>
              <a:rPr lang="sk-SK" dirty="0"/>
              <a:t>umiestňuje sa absolútne v rámci najbližšieho predka, ktorý má nastavenú </a:t>
            </a:r>
            <a:r>
              <a:rPr lang="sk-SK" sz="1200" dirty="0" err="1">
                <a:latin typeface="Consolas" panose="020B0609020204030204" pitchFamily="49" charset="0"/>
                <a:ea typeface="Roboto Mono"/>
                <a:sym typeface="Roboto Mono"/>
              </a:rPr>
              <a:t>position</a:t>
            </a:r>
            <a:r>
              <a:rPr lang="sk-SK" sz="1200" dirty="0"/>
              <a:t> </a:t>
            </a:r>
            <a:r>
              <a:rPr lang="sk-SK" dirty="0"/>
              <a:t>inú ako</a:t>
            </a:r>
            <a:r>
              <a:rPr lang="sk-SK" dirty="0">
                <a:sym typeface="Roboto Mono"/>
              </a:rPr>
              <a:t> </a:t>
            </a:r>
            <a:r>
              <a:rPr lang="sk-SK" sz="1200" dirty="0" err="1">
                <a:latin typeface="Consolas" panose="020B0609020204030204" pitchFamily="49" charset="0"/>
                <a:ea typeface="Roboto Mono"/>
                <a:sym typeface="Roboto Mono"/>
              </a:rPr>
              <a:t>static</a:t>
            </a:r>
            <a:r>
              <a:rPr lang="sk-SK" dirty="0"/>
              <a:t>. Pokiaľ taký nie je, ako predok sa použije </a:t>
            </a:r>
            <a:r>
              <a:rPr lang="sk-SK" sz="1200" dirty="0">
                <a:latin typeface="Consolas" panose="020B0609020204030204" pitchFamily="49" charset="0"/>
              </a:rPr>
              <a:t>body</a:t>
            </a: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sk-SK" dirty="0"/>
              <a:t>Pozíciu určujú vlastnosti: </a:t>
            </a:r>
            <a:r>
              <a:rPr lang="sk-SK" sz="1400" dirty="0"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  <a:t>top</a:t>
            </a:r>
            <a:r>
              <a:rPr lang="sk-SK" sz="1400" dirty="0">
                <a:latin typeface="Cabin" panose="020B0604020202020204" charset="-18"/>
                <a:ea typeface="Roboto Mono"/>
                <a:cs typeface="Roboto Mono"/>
                <a:sym typeface="Roboto Mono"/>
              </a:rPr>
              <a:t>, </a:t>
            </a:r>
            <a:r>
              <a:rPr lang="sk-SK" sz="1400" dirty="0" err="1">
                <a:latin typeface="Consolas" panose="020B0609020204030204" pitchFamily="49" charset="0"/>
                <a:ea typeface="Roboto Mono"/>
                <a:sym typeface="Roboto Mono"/>
              </a:rPr>
              <a:t>left</a:t>
            </a:r>
            <a:r>
              <a:rPr lang="sk-SK" sz="1400" dirty="0">
                <a:latin typeface="Cabin" panose="020B0604020202020204" charset="-18"/>
                <a:ea typeface="Roboto Mono"/>
                <a:sym typeface="Roboto Mono"/>
              </a:rPr>
              <a:t>, </a:t>
            </a:r>
            <a:r>
              <a:rPr lang="sk-SK" sz="1400" dirty="0" err="1">
                <a:latin typeface="Consolas" panose="020B0609020204030204" pitchFamily="49" charset="0"/>
                <a:ea typeface="Roboto Mono"/>
                <a:sym typeface="Roboto Mono"/>
              </a:rPr>
              <a:t>right</a:t>
            </a:r>
            <a:r>
              <a:rPr lang="sk-SK" sz="1400" dirty="0">
                <a:latin typeface="Cabin" panose="020B0604020202020204" charset="-18"/>
                <a:ea typeface="Roboto Mono"/>
                <a:cs typeface="Roboto Mono"/>
                <a:sym typeface="Roboto Mono"/>
              </a:rPr>
              <a:t>, </a:t>
            </a:r>
            <a:r>
              <a:rPr lang="sk-SK" sz="1400" dirty="0" err="1">
                <a:latin typeface="Consolas" panose="020B0609020204030204" pitchFamily="49" charset="0"/>
                <a:ea typeface="Roboto Mono"/>
                <a:sym typeface="Roboto Mono"/>
              </a:rPr>
              <a:t>bottom</a:t>
            </a:r>
            <a:endParaRPr lang="sk-SK" sz="1400" dirty="0">
              <a:latin typeface="Consolas" panose="020B0609020204030204" pitchFamily="49" charset="0"/>
              <a:ea typeface="Roboto Mono"/>
              <a:sym typeface="Roboto Mono"/>
            </a:endParaRP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sk-SK" dirty="0">
                <a:hlinkClick r:id="rId3"/>
              </a:rPr>
              <a:t>Príklad na w3schools</a:t>
            </a:r>
            <a:endParaRPr lang="sk-SK" dirty="0"/>
          </a:p>
        </p:txBody>
      </p:sp>
      <p:sp>
        <p:nvSpPr>
          <p:cNvPr id="236" name="Google Shape;236;p31"/>
          <p:cNvSpPr txBox="1">
            <a:spLocks noGrp="1"/>
          </p:cNvSpPr>
          <p:nvPr>
            <p:ph type="sldNum" idx="12"/>
          </p:nvPr>
        </p:nvSpPr>
        <p:spPr>
          <a:xfrm>
            <a:off x="8499550" y="4742725"/>
            <a:ext cx="312600" cy="273900"/>
          </a:xfrm>
          <a:prstGeom prst="rect">
            <a:avLst/>
          </a:prstGeom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sk-SK" smtClean="0"/>
              <a:t>41</a:t>
            </a:fld>
            <a:endParaRPr lang="sk-SK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32"/>
          <p:cNvSpPr txBox="1">
            <a:spLocks noGrp="1"/>
          </p:cNvSpPr>
          <p:nvPr>
            <p:ph type="title"/>
          </p:nvPr>
        </p:nvSpPr>
        <p:spPr>
          <a:xfrm>
            <a:off x="435894" y="526617"/>
            <a:ext cx="8272200" cy="760200"/>
          </a:xfrm>
          <a:prstGeom prst="rect">
            <a:avLst/>
          </a:prstGeom>
        </p:spPr>
        <p:txBody>
          <a:bodyPr spcFirstLastPara="1" wrap="square" lIns="68575" tIns="68575" rIns="68575" bIns="6857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sk-SK" dirty="0"/>
              <a:t>Pozícia prvkov – príklad </a:t>
            </a:r>
          </a:p>
        </p:txBody>
      </p:sp>
      <p:sp>
        <p:nvSpPr>
          <p:cNvPr id="242" name="Google Shape;242;p32"/>
          <p:cNvSpPr txBox="1">
            <a:spLocks noGrp="1"/>
          </p:cNvSpPr>
          <p:nvPr>
            <p:ph type="body" idx="1"/>
          </p:nvPr>
        </p:nvSpPr>
        <p:spPr>
          <a:xfrm>
            <a:off x="435894" y="1635372"/>
            <a:ext cx="8272200" cy="2758800"/>
          </a:xfrm>
          <a:prstGeom prst="rect">
            <a:avLst/>
          </a:prstGeom>
        </p:spPr>
        <p:txBody>
          <a:bodyPr spcFirstLastPara="1" wrap="square" lIns="68575" tIns="68575" rIns="68575" bIns="68575" anchor="t" anchorCtr="0">
            <a:noAutofit/>
          </a:bodyPr>
          <a:lstStyle/>
          <a:p>
            <a:pPr marL="457200" lvl="0" indent="-330200" algn="l" rtl="0">
              <a:spcBef>
                <a:spcPts val="300"/>
              </a:spcBef>
              <a:spcAft>
                <a:spcPts val="0"/>
              </a:spcAft>
              <a:buSzPts val="1600"/>
              <a:buFont typeface="Cabin"/>
              <a:buChar char="●"/>
            </a:pPr>
            <a:r>
              <a:rPr lang="sk-SK" dirty="0"/>
              <a:t>Príklad – ukotvenie bloku v pravom dolnom rohu: </a:t>
            </a:r>
            <a:endParaRPr lang="sk-SK" dirty="0">
              <a:solidFill>
                <a:srgbClr val="000000"/>
              </a:solidFill>
            </a:endParaRPr>
          </a:p>
          <a:p>
            <a:pPr marL="457200" lvl="0" indent="-330200" algn="l" rtl="0">
              <a:spcBef>
                <a:spcPts val="300"/>
              </a:spcBef>
              <a:spcAft>
                <a:spcPts val="0"/>
              </a:spcAft>
              <a:buSzPts val="1600"/>
              <a:buFont typeface="Roboto Mono"/>
              <a:buChar char="●"/>
            </a:pPr>
            <a:endParaRPr lang="sk-SK" dirty="0"/>
          </a:p>
          <a:p>
            <a:pPr marL="457200" lvl="0" indent="-330200" algn="l" rtl="0">
              <a:spcBef>
                <a:spcPts val="300"/>
              </a:spcBef>
              <a:spcAft>
                <a:spcPts val="0"/>
              </a:spcAft>
              <a:buSzPts val="1600"/>
              <a:buFont typeface="Roboto Mono"/>
              <a:buChar char="●"/>
            </a:pPr>
            <a:endParaRPr lang="sk-SK" dirty="0"/>
          </a:p>
          <a:p>
            <a:pPr marL="457200" lvl="0" indent="-330200" algn="l" rtl="0">
              <a:spcBef>
                <a:spcPts val="300"/>
              </a:spcBef>
              <a:spcAft>
                <a:spcPts val="0"/>
              </a:spcAft>
              <a:buSzPts val="1600"/>
              <a:buFont typeface="Roboto Mono"/>
              <a:buChar char="●"/>
            </a:pPr>
            <a:endParaRPr lang="sk-SK" dirty="0"/>
          </a:p>
          <a:p>
            <a:pPr marL="457200" lvl="0" indent="-330200" algn="l" rtl="0">
              <a:spcBef>
                <a:spcPts val="300"/>
              </a:spcBef>
              <a:spcAft>
                <a:spcPts val="0"/>
              </a:spcAft>
              <a:buSzPts val="1600"/>
              <a:buFont typeface="Roboto Mono"/>
              <a:buChar char="●"/>
            </a:pPr>
            <a:endParaRPr lang="sk-SK" dirty="0"/>
          </a:p>
          <a:p>
            <a:pPr marL="457200" lvl="0" indent="-330200" algn="l" rtl="0">
              <a:spcBef>
                <a:spcPts val="600"/>
              </a:spcBef>
              <a:spcAft>
                <a:spcPts val="0"/>
              </a:spcAft>
              <a:buSzPts val="1600"/>
              <a:buFont typeface="Roboto Mono"/>
              <a:buChar char="●"/>
            </a:pPr>
            <a:r>
              <a:rPr lang="sk-SK" dirty="0"/>
              <a:t>Príklad: </a:t>
            </a:r>
            <a:r>
              <a:rPr lang="sk-SK" dirty="0">
                <a:hlinkClick r:id="rId3"/>
              </a:rPr>
              <a:t>Umiestnenie textu doprostred obrázku</a:t>
            </a:r>
            <a:endParaRPr lang="sk-SK" dirty="0"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243" name="Google Shape;243;p32"/>
          <p:cNvSpPr txBox="1">
            <a:spLocks noGrp="1"/>
          </p:cNvSpPr>
          <p:nvPr>
            <p:ph type="sldNum" idx="12"/>
          </p:nvPr>
        </p:nvSpPr>
        <p:spPr>
          <a:xfrm>
            <a:off x="8499550" y="4742725"/>
            <a:ext cx="312600" cy="273900"/>
          </a:xfrm>
          <a:prstGeom prst="rect">
            <a:avLst/>
          </a:prstGeom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sk-SK" smtClean="0"/>
              <a:t>42</a:t>
            </a:fld>
            <a:endParaRPr lang="sk-SK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DE9450B-2D4B-4214-BDD6-068C0FE56E4B}"/>
              </a:ext>
            </a:extLst>
          </p:cNvPr>
          <p:cNvSpPr>
            <a:spLocks noChangeArrowheads="1"/>
          </p:cNvSpPr>
          <p:nvPr/>
        </p:nvSpPr>
        <p:spPr bwMode="auto">
          <a:xfrm>
            <a:off x="869950" y="2012602"/>
            <a:ext cx="2733441" cy="138499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sk-SK" altLang="sk-SK" sz="1200" b="0" i="0" u="none" strike="noStrike" cap="none" normalizeH="0" baseline="0" dirty="0" err="1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</a:rPr>
              <a:t>div</a:t>
            </a:r>
            <a:r>
              <a:rPr kumimoji="0" lang="sk-SK" altLang="sk-SK" sz="12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kumimoji="0" lang="sk-SK" altLang="sk-SK" sz="1200" b="0" i="0" u="none" strike="noStrike" cap="none" normalizeH="0" baseline="0" dirty="0" err="1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</a:rPr>
              <a:t>fixed</a:t>
            </a:r>
            <a:r>
              <a:rPr kumimoji="0" lang="sk-SK" altLang="sk-SK" sz="12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sk-SK" altLang="sk-SK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{</a:t>
            </a:r>
            <a:br>
              <a:rPr kumimoji="0" lang="sk-SK" altLang="sk-SK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</a:br>
            <a:r>
              <a:rPr kumimoji="0" lang="sk-SK" altLang="sk-SK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kumimoji="0" lang="sk-SK" altLang="sk-SK" sz="1200" b="0" i="0" u="none" strike="noStrike" cap="none" normalizeH="0" baseline="0" dirty="0" err="1">
                <a:ln>
                  <a:noFill/>
                </a:ln>
                <a:solidFill>
                  <a:srgbClr val="174AD4"/>
                </a:solidFill>
                <a:effectLst/>
                <a:latin typeface="Consolas" panose="020B0609020204030204" pitchFamily="49" charset="0"/>
              </a:rPr>
              <a:t>position</a:t>
            </a:r>
            <a:r>
              <a:rPr kumimoji="0" lang="sk-SK" altLang="sk-SK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kumimoji="0" lang="sk-SK" altLang="sk-SK" sz="1200" b="0" i="0" u="none" strike="noStrike" cap="none" normalizeH="0" baseline="0" dirty="0" err="1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</a:rPr>
              <a:t>fixed</a:t>
            </a:r>
            <a:r>
              <a:rPr kumimoji="0" lang="sk-SK" altLang="sk-SK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kumimoji="0" lang="sk-SK" altLang="sk-SK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</a:br>
            <a:r>
              <a:rPr kumimoji="0" lang="sk-SK" altLang="sk-SK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kumimoji="0" lang="sk-SK" altLang="sk-SK" sz="1200" b="0" i="0" u="none" strike="noStrike" cap="none" normalizeH="0" baseline="0" dirty="0" err="1">
                <a:ln>
                  <a:noFill/>
                </a:ln>
                <a:solidFill>
                  <a:srgbClr val="174AD4"/>
                </a:solidFill>
                <a:effectLst/>
                <a:latin typeface="Consolas" panose="020B0609020204030204" pitchFamily="49" charset="0"/>
              </a:rPr>
              <a:t>bottom</a:t>
            </a:r>
            <a:r>
              <a:rPr kumimoji="0" lang="sk-SK" altLang="sk-SK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kumimoji="0" lang="sk-SK" altLang="sk-SK" sz="1200" b="0" i="0" u="none" strike="noStrike" cap="none" normalizeH="0" baseline="0" dirty="0">
                <a:ln>
                  <a:noFill/>
                </a:ln>
                <a:solidFill>
                  <a:srgbClr val="1750EB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kumimoji="0" lang="sk-SK" altLang="sk-SK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kumimoji="0" lang="sk-SK" altLang="sk-SK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</a:br>
            <a:r>
              <a:rPr kumimoji="0" lang="sk-SK" altLang="sk-SK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kumimoji="0" lang="sk-SK" altLang="sk-SK" sz="1200" b="0" i="0" u="none" strike="noStrike" cap="none" normalizeH="0" baseline="0" dirty="0" err="1">
                <a:ln>
                  <a:noFill/>
                </a:ln>
                <a:solidFill>
                  <a:srgbClr val="174AD4"/>
                </a:solidFill>
                <a:effectLst/>
                <a:latin typeface="Consolas" panose="020B0609020204030204" pitchFamily="49" charset="0"/>
              </a:rPr>
              <a:t>right</a:t>
            </a:r>
            <a:r>
              <a:rPr kumimoji="0" lang="sk-SK" altLang="sk-SK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kumimoji="0" lang="sk-SK" altLang="sk-SK" sz="1200" b="0" i="0" u="none" strike="noStrike" cap="none" normalizeH="0" baseline="0" dirty="0">
                <a:ln>
                  <a:noFill/>
                </a:ln>
                <a:solidFill>
                  <a:srgbClr val="1750EB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kumimoji="0" lang="sk-SK" altLang="sk-SK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kumimoji="0" lang="sk-SK" altLang="sk-SK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</a:br>
            <a:r>
              <a:rPr kumimoji="0" lang="sk-SK" altLang="sk-SK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kumimoji="0" lang="sk-SK" altLang="sk-SK" sz="1200" b="0" i="0" u="none" strike="noStrike" cap="none" normalizeH="0" baseline="0" dirty="0" err="1">
                <a:ln>
                  <a:noFill/>
                </a:ln>
                <a:solidFill>
                  <a:srgbClr val="174AD4"/>
                </a:solidFill>
                <a:effectLst/>
                <a:latin typeface="Consolas" panose="020B0609020204030204" pitchFamily="49" charset="0"/>
              </a:rPr>
              <a:t>width</a:t>
            </a:r>
            <a:r>
              <a:rPr kumimoji="0" lang="sk-SK" altLang="sk-SK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kumimoji="0" lang="sk-SK" altLang="sk-SK" sz="1200" b="0" i="0" u="none" strike="noStrike" cap="none" normalizeH="0" baseline="0" dirty="0">
                <a:ln>
                  <a:noFill/>
                </a:ln>
                <a:solidFill>
                  <a:srgbClr val="1750EB"/>
                </a:solidFill>
                <a:effectLst/>
                <a:latin typeface="Consolas" panose="020B0609020204030204" pitchFamily="49" charset="0"/>
              </a:rPr>
              <a:t>300</a:t>
            </a:r>
            <a:r>
              <a:rPr kumimoji="0" lang="sk-SK" altLang="sk-SK" sz="12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</a:rPr>
              <a:t>px</a:t>
            </a:r>
            <a:r>
              <a:rPr kumimoji="0" lang="sk-SK" altLang="sk-SK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kumimoji="0" lang="sk-SK" altLang="sk-SK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</a:br>
            <a:r>
              <a:rPr kumimoji="0" lang="sk-SK" altLang="sk-SK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kumimoji="0" lang="sk-SK" altLang="sk-SK" sz="1200" b="0" i="0" u="none" strike="noStrike" cap="none" normalizeH="0" baseline="0" dirty="0" err="1">
                <a:ln>
                  <a:noFill/>
                </a:ln>
                <a:solidFill>
                  <a:srgbClr val="174AD4"/>
                </a:solidFill>
                <a:effectLst/>
                <a:latin typeface="Consolas" panose="020B0609020204030204" pitchFamily="49" charset="0"/>
              </a:rPr>
              <a:t>border</a:t>
            </a:r>
            <a:r>
              <a:rPr kumimoji="0" lang="sk-SK" altLang="sk-SK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kumimoji="0" lang="sk-SK" altLang="sk-SK" sz="1200" b="0" i="0" u="none" strike="noStrike" cap="none" normalizeH="0" baseline="0" dirty="0">
                <a:ln>
                  <a:noFill/>
                </a:ln>
                <a:solidFill>
                  <a:srgbClr val="1750EB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kumimoji="0" lang="sk-SK" altLang="sk-SK" sz="12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</a:rPr>
              <a:t>px </a:t>
            </a:r>
            <a:r>
              <a:rPr kumimoji="0" lang="sk-SK" altLang="sk-SK" sz="1200" b="0" i="0" u="none" strike="noStrike" cap="none" normalizeH="0" baseline="0" dirty="0" err="1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</a:rPr>
              <a:t>solid</a:t>
            </a:r>
            <a:r>
              <a:rPr kumimoji="0" lang="sk-SK" altLang="sk-SK" sz="12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sk-SK" altLang="sk-SK" sz="12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</a:rPr>
              <a:t>#73AD21</a:t>
            </a:r>
            <a:r>
              <a:rPr kumimoji="0" lang="sk-SK" altLang="sk-SK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kumimoji="0" lang="sk-SK" altLang="sk-SK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</a:br>
            <a:r>
              <a:rPr kumimoji="0" lang="sk-SK" altLang="sk-SK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}</a:t>
            </a:r>
            <a:endParaRPr kumimoji="0" lang="sk-SK" altLang="sk-SK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onsolas" panose="020B0609020204030204" pitchFamily="49" charset="0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35"/>
          <p:cNvSpPr txBox="1">
            <a:spLocks noGrp="1"/>
          </p:cNvSpPr>
          <p:nvPr>
            <p:ph type="title"/>
          </p:nvPr>
        </p:nvSpPr>
        <p:spPr>
          <a:xfrm>
            <a:off x="435894" y="526617"/>
            <a:ext cx="8272200" cy="760200"/>
          </a:xfrm>
          <a:prstGeom prst="rect">
            <a:avLst/>
          </a:prstGeom>
        </p:spPr>
        <p:txBody>
          <a:bodyPr spcFirstLastPara="1" wrap="square" lIns="68575" tIns="68575" rIns="68575" bIns="6857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sk-SK"/>
              <a:t>Vrstvy </a:t>
            </a:r>
            <a:endParaRPr lang="sk-SK" dirty="0"/>
          </a:p>
        </p:txBody>
      </p:sp>
      <p:sp>
        <p:nvSpPr>
          <p:cNvPr id="263" name="Google Shape;263;p35"/>
          <p:cNvSpPr txBox="1">
            <a:spLocks noGrp="1"/>
          </p:cNvSpPr>
          <p:nvPr>
            <p:ph type="body" idx="1"/>
          </p:nvPr>
        </p:nvSpPr>
        <p:spPr>
          <a:xfrm>
            <a:off x="435897" y="1635375"/>
            <a:ext cx="5594453" cy="2758800"/>
          </a:xfrm>
          <a:prstGeom prst="rect">
            <a:avLst/>
          </a:prstGeom>
        </p:spPr>
        <p:txBody>
          <a:bodyPr spcFirstLastPara="1" wrap="square" lIns="68575" tIns="68575" rIns="68575" bIns="68575" anchor="t" anchorCtr="0">
            <a:noAutofit/>
          </a:bodyPr>
          <a:lstStyle/>
          <a:p>
            <a:pPr marL="457200" lvl="0" indent="-330200" algn="l" rtl="0">
              <a:spcBef>
                <a:spcPts val="300"/>
              </a:spcBef>
              <a:spcAft>
                <a:spcPts val="0"/>
              </a:spcAft>
              <a:buSzPts val="1600"/>
              <a:buChar char="●"/>
            </a:pPr>
            <a:r>
              <a:rPr lang="sk-SK" dirty="0"/>
              <a:t>Umožňujú prekrývanie jednotlivých elementov na stránke</a:t>
            </a:r>
          </a:p>
          <a:p>
            <a:pPr marL="914400" lvl="1" indent="-298450" algn="l" rtl="0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sk-SK" dirty="0"/>
              <a:t>Niečo ako zásobník</a:t>
            </a: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sk-SK" dirty="0"/>
              <a:t>Vlastnosť </a:t>
            </a:r>
            <a:r>
              <a:rPr lang="sk-SK" sz="1400" dirty="0"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  <a:t>z-index </a:t>
            </a:r>
          </a:p>
          <a:p>
            <a:pPr marL="914400" lvl="1" indent="-298450" algn="l" rtl="0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sk-SK" dirty="0"/>
              <a:t>Hodnota určuje vrstvu, do ktorej sa prvok vloží (kladná aj záporná)</a:t>
            </a: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sk-SK" dirty="0"/>
              <a:t>Vrstvy sa dajú aplikovať len na prvky umiestnené pomocou </a:t>
            </a:r>
            <a:r>
              <a:rPr lang="sk-SK" sz="1400" dirty="0" err="1">
                <a:latin typeface="Consolas" panose="020B0609020204030204" pitchFamily="49" charset="0"/>
                <a:ea typeface="Roboto Mono"/>
                <a:sym typeface="Roboto Mono"/>
              </a:rPr>
              <a:t>absolute</a:t>
            </a:r>
            <a:r>
              <a:rPr lang="sk-SK" dirty="0"/>
              <a:t>, </a:t>
            </a:r>
            <a:r>
              <a:rPr lang="sk-SK" sz="1400" dirty="0" err="1">
                <a:latin typeface="Consolas" panose="020B0609020204030204" pitchFamily="49" charset="0"/>
                <a:ea typeface="Roboto Mono"/>
                <a:sym typeface="Roboto Mono"/>
              </a:rPr>
              <a:t>relative</a:t>
            </a:r>
            <a:r>
              <a:rPr lang="sk-SK" dirty="0">
                <a:sym typeface="Roboto Mono"/>
              </a:rPr>
              <a:t>, </a:t>
            </a:r>
            <a:r>
              <a:rPr lang="sk-SK" sz="1400" dirty="0" err="1">
                <a:latin typeface="Consolas" panose="020B0609020204030204" pitchFamily="49" charset="0"/>
                <a:ea typeface="Roboto Mono"/>
                <a:sym typeface="Roboto Mono"/>
              </a:rPr>
              <a:t>fixed</a:t>
            </a:r>
            <a:r>
              <a:rPr lang="sk-SK" dirty="0">
                <a:sym typeface="Roboto Mono"/>
              </a:rPr>
              <a:t> alebo </a:t>
            </a:r>
            <a:r>
              <a:rPr lang="sk-SK" sz="1400" dirty="0" err="1">
                <a:latin typeface="Consolas" panose="020B0609020204030204" pitchFamily="49" charset="0"/>
                <a:ea typeface="Roboto Mono"/>
                <a:sym typeface="Roboto Mono"/>
              </a:rPr>
              <a:t>sticky</a:t>
            </a:r>
            <a:endParaRPr lang="sk-SK" sz="1400" dirty="0">
              <a:latin typeface="Consolas" panose="020B0609020204030204" pitchFamily="49" charset="0"/>
              <a:ea typeface="Roboto Mono"/>
            </a:endParaRPr>
          </a:p>
          <a:p>
            <a:pPr marL="0" lvl="0" indent="0" algn="l" rtl="0">
              <a:spcBef>
                <a:spcPts val="500"/>
              </a:spcBef>
              <a:spcAft>
                <a:spcPts val="500"/>
              </a:spcAft>
              <a:buNone/>
            </a:pPr>
            <a:endParaRPr lang="sk-SK" dirty="0"/>
          </a:p>
        </p:txBody>
      </p:sp>
      <p:sp>
        <p:nvSpPr>
          <p:cNvPr id="264" name="Google Shape;264;p35"/>
          <p:cNvSpPr txBox="1">
            <a:spLocks noGrp="1"/>
          </p:cNvSpPr>
          <p:nvPr>
            <p:ph type="sldNum" idx="12"/>
          </p:nvPr>
        </p:nvSpPr>
        <p:spPr>
          <a:xfrm>
            <a:off x="8499550" y="4742725"/>
            <a:ext cx="312600" cy="273900"/>
          </a:xfrm>
          <a:prstGeom prst="rect">
            <a:avLst/>
          </a:prstGeom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sk-SK" smtClean="0"/>
              <a:t>43</a:t>
            </a:fld>
            <a:endParaRPr lang="sk-SK" dirty="0"/>
          </a:p>
        </p:txBody>
      </p:sp>
      <p:pic>
        <p:nvPicPr>
          <p:cNvPr id="265" name="Google Shape;265;p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874550" y="2021502"/>
            <a:ext cx="2781300" cy="1647825"/>
          </a:xfrm>
          <a:prstGeom prst="rect">
            <a:avLst/>
          </a:prstGeom>
          <a:noFill/>
          <a:ln>
            <a:noFill/>
          </a:ln>
        </p:spPr>
      </p:pic>
      <p:sp>
        <p:nvSpPr>
          <p:cNvPr id="266" name="Google Shape;266;p35"/>
          <p:cNvSpPr txBox="1"/>
          <p:nvPr/>
        </p:nvSpPr>
        <p:spPr>
          <a:xfrm>
            <a:off x="5967300" y="3897425"/>
            <a:ext cx="3000000" cy="3463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sk-SK" sz="700">
                <a:solidFill>
                  <a:schemeClr val="bg1">
                    <a:lumMod val="65000"/>
                  </a:schemeClr>
                </a:solidFill>
              </a:rPr>
              <a:t>https://spyrestudios.com/what-is-z-index-and-how-does-it-work/</a:t>
            </a:r>
            <a:endParaRPr lang="sk-SK" sz="700" dirty="0">
              <a:solidFill>
                <a:schemeClr val="bg1">
                  <a:lumMod val="65000"/>
                </a:schemeClr>
              </a:solidFill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37"/>
          <p:cNvSpPr txBox="1">
            <a:spLocks noGrp="1"/>
          </p:cNvSpPr>
          <p:nvPr>
            <p:ph type="title"/>
          </p:nvPr>
        </p:nvSpPr>
        <p:spPr>
          <a:xfrm>
            <a:off x="435894" y="526617"/>
            <a:ext cx="8272200" cy="760200"/>
          </a:xfrm>
          <a:prstGeom prst="rect">
            <a:avLst/>
          </a:prstGeom>
        </p:spPr>
        <p:txBody>
          <a:bodyPr spcFirstLastPara="1" wrap="square" lIns="68575" tIns="68575" rIns="68575" bIns="6857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sk-SK"/>
              <a:t>Orezanie obsahu</a:t>
            </a:r>
            <a:endParaRPr lang="sk-SK" dirty="0"/>
          </a:p>
        </p:txBody>
      </p:sp>
      <p:sp>
        <p:nvSpPr>
          <p:cNvPr id="279" name="Google Shape;279;p37"/>
          <p:cNvSpPr txBox="1">
            <a:spLocks noGrp="1"/>
          </p:cNvSpPr>
          <p:nvPr>
            <p:ph type="body" idx="1"/>
          </p:nvPr>
        </p:nvSpPr>
        <p:spPr>
          <a:xfrm>
            <a:off x="435894" y="1635372"/>
            <a:ext cx="8272200" cy="2758800"/>
          </a:xfrm>
          <a:prstGeom prst="rect">
            <a:avLst/>
          </a:prstGeom>
        </p:spPr>
        <p:txBody>
          <a:bodyPr spcFirstLastPara="1" wrap="square" lIns="68575" tIns="68575" rIns="68575" bIns="68575" anchor="t" anchorCtr="0">
            <a:noAutofit/>
          </a:bodyPr>
          <a:lstStyle/>
          <a:p>
            <a:r>
              <a:rPr lang="sk-SK" dirty="0"/>
              <a:t>Vlastnosť </a:t>
            </a:r>
            <a:r>
              <a:rPr lang="en-US" sz="1400" dirty="0"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  <a:t>overflow</a:t>
            </a:r>
            <a:r>
              <a:rPr lang="sk-SK" sz="1400" dirty="0"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  <a:t> </a:t>
            </a:r>
            <a:r>
              <a:rPr lang="sk-SK" dirty="0">
                <a:sym typeface="Roboto Mono"/>
              </a:rPr>
              <a:t>u</a:t>
            </a:r>
            <a:r>
              <a:rPr lang="sk-SK" dirty="0"/>
              <a:t>rčuje, ako sa bude zobrazovať obsah, ktorý presahuje</a:t>
            </a:r>
          </a:p>
          <a:p>
            <a:pPr marL="914400" lvl="1" indent="-298450" algn="l" rtl="0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sk-SK" dirty="0"/>
              <a:t>Len, ak je obsah väčší ako element, v ktorom sa nachádza</a:t>
            </a: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sk-SK" dirty="0"/>
              <a:t>Základné hodnoty</a:t>
            </a:r>
          </a:p>
          <a:p>
            <a:pPr marL="914400" lvl="1" indent="-304800" algn="l" rtl="0">
              <a:spcBef>
                <a:spcPts val="0"/>
              </a:spcBef>
              <a:spcAft>
                <a:spcPts val="0"/>
              </a:spcAft>
              <a:buSzPts val="1200"/>
              <a:buFont typeface="Roboto Mono"/>
              <a:buChar char="○"/>
            </a:pPr>
            <a:r>
              <a:rPr lang="en-US" sz="1200" dirty="0"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  <a:t>visible</a:t>
            </a:r>
          </a:p>
          <a:p>
            <a:pPr marL="914400" lvl="1" indent="-304800" algn="l" rtl="0">
              <a:spcBef>
                <a:spcPts val="0"/>
              </a:spcBef>
              <a:spcAft>
                <a:spcPts val="0"/>
              </a:spcAft>
              <a:buSzPts val="1200"/>
              <a:buFont typeface="Roboto Mono"/>
              <a:buChar char="○"/>
            </a:pPr>
            <a:r>
              <a:rPr lang="en-US" sz="1200" dirty="0"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  <a:t>hidden</a:t>
            </a:r>
          </a:p>
          <a:p>
            <a:pPr marL="914400" lvl="1" indent="-304800" algn="l" rtl="0">
              <a:spcBef>
                <a:spcPts val="0"/>
              </a:spcBef>
              <a:spcAft>
                <a:spcPts val="0"/>
              </a:spcAft>
              <a:buSzPts val="1200"/>
              <a:buFont typeface="Roboto Mono"/>
              <a:buChar char="○"/>
            </a:pPr>
            <a:r>
              <a:rPr lang="en-US" sz="1200" dirty="0"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  <a:t>scroll</a:t>
            </a:r>
          </a:p>
          <a:p>
            <a:pPr marL="914400" lvl="1" indent="-304800" algn="l" rtl="0">
              <a:spcBef>
                <a:spcPts val="0"/>
              </a:spcBef>
              <a:spcAft>
                <a:spcPts val="0"/>
              </a:spcAft>
              <a:buSzPts val="1200"/>
              <a:buFont typeface="Roboto Mono"/>
              <a:buChar char="○"/>
            </a:pPr>
            <a:r>
              <a:rPr lang="en-US" sz="1200" dirty="0"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  <a:t>auto</a:t>
            </a: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sk-SK" dirty="0">
                <a:hlinkClick r:id="rId3"/>
              </a:rPr>
              <a:t>Príklad na w3schools</a:t>
            </a:r>
            <a:endParaRPr lang="sk-SK" dirty="0"/>
          </a:p>
          <a:p>
            <a:pPr marL="457200" lvl="0" indent="0" algn="l" rtl="0">
              <a:spcBef>
                <a:spcPts val="500"/>
              </a:spcBef>
              <a:spcAft>
                <a:spcPts val="500"/>
              </a:spcAft>
              <a:buNone/>
            </a:pPr>
            <a:r>
              <a:rPr lang="sk-SK" dirty="0"/>
              <a:t>		</a:t>
            </a:r>
          </a:p>
        </p:txBody>
      </p:sp>
      <p:sp>
        <p:nvSpPr>
          <p:cNvPr id="280" name="Google Shape;280;p37"/>
          <p:cNvSpPr txBox="1">
            <a:spLocks noGrp="1"/>
          </p:cNvSpPr>
          <p:nvPr>
            <p:ph type="sldNum" idx="12"/>
          </p:nvPr>
        </p:nvSpPr>
        <p:spPr>
          <a:xfrm>
            <a:off x="8499550" y="4742725"/>
            <a:ext cx="312600" cy="273900"/>
          </a:xfrm>
          <a:prstGeom prst="rect">
            <a:avLst/>
          </a:prstGeom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sk-SK" smtClean="0"/>
              <a:t>44</a:t>
            </a:fld>
            <a:endParaRPr lang="sk-SK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8619B934-45C9-49A6-B806-F679F4B213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 dirty="0"/>
              <a:t>CSS transformácie</a:t>
            </a:r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84BAD3D5-C876-4190-B2AD-6E286A180F0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sk-SK" dirty="0"/>
              <a:t>2D transformácie – metódy  </a:t>
            </a:r>
            <a:r>
              <a:rPr lang="sk-SK" sz="1400" dirty="0" err="1">
                <a:latin typeface="Consolas" panose="020B0609020204030204" pitchFamily="49" charset="0"/>
              </a:rPr>
              <a:t>translate</a:t>
            </a:r>
            <a:r>
              <a:rPr lang="sk-SK" sz="1400" dirty="0">
                <a:latin typeface="Consolas" panose="020B0609020204030204" pitchFamily="49" charset="0"/>
              </a:rPr>
              <a:t>()</a:t>
            </a:r>
            <a:r>
              <a:rPr lang="sk-SK" dirty="0"/>
              <a:t>, </a:t>
            </a:r>
            <a:r>
              <a:rPr lang="sk-SK" sz="1400" dirty="0" err="1">
                <a:latin typeface="Consolas" panose="020B0609020204030204" pitchFamily="49" charset="0"/>
              </a:rPr>
              <a:t>scale</a:t>
            </a:r>
            <a:r>
              <a:rPr lang="sk-SK" sz="1400" dirty="0">
                <a:latin typeface="Consolas" panose="020B0609020204030204" pitchFamily="49" charset="0"/>
              </a:rPr>
              <a:t>()</a:t>
            </a:r>
            <a:r>
              <a:rPr lang="sk-SK" dirty="0"/>
              <a:t>, </a:t>
            </a:r>
            <a:r>
              <a:rPr lang="sk-SK" sz="1400" dirty="0" err="1">
                <a:latin typeface="Consolas" panose="020B0609020204030204" pitchFamily="49" charset="0"/>
              </a:rPr>
              <a:t>rotate</a:t>
            </a:r>
            <a:r>
              <a:rPr lang="sk-SK" sz="1400" dirty="0">
                <a:latin typeface="Consolas" panose="020B0609020204030204" pitchFamily="49" charset="0"/>
              </a:rPr>
              <a:t>()</a:t>
            </a:r>
            <a:r>
              <a:rPr lang="sk-SK" dirty="0"/>
              <a:t>, </a:t>
            </a:r>
            <a:r>
              <a:rPr lang="sk-SK" sz="1400" dirty="0" err="1">
                <a:latin typeface="Consolas" panose="020B0609020204030204" pitchFamily="49" charset="0"/>
              </a:rPr>
              <a:t>skew</a:t>
            </a:r>
            <a:r>
              <a:rPr lang="sk-SK" sz="1400" dirty="0">
                <a:latin typeface="Consolas" panose="020B0609020204030204" pitchFamily="49" charset="0"/>
              </a:rPr>
              <a:t>()</a:t>
            </a:r>
            <a:r>
              <a:rPr lang="sk-SK" dirty="0"/>
              <a:t> </a:t>
            </a:r>
          </a:p>
          <a:p>
            <a:pPr lvl="1"/>
            <a:r>
              <a:rPr lang="sk-SK" dirty="0"/>
              <a:t>Umožňujú posunúť, otočiť, zmeniť rozmery, zošikmiť element</a:t>
            </a:r>
          </a:p>
          <a:p>
            <a:pPr lvl="1"/>
            <a:r>
              <a:rPr lang="sk-SK" dirty="0"/>
              <a:t>V každej osi (X, Y) zvlášť</a:t>
            </a:r>
          </a:p>
          <a:p>
            <a:pPr lvl="1"/>
            <a:r>
              <a:rPr lang="sk-SK" dirty="0"/>
              <a:t>Metóda </a:t>
            </a:r>
            <a:r>
              <a:rPr lang="sk-SK" sz="1200" dirty="0" err="1">
                <a:latin typeface="Consolas" panose="020B0609020204030204" pitchFamily="49" charset="0"/>
              </a:rPr>
              <a:t>matrix</a:t>
            </a:r>
            <a:r>
              <a:rPr lang="sk-SK" sz="1200" dirty="0">
                <a:latin typeface="Consolas" panose="020B0609020204030204" pitchFamily="49" charset="0"/>
              </a:rPr>
              <a:t>()</a:t>
            </a:r>
            <a:r>
              <a:rPr lang="sk-SK" dirty="0"/>
              <a:t> kombinuje všetky 2D transformácie dokopy </a:t>
            </a:r>
          </a:p>
          <a:p>
            <a:r>
              <a:rPr lang="sk-SK" dirty="0"/>
              <a:t>3D transformácie</a:t>
            </a:r>
            <a:endParaRPr lang="en-US" dirty="0"/>
          </a:p>
          <a:p>
            <a:pPr lvl="1"/>
            <a:r>
              <a:rPr lang="sk-SK" dirty="0"/>
              <a:t>Podobné operácie ako 2D, ale pridávajú aj os Z</a:t>
            </a:r>
            <a:r>
              <a:rPr lang="en-US" dirty="0"/>
              <a:t> </a:t>
            </a:r>
            <a:endParaRPr lang="sk-SK" dirty="0"/>
          </a:p>
          <a:p>
            <a:pPr lvl="1"/>
            <a:r>
              <a:rPr lang="sk-SK" dirty="0"/>
              <a:t>Zobrazenie elementu v perspektíve</a:t>
            </a:r>
          </a:p>
        </p:txBody>
      </p:sp>
      <p:sp>
        <p:nvSpPr>
          <p:cNvPr id="4" name="Zástupný objekt pre číslo snímky 3">
            <a:extLst>
              <a:ext uri="{FF2B5EF4-FFF2-40B4-BE49-F238E27FC236}">
                <a16:creationId xmlns:a16="http://schemas.microsoft.com/office/drawing/2014/main" id="{D1F22FDB-F83B-42FD-B1C8-5399DD4F87D9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mtClean="0"/>
              <a:t>45</a:t>
            </a:fld>
            <a:endParaRPr lang="en-GB"/>
          </a:p>
        </p:txBody>
      </p:sp>
      <p:pic>
        <p:nvPicPr>
          <p:cNvPr id="6" name="Obrázok 5">
            <a:extLst>
              <a:ext uri="{FF2B5EF4-FFF2-40B4-BE49-F238E27FC236}">
                <a16:creationId xmlns:a16="http://schemas.microsoft.com/office/drawing/2014/main" id="{D7B3BCC8-3740-4431-AF5D-835E640189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1752" y="2195327"/>
            <a:ext cx="1771827" cy="14111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7403760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C6B1667D-5D95-41B3-ACE1-E2822BD30E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 dirty="0"/>
              <a:t>CSS transformácie – príklad </a:t>
            </a:r>
          </a:p>
        </p:txBody>
      </p:sp>
      <p:sp>
        <p:nvSpPr>
          <p:cNvPr id="4" name="Zástupný objekt pre číslo snímky 3">
            <a:extLst>
              <a:ext uri="{FF2B5EF4-FFF2-40B4-BE49-F238E27FC236}">
                <a16:creationId xmlns:a16="http://schemas.microsoft.com/office/drawing/2014/main" id="{646275E8-65B6-45F3-96B1-AC0AAC6E988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mtClean="0"/>
              <a:t>46</a:t>
            </a:fld>
            <a:endParaRPr lang="en-GB"/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8AB22473-F81F-4ABF-92EF-7F4B66BB6CB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5894" y="1597214"/>
            <a:ext cx="3922869" cy="267765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sk-SK" altLang="sk-SK" sz="12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</a:rPr>
              <a:t>div </a:t>
            </a:r>
            <a:r>
              <a:rPr kumimoji="0" lang="sk-SK" altLang="sk-SK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{</a:t>
            </a:r>
            <a:br>
              <a:rPr kumimoji="0" lang="sk-SK" altLang="sk-SK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</a:br>
            <a:r>
              <a:rPr kumimoji="0" lang="sk-SK" altLang="sk-SK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kumimoji="0" lang="sk-SK" altLang="sk-SK" sz="1200" b="0" i="0" u="none" strike="noStrike" cap="none" normalizeH="0" baseline="0" dirty="0" err="1">
                <a:ln>
                  <a:noFill/>
                </a:ln>
                <a:solidFill>
                  <a:srgbClr val="174AD4"/>
                </a:solidFill>
                <a:effectLst/>
                <a:latin typeface="Consolas" panose="020B0609020204030204" pitchFamily="49" charset="0"/>
              </a:rPr>
              <a:t>width</a:t>
            </a:r>
            <a:r>
              <a:rPr kumimoji="0" lang="sk-SK" altLang="sk-SK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kumimoji="0" lang="sk-SK" altLang="sk-SK" sz="1200" b="0" i="0" u="none" strike="noStrike" cap="none" normalizeH="0" baseline="0" dirty="0">
                <a:ln>
                  <a:noFill/>
                </a:ln>
                <a:solidFill>
                  <a:srgbClr val="1750EB"/>
                </a:solidFill>
                <a:effectLst/>
                <a:latin typeface="Consolas" panose="020B0609020204030204" pitchFamily="49" charset="0"/>
              </a:rPr>
              <a:t>300</a:t>
            </a:r>
            <a:r>
              <a:rPr kumimoji="0" lang="sk-SK" altLang="sk-SK" sz="12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</a:rPr>
              <a:t>px</a:t>
            </a:r>
            <a:r>
              <a:rPr kumimoji="0" lang="sk-SK" altLang="sk-SK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kumimoji="0" lang="sk-SK" altLang="sk-SK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</a:br>
            <a:r>
              <a:rPr kumimoji="0" lang="sk-SK" altLang="sk-SK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kumimoji="0" lang="sk-SK" altLang="sk-SK" sz="1200" b="0" i="0" u="none" strike="noStrike" cap="none" normalizeH="0" baseline="0" dirty="0" err="1">
                <a:ln>
                  <a:noFill/>
                </a:ln>
                <a:solidFill>
                  <a:srgbClr val="174AD4"/>
                </a:solidFill>
                <a:effectLst/>
                <a:latin typeface="Consolas" panose="020B0609020204030204" pitchFamily="49" charset="0"/>
              </a:rPr>
              <a:t>height</a:t>
            </a:r>
            <a:r>
              <a:rPr kumimoji="0" lang="sk-SK" altLang="sk-SK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kumimoji="0" lang="sk-SK" altLang="sk-SK" sz="1200" b="0" i="0" u="none" strike="noStrike" cap="none" normalizeH="0" baseline="0" dirty="0">
                <a:ln>
                  <a:noFill/>
                </a:ln>
                <a:solidFill>
                  <a:srgbClr val="1750EB"/>
                </a:solidFill>
                <a:effectLst/>
                <a:latin typeface="Consolas" panose="020B0609020204030204" pitchFamily="49" charset="0"/>
              </a:rPr>
              <a:t>100</a:t>
            </a:r>
            <a:r>
              <a:rPr kumimoji="0" lang="sk-SK" altLang="sk-SK" sz="12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</a:rPr>
              <a:t>px</a:t>
            </a:r>
            <a:r>
              <a:rPr kumimoji="0" lang="sk-SK" altLang="sk-SK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kumimoji="0" lang="sk-SK" altLang="sk-SK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</a:br>
            <a:r>
              <a:rPr kumimoji="0" lang="sk-SK" altLang="sk-SK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kumimoji="0" lang="sk-SK" altLang="sk-SK" sz="1200" b="0" i="0" u="none" strike="noStrike" cap="none" normalizeH="0" baseline="0" dirty="0" err="1">
                <a:ln>
                  <a:noFill/>
                </a:ln>
                <a:solidFill>
                  <a:srgbClr val="174AD4"/>
                </a:solidFill>
                <a:effectLst/>
                <a:latin typeface="Consolas" panose="020B0609020204030204" pitchFamily="49" charset="0"/>
              </a:rPr>
              <a:t>background</a:t>
            </a:r>
            <a:r>
              <a:rPr kumimoji="0" lang="sk-SK" altLang="sk-SK" sz="1200" b="0" i="0" u="none" strike="noStrike" cap="none" normalizeH="0" baseline="0" dirty="0">
                <a:ln>
                  <a:noFill/>
                </a:ln>
                <a:solidFill>
                  <a:srgbClr val="174AD4"/>
                </a:solidFill>
                <a:effectLst/>
                <a:latin typeface="Consolas" panose="020B0609020204030204" pitchFamily="49" charset="0"/>
              </a:rPr>
              <a:t>-color</a:t>
            </a:r>
            <a:r>
              <a:rPr kumimoji="0" lang="sk-SK" altLang="sk-SK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kumimoji="0" lang="sk-SK" altLang="sk-SK" sz="1200" b="0" i="0" u="none" strike="noStrike" cap="none" normalizeH="0" baseline="0" dirty="0" err="1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</a:rPr>
              <a:t>lightblue</a:t>
            </a:r>
            <a:r>
              <a:rPr kumimoji="0" lang="sk-SK" altLang="sk-SK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kumimoji="0" lang="sk-SK" altLang="sk-SK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</a:br>
            <a:r>
              <a:rPr kumimoji="0" lang="sk-SK" altLang="sk-SK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kumimoji="0" lang="sk-SK" altLang="sk-SK" sz="1200" b="0" i="0" u="none" strike="noStrike" cap="none" normalizeH="0" baseline="0" dirty="0" err="1">
                <a:ln>
                  <a:noFill/>
                </a:ln>
                <a:solidFill>
                  <a:srgbClr val="174AD4"/>
                </a:solidFill>
                <a:effectLst/>
                <a:latin typeface="Consolas" panose="020B0609020204030204" pitchFamily="49" charset="0"/>
              </a:rPr>
              <a:t>border</a:t>
            </a:r>
            <a:r>
              <a:rPr kumimoji="0" lang="sk-SK" altLang="sk-SK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kumimoji="0" lang="sk-SK" altLang="sk-SK" sz="1200" b="0" i="0" u="none" strike="noStrike" cap="none" normalizeH="0" baseline="0" dirty="0">
                <a:ln>
                  <a:noFill/>
                </a:ln>
                <a:solidFill>
                  <a:srgbClr val="1750EB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kumimoji="0" lang="sk-SK" altLang="sk-SK" sz="12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</a:rPr>
              <a:t>px </a:t>
            </a:r>
            <a:r>
              <a:rPr kumimoji="0" lang="sk-SK" altLang="sk-SK" sz="1200" b="0" i="0" u="none" strike="noStrike" cap="none" normalizeH="0" baseline="0" dirty="0" err="1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</a:rPr>
              <a:t>solid</a:t>
            </a:r>
            <a:r>
              <a:rPr kumimoji="0" lang="sk-SK" altLang="sk-SK" sz="12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sk-SK" altLang="sk-SK" sz="1200" b="0" i="0" u="none" strike="noStrike" cap="none" normalizeH="0" baseline="0" dirty="0" err="1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</a:rPr>
              <a:t>black</a:t>
            </a:r>
            <a:r>
              <a:rPr kumimoji="0" lang="sk-SK" altLang="sk-SK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kumimoji="0" lang="sk-SK" altLang="sk-SK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</a:br>
            <a:r>
              <a:rPr kumimoji="0" lang="sk-SK" altLang="sk-SK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}</a:t>
            </a:r>
            <a:br>
              <a:rPr kumimoji="0" lang="sk-SK" altLang="sk-SK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</a:br>
            <a:br>
              <a:rPr kumimoji="0" lang="sk-SK" altLang="sk-SK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</a:br>
            <a:r>
              <a:rPr kumimoji="0" lang="sk-SK" altLang="sk-SK" sz="12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</a:rPr>
              <a:t>div#myDiv1 </a:t>
            </a:r>
            <a:r>
              <a:rPr kumimoji="0" lang="sk-SK" altLang="sk-SK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{</a:t>
            </a:r>
            <a:br>
              <a:rPr kumimoji="0" lang="sk-SK" altLang="sk-SK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</a:br>
            <a:r>
              <a:rPr kumimoji="0" lang="sk-SK" altLang="sk-SK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kumimoji="0" lang="sk-SK" altLang="sk-SK" sz="1200" b="0" i="0" u="none" strike="noStrike" cap="none" normalizeH="0" baseline="0" dirty="0" err="1">
                <a:ln>
                  <a:noFill/>
                </a:ln>
                <a:solidFill>
                  <a:srgbClr val="174AD4"/>
                </a:solidFill>
                <a:effectLst/>
                <a:latin typeface="Consolas" panose="020B0609020204030204" pitchFamily="49" charset="0"/>
              </a:rPr>
              <a:t>transform</a:t>
            </a:r>
            <a:r>
              <a:rPr kumimoji="0" lang="sk-SK" altLang="sk-SK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kumimoji="0" lang="sk-SK" altLang="sk-SK" sz="1200" b="0" i="0" u="none" strike="noStrike" cap="none" normalizeH="0" baseline="0" dirty="0" err="1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</a:rPr>
              <a:t>matrix</a:t>
            </a:r>
            <a:r>
              <a:rPr kumimoji="0" lang="sk-SK" altLang="sk-SK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sk-SK" altLang="sk-SK" sz="1200" b="0" i="0" u="none" strike="noStrike" cap="none" normalizeH="0" baseline="0" dirty="0">
                <a:ln>
                  <a:noFill/>
                </a:ln>
                <a:solidFill>
                  <a:srgbClr val="1750EB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kumimoji="0" lang="sk-SK" altLang="sk-SK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, -</a:t>
            </a:r>
            <a:r>
              <a:rPr kumimoji="0" lang="sk-SK" altLang="sk-SK" sz="1200" b="0" i="0" u="none" strike="noStrike" cap="none" normalizeH="0" baseline="0" dirty="0">
                <a:ln>
                  <a:noFill/>
                </a:ln>
                <a:solidFill>
                  <a:srgbClr val="1750EB"/>
                </a:solidFill>
                <a:effectLst/>
                <a:latin typeface="Consolas" panose="020B0609020204030204" pitchFamily="49" charset="0"/>
              </a:rPr>
              <a:t>0.3</a:t>
            </a:r>
            <a:r>
              <a:rPr kumimoji="0" lang="sk-SK" altLang="sk-SK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kumimoji="0" lang="sk-SK" altLang="sk-SK" sz="1200" b="0" i="0" u="none" strike="noStrike" cap="none" normalizeH="0" baseline="0" dirty="0">
                <a:ln>
                  <a:noFill/>
                </a:ln>
                <a:solidFill>
                  <a:srgbClr val="1750EB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kumimoji="0" lang="sk-SK" altLang="sk-SK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kumimoji="0" lang="sk-SK" altLang="sk-SK" sz="1200" b="0" i="0" u="none" strike="noStrike" cap="none" normalizeH="0" baseline="0" dirty="0">
                <a:ln>
                  <a:noFill/>
                </a:ln>
                <a:solidFill>
                  <a:srgbClr val="1750EB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kumimoji="0" lang="sk-SK" altLang="sk-SK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kumimoji="0" lang="sk-SK" altLang="sk-SK" sz="1200" b="0" i="0" u="none" strike="noStrike" cap="none" normalizeH="0" baseline="0" dirty="0">
                <a:ln>
                  <a:noFill/>
                </a:ln>
                <a:solidFill>
                  <a:srgbClr val="1750EB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kumimoji="0" lang="sk-SK" altLang="sk-SK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kumimoji="0" lang="sk-SK" altLang="sk-SK" sz="1200" b="0" i="0" u="none" strike="noStrike" cap="none" normalizeH="0" baseline="0" dirty="0">
                <a:ln>
                  <a:noFill/>
                </a:ln>
                <a:solidFill>
                  <a:srgbClr val="1750EB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kumimoji="0" lang="sk-SK" altLang="sk-SK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);</a:t>
            </a:r>
            <a:br>
              <a:rPr kumimoji="0" lang="sk-SK" altLang="sk-SK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</a:br>
            <a:r>
              <a:rPr kumimoji="0" lang="sk-SK" altLang="sk-SK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}</a:t>
            </a:r>
            <a:br>
              <a:rPr kumimoji="0" lang="sk-SK" altLang="sk-SK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</a:br>
            <a:br>
              <a:rPr kumimoji="0" lang="sk-SK" altLang="sk-SK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</a:br>
            <a:r>
              <a:rPr kumimoji="0" lang="sk-SK" altLang="sk-SK" sz="12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</a:rPr>
              <a:t>div#myDiv2 </a:t>
            </a:r>
            <a:r>
              <a:rPr kumimoji="0" lang="sk-SK" altLang="sk-SK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{</a:t>
            </a:r>
            <a:br>
              <a:rPr kumimoji="0" lang="sk-SK" altLang="sk-SK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</a:br>
            <a:r>
              <a:rPr kumimoji="0" lang="sk-SK" altLang="sk-SK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kumimoji="0" lang="sk-SK" altLang="sk-SK" sz="1200" b="0" i="0" u="none" strike="noStrike" cap="none" normalizeH="0" baseline="0" dirty="0" err="1">
                <a:ln>
                  <a:noFill/>
                </a:ln>
                <a:solidFill>
                  <a:srgbClr val="174AD4"/>
                </a:solidFill>
                <a:effectLst/>
                <a:latin typeface="Consolas" panose="020B0609020204030204" pitchFamily="49" charset="0"/>
              </a:rPr>
              <a:t>transform</a:t>
            </a:r>
            <a:r>
              <a:rPr kumimoji="0" lang="sk-SK" altLang="sk-SK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kumimoji="0" lang="sk-SK" altLang="sk-SK" sz="1200" b="0" i="0" u="none" strike="noStrike" cap="none" normalizeH="0" baseline="0" dirty="0" err="1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</a:rPr>
              <a:t>matrix</a:t>
            </a:r>
            <a:r>
              <a:rPr kumimoji="0" lang="sk-SK" altLang="sk-SK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sk-SK" altLang="sk-SK" sz="1200" b="0" i="0" u="none" strike="noStrike" cap="none" normalizeH="0" baseline="0" dirty="0">
                <a:ln>
                  <a:noFill/>
                </a:ln>
                <a:solidFill>
                  <a:srgbClr val="1750EB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kumimoji="0" lang="sk-SK" altLang="sk-SK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kumimoji="0" lang="sk-SK" altLang="sk-SK" sz="1200" b="0" i="0" u="none" strike="noStrike" cap="none" normalizeH="0" baseline="0" dirty="0">
                <a:ln>
                  <a:noFill/>
                </a:ln>
                <a:solidFill>
                  <a:srgbClr val="1750EB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kumimoji="0" lang="sk-SK" altLang="sk-SK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kumimoji="0" lang="sk-SK" altLang="sk-SK" sz="1200" b="0" i="0" u="none" strike="noStrike" cap="none" normalizeH="0" baseline="0" dirty="0">
                <a:ln>
                  <a:noFill/>
                </a:ln>
                <a:solidFill>
                  <a:srgbClr val="1750EB"/>
                </a:solidFill>
                <a:effectLst/>
                <a:latin typeface="Consolas" panose="020B0609020204030204" pitchFamily="49" charset="0"/>
              </a:rPr>
              <a:t>0.5</a:t>
            </a:r>
            <a:r>
              <a:rPr kumimoji="0" lang="sk-SK" altLang="sk-SK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kumimoji="0" lang="sk-SK" altLang="sk-SK" sz="1200" b="0" i="0" u="none" strike="noStrike" cap="none" normalizeH="0" baseline="0" dirty="0">
                <a:ln>
                  <a:noFill/>
                </a:ln>
                <a:solidFill>
                  <a:srgbClr val="1750EB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kumimoji="0" lang="sk-SK" altLang="sk-SK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kumimoji="0" lang="sk-SK" altLang="sk-SK" sz="1200" b="0" i="0" u="none" strike="noStrike" cap="none" normalizeH="0" baseline="0" dirty="0">
                <a:ln>
                  <a:noFill/>
                </a:ln>
                <a:solidFill>
                  <a:srgbClr val="1750EB"/>
                </a:solidFill>
                <a:effectLst/>
                <a:latin typeface="Consolas" panose="020B0609020204030204" pitchFamily="49" charset="0"/>
              </a:rPr>
              <a:t>150</a:t>
            </a:r>
            <a:r>
              <a:rPr kumimoji="0" lang="sk-SK" altLang="sk-SK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kumimoji="0" lang="sk-SK" altLang="sk-SK" sz="1200" b="0" i="0" u="none" strike="noStrike" cap="none" normalizeH="0" baseline="0" dirty="0">
                <a:ln>
                  <a:noFill/>
                </a:ln>
                <a:solidFill>
                  <a:srgbClr val="1750EB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kumimoji="0" lang="sk-SK" altLang="sk-SK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);</a:t>
            </a:r>
            <a:br>
              <a:rPr kumimoji="0" lang="sk-SK" altLang="sk-SK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</a:br>
            <a:r>
              <a:rPr kumimoji="0" lang="sk-SK" altLang="sk-SK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}</a:t>
            </a:r>
            <a:endParaRPr kumimoji="0" lang="sk-SK" altLang="sk-SK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onsolas" panose="020B0609020204030204" pitchFamily="49" charset="0"/>
            </a:endParaRPr>
          </a:p>
        </p:txBody>
      </p:sp>
      <p:pic>
        <p:nvPicPr>
          <p:cNvPr id="8" name="Obrázok 7">
            <a:extLst>
              <a:ext uri="{FF2B5EF4-FFF2-40B4-BE49-F238E27FC236}">
                <a16:creationId xmlns:a16="http://schemas.microsoft.com/office/drawing/2014/main" id="{9D5F0CBC-94A1-4540-86CA-4843806FAA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72773" y="1857449"/>
            <a:ext cx="3080391" cy="20219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2683512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35273CF6-BBB8-419C-B93C-BE43FF79DD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 dirty="0"/>
              <a:t>CSS prechody</a:t>
            </a:r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B7AA76A7-7FFA-4AAE-8F2C-C007F74CEC6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sk-SK" dirty="0"/>
              <a:t>Umožňujú plynulú zmenu nejakej CSS vlastnosti </a:t>
            </a:r>
          </a:p>
          <a:p>
            <a:pPr lvl="1"/>
            <a:r>
              <a:rPr lang="sk-SK" dirty="0"/>
              <a:t>Je nutné určiť, akú vlastnosť chceme meniť a trvanie efektu</a:t>
            </a:r>
          </a:p>
          <a:p>
            <a:r>
              <a:rPr lang="sk-SK" dirty="0"/>
              <a:t>Efekt začne, keď sa príslušná CSS vlastnosť má zmeniť</a:t>
            </a:r>
          </a:p>
          <a:p>
            <a:pPr lvl="1"/>
            <a:r>
              <a:rPr lang="sk-SK" dirty="0"/>
              <a:t>Často sa viaže napr. na </a:t>
            </a:r>
            <a:r>
              <a:rPr lang="en-US" sz="1200" dirty="0">
                <a:latin typeface="Consolas" panose="020B0609020204030204" pitchFamily="49" charset="0"/>
              </a:rPr>
              <a:t>hover</a:t>
            </a:r>
            <a:r>
              <a:rPr lang="sk-SK" dirty="0"/>
              <a:t> udalosť</a:t>
            </a:r>
          </a:p>
          <a:p>
            <a:r>
              <a:rPr lang="sk-SK" dirty="0"/>
              <a:t>Je možné zmeniť aj viac vlastností súčasne</a:t>
            </a:r>
          </a:p>
          <a:p>
            <a:pPr lvl="1"/>
            <a:r>
              <a:rPr lang="sk-SK" dirty="0"/>
              <a:t>Dá sa prepojiť sa aj s transformáciami</a:t>
            </a:r>
          </a:p>
          <a:p>
            <a:r>
              <a:rPr lang="sk-SK" dirty="0"/>
              <a:t>Takisto spôsob zmeny hodnoty v čase (niekoľko možností)</a:t>
            </a:r>
          </a:p>
          <a:p>
            <a:pPr lvl="1"/>
            <a:r>
              <a:rPr lang="sk-SK" dirty="0"/>
              <a:t>Lineárny, pomalý štart, pomalý koniec, </a:t>
            </a:r>
            <a:r>
              <a:rPr lang="sk-SK" dirty="0" err="1"/>
              <a:t>beziérova</a:t>
            </a:r>
            <a:r>
              <a:rPr lang="sk-SK" dirty="0"/>
              <a:t> krivka</a:t>
            </a:r>
          </a:p>
          <a:p>
            <a:pPr lvl="2"/>
            <a:endParaRPr lang="sk-SK" dirty="0"/>
          </a:p>
        </p:txBody>
      </p:sp>
      <p:sp>
        <p:nvSpPr>
          <p:cNvPr id="4" name="Zástupný objekt pre číslo snímky 3">
            <a:extLst>
              <a:ext uri="{FF2B5EF4-FFF2-40B4-BE49-F238E27FC236}">
                <a16:creationId xmlns:a16="http://schemas.microsoft.com/office/drawing/2014/main" id="{4F39815B-D0CF-48D9-9016-528CA67E8CE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mtClean="0"/>
              <a:t>47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28837814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F9EED665-923F-47E3-AA27-56B308CFD9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 dirty="0"/>
              <a:t>CSS prechody – príklad</a:t>
            </a:r>
          </a:p>
        </p:txBody>
      </p:sp>
      <p:sp>
        <p:nvSpPr>
          <p:cNvPr id="4" name="Zástupný objekt pre číslo snímky 3">
            <a:extLst>
              <a:ext uri="{FF2B5EF4-FFF2-40B4-BE49-F238E27FC236}">
                <a16:creationId xmlns:a16="http://schemas.microsoft.com/office/drawing/2014/main" id="{D449D096-5A68-45B1-B24B-BB5C76564F4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mtClean="0"/>
              <a:t>48</a:t>
            </a:fld>
            <a:endParaRPr lang="en-GB"/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0EF508BA-99C5-4A09-9D93-B45965AEE0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5894" y="1548360"/>
            <a:ext cx="4432624" cy="23083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sk-SK" altLang="sk-SK" sz="12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</a:rPr>
              <a:t>div </a:t>
            </a:r>
            <a:r>
              <a:rPr kumimoji="0" lang="sk-SK" altLang="sk-SK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{</a:t>
            </a:r>
            <a:br>
              <a:rPr kumimoji="0" lang="sk-SK" altLang="sk-SK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</a:br>
            <a:r>
              <a:rPr kumimoji="0" lang="sk-SK" altLang="sk-SK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kumimoji="0" lang="sk-SK" altLang="sk-SK" sz="1200" b="0" i="0" u="none" strike="noStrike" cap="none" normalizeH="0" baseline="0" dirty="0" err="1">
                <a:ln>
                  <a:noFill/>
                </a:ln>
                <a:solidFill>
                  <a:srgbClr val="174AD4"/>
                </a:solidFill>
                <a:effectLst/>
                <a:latin typeface="Consolas" panose="020B0609020204030204" pitchFamily="49" charset="0"/>
              </a:rPr>
              <a:t>width</a:t>
            </a:r>
            <a:r>
              <a:rPr kumimoji="0" lang="sk-SK" altLang="sk-SK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kumimoji="0" lang="sk-SK" altLang="sk-SK" sz="1200" b="0" i="0" u="none" strike="noStrike" cap="none" normalizeH="0" baseline="0" dirty="0">
                <a:ln>
                  <a:noFill/>
                </a:ln>
                <a:solidFill>
                  <a:srgbClr val="1750EB"/>
                </a:solidFill>
                <a:effectLst/>
                <a:latin typeface="Consolas" panose="020B0609020204030204" pitchFamily="49" charset="0"/>
              </a:rPr>
              <a:t>100</a:t>
            </a:r>
            <a:r>
              <a:rPr kumimoji="0" lang="sk-SK" altLang="sk-SK" sz="12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</a:rPr>
              <a:t>px</a:t>
            </a:r>
            <a:r>
              <a:rPr kumimoji="0" lang="sk-SK" altLang="sk-SK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kumimoji="0" lang="sk-SK" altLang="sk-SK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</a:br>
            <a:r>
              <a:rPr kumimoji="0" lang="sk-SK" altLang="sk-SK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kumimoji="0" lang="sk-SK" altLang="sk-SK" sz="1200" b="0" i="0" u="none" strike="noStrike" cap="none" normalizeH="0" baseline="0" dirty="0" err="1">
                <a:ln>
                  <a:noFill/>
                </a:ln>
                <a:solidFill>
                  <a:srgbClr val="174AD4"/>
                </a:solidFill>
                <a:effectLst/>
                <a:latin typeface="Consolas" panose="020B0609020204030204" pitchFamily="49" charset="0"/>
              </a:rPr>
              <a:t>height</a:t>
            </a:r>
            <a:r>
              <a:rPr kumimoji="0" lang="sk-SK" altLang="sk-SK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kumimoji="0" lang="sk-SK" altLang="sk-SK" sz="1200" b="0" i="0" u="none" strike="noStrike" cap="none" normalizeH="0" baseline="0" dirty="0">
                <a:ln>
                  <a:noFill/>
                </a:ln>
                <a:solidFill>
                  <a:srgbClr val="1750EB"/>
                </a:solidFill>
                <a:effectLst/>
                <a:latin typeface="Consolas" panose="020B0609020204030204" pitchFamily="49" charset="0"/>
              </a:rPr>
              <a:t>100</a:t>
            </a:r>
            <a:r>
              <a:rPr kumimoji="0" lang="sk-SK" altLang="sk-SK" sz="12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</a:rPr>
              <a:t>px</a:t>
            </a:r>
            <a:r>
              <a:rPr kumimoji="0" lang="sk-SK" altLang="sk-SK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kumimoji="0" lang="sk-SK" altLang="sk-SK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</a:br>
            <a:r>
              <a:rPr kumimoji="0" lang="sk-SK" altLang="sk-SK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kumimoji="0" lang="sk-SK" altLang="sk-SK" sz="1200" b="0" i="0" u="none" strike="noStrike" cap="none" normalizeH="0" baseline="0" dirty="0" err="1">
                <a:ln>
                  <a:noFill/>
                </a:ln>
                <a:solidFill>
                  <a:srgbClr val="174AD4"/>
                </a:solidFill>
                <a:effectLst/>
                <a:latin typeface="Consolas" panose="020B0609020204030204" pitchFamily="49" charset="0"/>
              </a:rPr>
              <a:t>background</a:t>
            </a:r>
            <a:r>
              <a:rPr kumimoji="0" lang="sk-SK" altLang="sk-SK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kumimoji="0" lang="sk-SK" altLang="sk-SK" sz="1200" b="0" i="0" u="none" strike="noStrike" cap="none" normalizeH="0" baseline="0" dirty="0" err="1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</a:rPr>
              <a:t>lightblue</a:t>
            </a:r>
            <a:r>
              <a:rPr kumimoji="0" lang="sk-SK" altLang="sk-SK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kumimoji="0" lang="sk-SK" altLang="sk-SK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</a:br>
            <a:r>
              <a:rPr kumimoji="0" lang="sk-SK" altLang="sk-SK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kumimoji="0" lang="sk-SK" altLang="sk-SK" sz="1200" b="0" i="0" u="none" strike="noStrike" cap="none" normalizeH="0" baseline="0" dirty="0" err="1">
                <a:ln>
                  <a:noFill/>
                </a:ln>
                <a:solidFill>
                  <a:srgbClr val="174AD4"/>
                </a:solidFill>
                <a:effectLst/>
                <a:latin typeface="Consolas" panose="020B0609020204030204" pitchFamily="49" charset="0"/>
              </a:rPr>
              <a:t>transition</a:t>
            </a:r>
            <a:r>
              <a:rPr kumimoji="0" lang="sk-SK" altLang="sk-SK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kumimoji="0" lang="sk-SK" altLang="sk-SK" sz="1200" b="0" i="0" u="none" strike="noStrike" cap="none" normalizeH="0" baseline="0" dirty="0" err="1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</a:rPr>
              <a:t>width</a:t>
            </a:r>
            <a:r>
              <a:rPr kumimoji="0" lang="sk-SK" altLang="sk-SK" sz="12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sk-SK" altLang="sk-SK" sz="1200" b="0" i="0" u="none" strike="noStrike" cap="none" normalizeH="0" baseline="0" dirty="0">
                <a:ln>
                  <a:noFill/>
                </a:ln>
                <a:solidFill>
                  <a:srgbClr val="1750EB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kumimoji="0" lang="sk-SK" altLang="sk-SK" sz="12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</a:rPr>
              <a:t>s</a:t>
            </a:r>
            <a:r>
              <a:rPr kumimoji="0" lang="sk-SK" altLang="sk-SK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kumimoji="0" lang="sk-SK" altLang="sk-SK" sz="1200" b="0" i="0" u="none" strike="noStrike" cap="none" normalizeH="0" baseline="0" dirty="0" err="1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</a:rPr>
              <a:t>height</a:t>
            </a:r>
            <a:r>
              <a:rPr kumimoji="0" lang="sk-SK" altLang="sk-SK" sz="12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sk-SK" altLang="sk-SK" sz="1200" b="0" i="0" u="none" strike="noStrike" cap="none" normalizeH="0" baseline="0" dirty="0">
                <a:ln>
                  <a:noFill/>
                </a:ln>
                <a:solidFill>
                  <a:srgbClr val="1750EB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kumimoji="0" lang="sk-SK" altLang="sk-SK" sz="12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</a:rPr>
              <a:t>s</a:t>
            </a:r>
            <a:r>
              <a:rPr kumimoji="0" lang="sk-SK" altLang="sk-SK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kumimoji="0" lang="sk-SK" altLang="sk-SK" sz="1200" b="0" i="0" u="none" strike="noStrike" cap="none" normalizeH="0" baseline="0" dirty="0" err="1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</a:rPr>
              <a:t>transform</a:t>
            </a:r>
            <a:r>
              <a:rPr kumimoji="0" lang="sk-SK" altLang="sk-SK" sz="12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sk-SK" altLang="sk-SK" sz="1200" b="0" i="0" u="none" strike="noStrike" cap="none" normalizeH="0" baseline="0" dirty="0">
                <a:ln>
                  <a:noFill/>
                </a:ln>
                <a:solidFill>
                  <a:srgbClr val="1750EB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kumimoji="0" lang="sk-SK" altLang="sk-SK" sz="12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</a:rPr>
              <a:t>s</a:t>
            </a:r>
            <a:r>
              <a:rPr kumimoji="0" lang="sk-SK" altLang="sk-SK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kumimoji="0" lang="sk-SK" altLang="sk-SK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</a:br>
            <a:r>
              <a:rPr kumimoji="0" lang="sk-SK" altLang="sk-SK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}</a:t>
            </a:r>
            <a:br>
              <a:rPr kumimoji="0" lang="sk-SK" altLang="sk-SK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</a:br>
            <a:br>
              <a:rPr kumimoji="0" lang="sk-SK" altLang="sk-SK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</a:br>
            <a:r>
              <a:rPr kumimoji="0" lang="sk-SK" altLang="sk-SK" sz="1200" b="0" i="0" u="none" strike="noStrike" cap="none" normalizeH="0" baseline="0" dirty="0" err="1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</a:rPr>
              <a:t>div</a:t>
            </a:r>
            <a:r>
              <a:rPr kumimoji="0" lang="sk-SK" altLang="sk-SK" sz="12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kumimoji="0" lang="sk-SK" altLang="sk-SK" sz="1200" b="0" i="0" u="none" strike="noStrike" cap="none" normalizeH="0" baseline="0" dirty="0" err="1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</a:rPr>
              <a:t>hover</a:t>
            </a:r>
            <a:r>
              <a:rPr kumimoji="0" lang="sk-SK" altLang="sk-SK" sz="12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sk-SK" altLang="sk-SK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{</a:t>
            </a:r>
            <a:br>
              <a:rPr kumimoji="0" lang="sk-SK" altLang="sk-SK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</a:br>
            <a:r>
              <a:rPr kumimoji="0" lang="sk-SK" altLang="sk-SK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kumimoji="0" lang="sk-SK" altLang="sk-SK" sz="1200" b="0" i="0" u="none" strike="noStrike" cap="none" normalizeH="0" baseline="0" dirty="0" err="1">
                <a:ln>
                  <a:noFill/>
                </a:ln>
                <a:solidFill>
                  <a:srgbClr val="174AD4"/>
                </a:solidFill>
                <a:effectLst/>
                <a:latin typeface="Consolas" panose="020B0609020204030204" pitchFamily="49" charset="0"/>
              </a:rPr>
              <a:t>width</a:t>
            </a:r>
            <a:r>
              <a:rPr kumimoji="0" lang="sk-SK" altLang="sk-SK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kumimoji="0" lang="sk-SK" altLang="sk-SK" sz="1200" b="0" i="0" u="none" strike="noStrike" cap="none" normalizeH="0" baseline="0" dirty="0">
                <a:ln>
                  <a:noFill/>
                </a:ln>
                <a:solidFill>
                  <a:srgbClr val="1750EB"/>
                </a:solidFill>
                <a:effectLst/>
                <a:latin typeface="Consolas" panose="020B0609020204030204" pitchFamily="49" charset="0"/>
              </a:rPr>
              <a:t>300</a:t>
            </a:r>
            <a:r>
              <a:rPr kumimoji="0" lang="sk-SK" altLang="sk-SK" sz="12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</a:rPr>
              <a:t>px</a:t>
            </a:r>
            <a:r>
              <a:rPr kumimoji="0" lang="sk-SK" altLang="sk-SK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kumimoji="0" lang="sk-SK" altLang="sk-SK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</a:br>
            <a:r>
              <a:rPr kumimoji="0" lang="sk-SK" altLang="sk-SK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kumimoji="0" lang="sk-SK" altLang="sk-SK" sz="1200" b="0" i="0" u="none" strike="noStrike" cap="none" normalizeH="0" baseline="0" dirty="0" err="1">
                <a:ln>
                  <a:noFill/>
                </a:ln>
                <a:solidFill>
                  <a:srgbClr val="174AD4"/>
                </a:solidFill>
                <a:effectLst/>
                <a:latin typeface="Consolas" panose="020B0609020204030204" pitchFamily="49" charset="0"/>
              </a:rPr>
              <a:t>height</a:t>
            </a:r>
            <a:r>
              <a:rPr kumimoji="0" lang="sk-SK" altLang="sk-SK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kumimoji="0" lang="sk-SK" altLang="sk-SK" sz="1200" b="0" i="0" u="none" strike="noStrike" cap="none" normalizeH="0" baseline="0" dirty="0">
                <a:ln>
                  <a:noFill/>
                </a:ln>
                <a:solidFill>
                  <a:srgbClr val="1750EB"/>
                </a:solidFill>
                <a:effectLst/>
                <a:latin typeface="Consolas" panose="020B0609020204030204" pitchFamily="49" charset="0"/>
              </a:rPr>
              <a:t>300</a:t>
            </a:r>
            <a:r>
              <a:rPr kumimoji="0" lang="sk-SK" altLang="sk-SK" sz="12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</a:rPr>
              <a:t>px</a:t>
            </a:r>
            <a:r>
              <a:rPr kumimoji="0" lang="sk-SK" altLang="sk-SK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kumimoji="0" lang="sk-SK" altLang="sk-SK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</a:br>
            <a:r>
              <a:rPr kumimoji="0" lang="sk-SK" altLang="sk-SK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kumimoji="0" lang="sk-SK" altLang="sk-SK" sz="1200" b="0" i="0" u="none" strike="noStrike" cap="none" normalizeH="0" baseline="0" dirty="0" err="1">
                <a:ln>
                  <a:noFill/>
                </a:ln>
                <a:solidFill>
                  <a:srgbClr val="174AD4"/>
                </a:solidFill>
                <a:effectLst/>
                <a:latin typeface="Consolas" panose="020B0609020204030204" pitchFamily="49" charset="0"/>
              </a:rPr>
              <a:t>transform</a:t>
            </a:r>
            <a:r>
              <a:rPr kumimoji="0" lang="sk-SK" altLang="sk-SK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kumimoji="0" lang="sk-SK" altLang="sk-SK" sz="1200" b="0" i="0" u="none" strike="noStrike" cap="none" normalizeH="0" baseline="0" dirty="0" err="1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</a:rPr>
              <a:t>rotate</a:t>
            </a:r>
            <a:r>
              <a:rPr kumimoji="0" lang="sk-SK" altLang="sk-SK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sk-SK" altLang="sk-SK" sz="1200" b="0" i="0" u="none" strike="noStrike" cap="none" normalizeH="0" baseline="0" dirty="0">
                <a:ln>
                  <a:noFill/>
                </a:ln>
                <a:solidFill>
                  <a:srgbClr val="1750EB"/>
                </a:solidFill>
                <a:effectLst/>
                <a:latin typeface="Consolas" panose="020B0609020204030204" pitchFamily="49" charset="0"/>
              </a:rPr>
              <a:t>180</a:t>
            </a:r>
            <a:r>
              <a:rPr kumimoji="0" lang="sk-SK" altLang="sk-SK" sz="12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</a:rPr>
              <a:t>deg</a:t>
            </a:r>
            <a:r>
              <a:rPr kumimoji="0" lang="sk-SK" altLang="sk-SK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);</a:t>
            </a:r>
            <a:br>
              <a:rPr kumimoji="0" lang="sk-SK" altLang="sk-SK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</a:br>
            <a:r>
              <a:rPr kumimoji="0" lang="sk-SK" altLang="sk-SK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}</a:t>
            </a:r>
            <a:endParaRPr kumimoji="0" lang="sk-SK" altLang="sk-SK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7" name="BlokTextu 6">
            <a:extLst>
              <a:ext uri="{FF2B5EF4-FFF2-40B4-BE49-F238E27FC236}">
                <a16:creationId xmlns:a16="http://schemas.microsoft.com/office/drawing/2014/main" id="{FC307FCC-ACAE-4591-AA30-22723E931D77}"/>
              </a:ext>
            </a:extLst>
          </p:cNvPr>
          <p:cNvSpPr txBox="1"/>
          <p:nvPr/>
        </p:nvSpPr>
        <p:spPr>
          <a:xfrm>
            <a:off x="370357" y="4063013"/>
            <a:ext cx="652595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sk-SK" dirty="0">
                <a:hlinkClick r:id="rId2"/>
              </a:rPr>
              <a:t>https://www.w3schools.com/css/tryit.asp?filename=trycss3_transition_transform</a:t>
            </a:r>
            <a:r>
              <a:rPr lang="sk-SK" dirty="0"/>
              <a:t> </a:t>
            </a:r>
          </a:p>
        </p:txBody>
      </p:sp>
      <p:pic>
        <p:nvPicPr>
          <p:cNvPr id="9" name="Obrázok 8">
            <a:extLst>
              <a:ext uri="{FF2B5EF4-FFF2-40B4-BE49-F238E27FC236}">
                <a16:creationId xmlns:a16="http://schemas.microsoft.com/office/drawing/2014/main" id="{33E09B48-D469-4E5F-9FE4-A7850DE9ED9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75517" y="1608248"/>
            <a:ext cx="716066" cy="716066"/>
          </a:xfrm>
          <a:prstGeom prst="rect">
            <a:avLst/>
          </a:prstGeom>
        </p:spPr>
      </p:pic>
      <p:pic>
        <p:nvPicPr>
          <p:cNvPr id="10" name="Obrázok 9">
            <a:extLst>
              <a:ext uri="{FF2B5EF4-FFF2-40B4-BE49-F238E27FC236}">
                <a16:creationId xmlns:a16="http://schemas.microsoft.com/office/drawing/2014/main" id="{F66DA034-95AF-49E0-8193-2512DA5EE9E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96313" y="2972475"/>
            <a:ext cx="1244426" cy="1244426"/>
          </a:xfrm>
          <a:prstGeom prst="rect">
            <a:avLst/>
          </a:prstGeom>
        </p:spPr>
      </p:pic>
      <p:pic>
        <p:nvPicPr>
          <p:cNvPr id="11" name="Obrázok 10">
            <a:extLst>
              <a:ext uri="{FF2B5EF4-FFF2-40B4-BE49-F238E27FC236}">
                <a16:creationId xmlns:a16="http://schemas.microsoft.com/office/drawing/2014/main" id="{B4D0D68C-4EB0-4959-B1CB-FF4FFAA6EB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554847">
            <a:off x="6076059" y="1854662"/>
            <a:ext cx="820253" cy="820253"/>
          </a:xfrm>
          <a:prstGeom prst="rect">
            <a:avLst/>
          </a:prstGeom>
        </p:spPr>
      </p:pic>
      <p:pic>
        <p:nvPicPr>
          <p:cNvPr id="12" name="Obrázok 11">
            <a:extLst>
              <a:ext uri="{FF2B5EF4-FFF2-40B4-BE49-F238E27FC236}">
                <a16:creationId xmlns:a16="http://schemas.microsoft.com/office/drawing/2014/main" id="{2A0E2E78-A46C-401B-8FC1-D0B43A11D9D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9671988">
            <a:off x="6462141" y="2278435"/>
            <a:ext cx="951452" cy="9514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9277890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98CC6616-0720-43A6-9F2E-6A5EFDD70A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 dirty="0"/>
              <a:t>CSS animácie</a:t>
            </a:r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3BEA6307-DC7E-4ED7-B00F-C9ADB7A6BCD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sk-SK" dirty="0"/>
              <a:t>CSS animácie sú určené na oživenie stránky bez nutnosti použitia </a:t>
            </a:r>
            <a:r>
              <a:rPr lang="sk-SK" dirty="0" err="1"/>
              <a:t>JavaScriptu</a:t>
            </a:r>
            <a:r>
              <a:rPr lang="sk-SK" dirty="0"/>
              <a:t> </a:t>
            </a:r>
          </a:p>
          <a:p>
            <a:pPr lvl="1"/>
            <a:r>
              <a:rPr lang="sk-SK" dirty="0"/>
              <a:t>Zmena jednej alebo viacerých CSS vlastností, aj opakovane</a:t>
            </a:r>
          </a:p>
          <a:p>
            <a:pPr lvl="1"/>
            <a:r>
              <a:rPr lang="sk-SK" dirty="0"/>
              <a:t>Plne podporované všetkými prehliadačmi</a:t>
            </a:r>
          </a:p>
          <a:p>
            <a:r>
              <a:rPr lang="sk-SK" dirty="0"/>
              <a:t>Animácia sa definuje pravidlom </a:t>
            </a:r>
            <a:r>
              <a:rPr lang="sk-SK" sz="1400" dirty="0">
                <a:latin typeface="Consolas" panose="020B0609020204030204" pitchFamily="49" charset="0"/>
              </a:rPr>
              <a:t>@keyframes </a:t>
            </a:r>
          </a:p>
          <a:p>
            <a:pPr lvl="1"/>
            <a:r>
              <a:rPr lang="sk-SK" dirty="0"/>
              <a:t>Určí sa východzí a cieľový stav</a:t>
            </a:r>
            <a:r>
              <a:rPr lang="en-US" dirty="0"/>
              <a:t> CSS </a:t>
            </a:r>
            <a:r>
              <a:rPr lang="sk-SK" dirty="0"/>
              <a:t>jednej alebo viacerých vlastností  (</a:t>
            </a:r>
            <a:r>
              <a:rPr lang="en-US" sz="1200" dirty="0">
                <a:latin typeface="Consolas" panose="020B0609020204030204" pitchFamily="49" charset="0"/>
              </a:rPr>
              <a:t>from{}</a:t>
            </a:r>
            <a:r>
              <a:rPr lang="sk-SK" dirty="0"/>
              <a:t> a </a:t>
            </a:r>
            <a:r>
              <a:rPr lang="sk-SK" sz="1200" dirty="0">
                <a:latin typeface="Consolas" panose="020B0609020204030204" pitchFamily="49" charset="0"/>
              </a:rPr>
              <a:t>to</a:t>
            </a:r>
            <a:r>
              <a:rPr lang="en-US" sz="1200" dirty="0">
                <a:latin typeface="Consolas" panose="020B0609020204030204" pitchFamily="49" charset="0"/>
              </a:rPr>
              <a:t>{}</a:t>
            </a:r>
            <a:r>
              <a:rPr lang="sk-SK" dirty="0"/>
              <a:t>)</a:t>
            </a:r>
          </a:p>
          <a:p>
            <a:pPr lvl="1"/>
            <a:r>
              <a:rPr lang="sk-SK" dirty="0"/>
              <a:t>Animácia sa napojí na element</a:t>
            </a:r>
          </a:p>
          <a:p>
            <a:pPr lvl="1"/>
            <a:r>
              <a:rPr lang="sk-SK" dirty="0"/>
              <a:t>Určia sa jej vlastnosti: oneskorenie (</a:t>
            </a:r>
            <a:r>
              <a:rPr lang="sk-SK" sz="1200" dirty="0" err="1">
                <a:latin typeface="Consolas" panose="020B0609020204030204" pitchFamily="49" charset="0"/>
              </a:rPr>
              <a:t>animation-delay</a:t>
            </a:r>
            <a:r>
              <a:rPr lang="sk-SK" dirty="0"/>
              <a:t>), trvanie (</a:t>
            </a:r>
            <a:r>
              <a:rPr lang="sk-SK" sz="1200" dirty="0" err="1">
                <a:latin typeface="Consolas" panose="020B0609020204030204" pitchFamily="49" charset="0"/>
              </a:rPr>
              <a:t>animation-duration</a:t>
            </a:r>
            <a:r>
              <a:rPr lang="sk-SK" dirty="0"/>
              <a:t>) a spôsob zmeny v čase (</a:t>
            </a:r>
            <a:r>
              <a:rPr lang="sk-SK" sz="1200" dirty="0" err="1">
                <a:latin typeface="Consolas" panose="020B0609020204030204" pitchFamily="49" charset="0"/>
              </a:rPr>
              <a:t>animation-timing-function</a:t>
            </a:r>
            <a:r>
              <a:rPr lang="sk-SK" dirty="0"/>
              <a:t>), počet opakovaní (</a:t>
            </a:r>
            <a:r>
              <a:rPr lang="sk-SK" sz="1200" dirty="0" err="1">
                <a:latin typeface="Consolas" panose="020B0609020204030204" pitchFamily="49" charset="0"/>
              </a:rPr>
              <a:t>animation-iteration-count</a:t>
            </a:r>
            <a:r>
              <a:rPr lang="sk-SK" dirty="0"/>
              <a:t>), smer prehrávania (</a:t>
            </a:r>
            <a:r>
              <a:rPr lang="sk-SK" sz="1200" dirty="0" err="1">
                <a:latin typeface="Consolas" panose="020B0609020204030204" pitchFamily="49" charset="0"/>
              </a:rPr>
              <a:t>animation-direction</a:t>
            </a:r>
            <a:r>
              <a:rPr lang="sk-SK" dirty="0"/>
              <a:t>) </a:t>
            </a:r>
          </a:p>
          <a:p>
            <a:endParaRPr lang="sk-SK" dirty="0"/>
          </a:p>
        </p:txBody>
      </p:sp>
      <p:sp>
        <p:nvSpPr>
          <p:cNvPr id="4" name="Zástupný objekt pre číslo snímky 3">
            <a:extLst>
              <a:ext uri="{FF2B5EF4-FFF2-40B4-BE49-F238E27FC236}">
                <a16:creationId xmlns:a16="http://schemas.microsoft.com/office/drawing/2014/main" id="{03BBCA9F-6255-47DD-9E1F-6E84ACE94EE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mtClean="0"/>
              <a:t>49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28676678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51899331-8D4A-41B4-9847-94C084BED6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 dirty="0"/>
              <a:t>Animácie </a:t>
            </a:r>
            <a:r>
              <a:rPr lang="en-US" dirty="0"/>
              <a:t>– </a:t>
            </a:r>
            <a:r>
              <a:rPr lang="sk-SK" dirty="0"/>
              <a:t>príklad</a:t>
            </a:r>
            <a:r>
              <a:rPr lang="en-US" dirty="0"/>
              <a:t> </a:t>
            </a:r>
            <a:endParaRPr lang="sk-SK" dirty="0"/>
          </a:p>
        </p:txBody>
      </p:sp>
      <p:sp>
        <p:nvSpPr>
          <p:cNvPr id="4" name="Zástupný objekt pre číslo snímky 3">
            <a:extLst>
              <a:ext uri="{FF2B5EF4-FFF2-40B4-BE49-F238E27FC236}">
                <a16:creationId xmlns:a16="http://schemas.microsoft.com/office/drawing/2014/main" id="{F60FFCAB-4836-4BEC-9EEE-908D5A198F3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mtClean="0"/>
              <a:t>50</a:t>
            </a:fld>
            <a:endParaRPr lang="en-GB"/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F5A84E9C-320C-498E-95E8-7A04D8E3312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1054" y="1479339"/>
            <a:ext cx="4134465" cy="286232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sk-SK" altLang="sk-SK" sz="10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</a:rPr>
              <a:t>div </a:t>
            </a:r>
            <a:r>
              <a:rPr kumimoji="0" lang="sk-SK" altLang="sk-SK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{</a:t>
            </a:r>
            <a:br>
              <a:rPr kumimoji="0" lang="sk-SK" altLang="sk-SK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</a:br>
            <a:r>
              <a:rPr kumimoji="0" lang="sk-SK" altLang="sk-SK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kumimoji="0" lang="sk-SK" altLang="sk-SK" sz="1000" b="0" i="0" u="none" strike="noStrike" cap="none" normalizeH="0" baseline="0" dirty="0" err="1">
                <a:ln>
                  <a:noFill/>
                </a:ln>
                <a:solidFill>
                  <a:srgbClr val="174AD4"/>
                </a:solidFill>
                <a:effectLst/>
                <a:latin typeface="Consolas" panose="020B0609020204030204" pitchFamily="49" charset="0"/>
              </a:rPr>
              <a:t>width</a:t>
            </a:r>
            <a:r>
              <a:rPr kumimoji="0" lang="sk-SK" altLang="sk-SK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kumimoji="0" lang="sk-SK" altLang="sk-SK" sz="1000" b="0" i="0" u="none" strike="noStrike" cap="none" normalizeH="0" baseline="0" dirty="0">
                <a:ln>
                  <a:noFill/>
                </a:ln>
                <a:solidFill>
                  <a:srgbClr val="1750EB"/>
                </a:solidFill>
                <a:effectLst/>
                <a:latin typeface="Consolas" panose="020B0609020204030204" pitchFamily="49" charset="0"/>
              </a:rPr>
              <a:t>100</a:t>
            </a:r>
            <a:r>
              <a:rPr kumimoji="0" lang="sk-SK" altLang="sk-SK" sz="10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</a:rPr>
              <a:t>px</a:t>
            </a:r>
            <a:r>
              <a:rPr kumimoji="0" lang="sk-SK" altLang="sk-SK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kumimoji="0" lang="sk-SK" altLang="sk-SK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</a:br>
            <a:r>
              <a:rPr kumimoji="0" lang="sk-SK" altLang="sk-SK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kumimoji="0" lang="sk-SK" altLang="sk-SK" sz="1000" b="0" i="0" u="none" strike="noStrike" cap="none" normalizeH="0" baseline="0" dirty="0" err="1">
                <a:ln>
                  <a:noFill/>
                </a:ln>
                <a:solidFill>
                  <a:srgbClr val="174AD4"/>
                </a:solidFill>
                <a:effectLst/>
                <a:latin typeface="Consolas" panose="020B0609020204030204" pitchFamily="49" charset="0"/>
              </a:rPr>
              <a:t>height</a:t>
            </a:r>
            <a:r>
              <a:rPr kumimoji="0" lang="sk-SK" altLang="sk-SK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kumimoji="0" lang="sk-SK" altLang="sk-SK" sz="1000" b="0" i="0" u="none" strike="noStrike" cap="none" normalizeH="0" baseline="0" dirty="0">
                <a:ln>
                  <a:noFill/>
                </a:ln>
                <a:solidFill>
                  <a:srgbClr val="1750EB"/>
                </a:solidFill>
                <a:effectLst/>
                <a:latin typeface="Consolas" panose="020B0609020204030204" pitchFamily="49" charset="0"/>
              </a:rPr>
              <a:t>100</a:t>
            </a:r>
            <a:r>
              <a:rPr kumimoji="0" lang="sk-SK" altLang="sk-SK" sz="10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</a:rPr>
              <a:t>px</a:t>
            </a:r>
            <a:r>
              <a:rPr kumimoji="0" lang="sk-SK" altLang="sk-SK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kumimoji="0" lang="sk-SK" altLang="sk-SK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</a:br>
            <a:r>
              <a:rPr kumimoji="0" lang="sk-SK" altLang="sk-SK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kumimoji="0" lang="sk-SK" altLang="sk-SK" sz="1000" b="0" i="0" u="none" strike="noStrike" cap="none" normalizeH="0" baseline="0" dirty="0" err="1">
                <a:ln>
                  <a:noFill/>
                </a:ln>
                <a:solidFill>
                  <a:srgbClr val="174AD4"/>
                </a:solidFill>
                <a:effectLst/>
                <a:latin typeface="Consolas" panose="020B0609020204030204" pitchFamily="49" charset="0"/>
              </a:rPr>
              <a:t>background</a:t>
            </a:r>
            <a:r>
              <a:rPr kumimoji="0" lang="sk-SK" altLang="sk-SK" sz="1000" b="0" i="0" u="none" strike="noStrike" cap="none" normalizeH="0" baseline="0" dirty="0">
                <a:ln>
                  <a:noFill/>
                </a:ln>
                <a:solidFill>
                  <a:srgbClr val="174AD4"/>
                </a:solidFill>
                <a:effectLst/>
                <a:latin typeface="Consolas" panose="020B0609020204030204" pitchFamily="49" charset="0"/>
              </a:rPr>
              <a:t>-color</a:t>
            </a:r>
            <a:r>
              <a:rPr kumimoji="0" lang="sk-SK" altLang="sk-SK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kumimoji="0" lang="sk-SK" altLang="sk-SK" sz="1000" b="0" i="0" u="none" strike="noStrike" cap="none" normalizeH="0" baseline="0" dirty="0" err="1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</a:rPr>
              <a:t>red</a:t>
            </a:r>
            <a:r>
              <a:rPr kumimoji="0" lang="sk-SK" altLang="sk-SK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kumimoji="0" lang="sk-SK" altLang="sk-SK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</a:br>
            <a:r>
              <a:rPr kumimoji="0" lang="sk-SK" altLang="sk-SK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kumimoji="0" lang="sk-SK" altLang="sk-SK" sz="1000" b="0" i="0" u="none" strike="noStrike" cap="none" normalizeH="0" baseline="0" dirty="0" err="1">
                <a:ln>
                  <a:noFill/>
                </a:ln>
                <a:solidFill>
                  <a:srgbClr val="174AD4"/>
                </a:solidFill>
                <a:effectLst/>
                <a:latin typeface="Consolas" panose="020B0609020204030204" pitchFamily="49" charset="0"/>
              </a:rPr>
              <a:t>position</a:t>
            </a:r>
            <a:r>
              <a:rPr kumimoji="0" lang="sk-SK" altLang="sk-SK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kumimoji="0" lang="sk-SK" altLang="sk-SK" sz="1000" b="0" i="0" u="none" strike="noStrike" cap="none" normalizeH="0" baseline="0" dirty="0" err="1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</a:rPr>
              <a:t>relative</a:t>
            </a:r>
            <a:r>
              <a:rPr kumimoji="0" lang="sk-SK" altLang="sk-SK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kumimoji="0" lang="sk-SK" altLang="sk-SK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</a:br>
            <a:r>
              <a:rPr kumimoji="0" lang="sk-SK" altLang="sk-SK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kumimoji="0" lang="sk-SK" altLang="sk-SK" sz="1000" b="0" i="0" u="none" strike="noStrike" cap="none" normalizeH="0" baseline="0" dirty="0" err="1">
                <a:ln>
                  <a:noFill/>
                </a:ln>
                <a:solidFill>
                  <a:srgbClr val="174AD4"/>
                </a:solidFill>
                <a:effectLst/>
                <a:latin typeface="Consolas" panose="020B0609020204030204" pitchFamily="49" charset="0"/>
              </a:rPr>
              <a:t>animation-name</a:t>
            </a:r>
            <a:r>
              <a:rPr kumimoji="0" lang="sk-SK" altLang="sk-SK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kumimoji="0" lang="sk-SK" altLang="sk-SK" sz="1000" b="0" i="0" u="none" strike="noStrike" cap="none" normalizeH="0" baseline="0" dirty="0" err="1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</a:rPr>
              <a:t>example</a:t>
            </a:r>
            <a:r>
              <a:rPr kumimoji="0" lang="sk-SK" altLang="sk-SK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kumimoji="0" lang="sk-SK" altLang="sk-SK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</a:br>
            <a:r>
              <a:rPr kumimoji="0" lang="sk-SK" altLang="sk-SK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kumimoji="0" lang="sk-SK" altLang="sk-SK" sz="1000" b="0" i="0" u="none" strike="noStrike" cap="none" normalizeH="0" baseline="0" dirty="0" err="1">
                <a:ln>
                  <a:noFill/>
                </a:ln>
                <a:solidFill>
                  <a:srgbClr val="174AD4"/>
                </a:solidFill>
                <a:effectLst/>
                <a:latin typeface="Consolas" panose="020B0609020204030204" pitchFamily="49" charset="0"/>
              </a:rPr>
              <a:t>animation-duration</a:t>
            </a:r>
            <a:r>
              <a:rPr kumimoji="0" lang="sk-SK" altLang="sk-SK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kumimoji="0" lang="sk-SK" altLang="sk-SK" sz="1000" b="0" i="0" u="none" strike="noStrike" cap="none" normalizeH="0" baseline="0" dirty="0">
                <a:ln>
                  <a:noFill/>
                </a:ln>
                <a:solidFill>
                  <a:srgbClr val="1750EB"/>
                </a:solidFill>
                <a:effectLst/>
                <a:latin typeface="Consolas" panose="020B0609020204030204" pitchFamily="49" charset="0"/>
              </a:rPr>
              <a:t>4</a:t>
            </a:r>
            <a:r>
              <a:rPr kumimoji="0" lang="sk-SK" altLang="sk-SK" sz="10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</a:rPr>
              <a:t>s</a:t>
            </a:r>
            <a:r>
              <a:rPr kumimoji="0" lang="sk-SK" altLang="sk-SK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kumimoji="0" lang="sk-SK" altLang="sk-SK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</a:br>
            <a:r>
              <a:rPr kumimoji="0" lang="sk-SK" altLang="sk-SK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kumimoji="0" lang="sk-SK" altLang="sk-SK" sz="1000" b="0" i="0" u="none" strike="noStrike" cap="none" normalizeH="0" baseline="0" dirty="0" err="1">
                <a:ln>
                  <a:noFill/>
                </a:ln>
                <a:solidFill>
                  <a:srgbClr val="174AD4"/>
                </a:solidFill>
                <a:effectLst/>
                <a:latin typeface="Consolas" panose="020B0609020204030204" pitchFamily="49" charset="0"/>
              </a:rPr>
              <a:t>animation-iteration-count</a:t>
            </a:r>
            <a:r>
              <a:rPr kumimoji="0" lang="sk-SK" altLang="sk-SK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kumimoji="0" lang="sk-SK" altLang="sk-SK" sz="1000" b="0" i="0" u="none" strike="noStrike" cap="none" normalizeH="0" baseline="0" dirty="0">
                <a:ln>
                  <a:noFill/>
                </a:ln>
                <a:solidFill>
                  <a:srgbClr val="1750EB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kumimoji="0" lang="sk-SK" altLang="sk-SK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kumimoji="0" lang="sk-SK" altLang="sk-SK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</a:br>
            <a:r>
              <a:rPr kumimoji="0" lang="sk-SK" altLang="sk-SK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kumimoji="0" lang="sk-SK" altLang="sk-SK" sz="1000" b="0" i="0" u="none" strike="noStrike" cap="none" normalizeH="0" baseline="0" dirty="0" err="1">
                <a:ln>
                  <a:noFill/>
                </a:ln>
                <a:solidFill>
                  <a:srgbClr val="174AD4"/>
                </a:solidFill>
                <a:effectLst/>
                <a:latin typeface="Consolas" panose="020B0609020204030204" pitchFamily="49" charset="0"/>
              </a:rPr>
              <a:t>animation-direction</a:t>
            </a:r>
            <a:r>
              <a:rPr kumimoji="0" lang="sk-SK" altLang="sk-SK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kumimoji="0" lang="sk-SK" altLang="sk-SK" sz="1000" b="0" i="0" u="none" strike="noStrike" cap="none" normalizeH="0" baseline="0" dirty="0" err="1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</a:rPr>
              <a:t>alternate</a:t>
            </a:r>
            <a:r>
              <a:rPr kumimoji="0" lang="sk-SK" altLang="sk-SK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kumimoji="0" lang="sk-SK" altLang="sk-SK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</a:br>
            <a:r>
              <a:rPr kumimoji="0" lang="sk-SK" altLang="sk-SK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}</a:t>
            </a:r>
            <a:br>
              <a:rPr kumimoji="0" lang="sk-SK" altLang="sk-SK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</a:br>
            <a:br>
              <a:rPr kumimoji="0" lang="sk-SK" altLang="sk-SK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</a:br>
            <a:r>
              <a:rPr kumimoji="0" lang="sk-SK" altLang="sk-SK" sz="10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</a:rPr>
              <a:t>@keyframes </a:t>
            </a:r>
            <a:r>
              <a:rPr kumimoji="0" lang="sk-SK" altLang="sk-SK" sz="1000" b="0" i="0" u="none" strike="noStrike" cap="none" normalizeH="0" baseline="0" dirty="0" err="1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</a:rPr>
              <a:t>example</a:t>
            </a:r>
            <a:r>
              <a:rPr kumimoji="0" lang="sk-SK" altLang="sk-SK" sz="10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sk-SK" altLang="sk-SK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{</a:t>
            </a:r>
            <a:br>
              <a:rPr kumimoji="0" lang="sk-SK" altLang="sk-SK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</a:br>
            <a:r>
              <a:rPr kumimoji="0" lang="sk-SK" altLang="sk-SK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kumimoji="0" lang="sk-SK" altLang="sk-SK" sz="10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</a:rPr>
              <a:t>0%   </a:t>
            </a:r>
            <a:r>
              <a:rPr kumimoji="0" lang="sk-SK" altLang="sk-SK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kumimoji="0" lang="sk-SK" altLang="sk-SK" sz="1000" b="0" i="0" u="none" strike="noStrike" cap="none" normalizeH="0" baseline="0" dirty="0" err="1">
                <a:ln>
                  <a:noFill/>
                </a:ln>
                <a:solidFill>
                  <a:srgbClr val="174AD4"/>
                </a:solidFill>
                <a:effectLst/>
                <a:latin typeface="Consolas" panose="020B0609020204030204" pitchFamily="49" charset="0"/>
              </a:rPr>
              <a:t>background-color</a:t>
            </a:r>
            <a:r>
              <a:rPr kumimoji="0" lang="sk-SK" altLang="sk-SK" sz="10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kumimoji="0" lang="sk-SK" altLang="sk-SK" sz="1000" b="0" i="0" u="none" strike="noStrike" cap="none" normalizeH="0" baseline="0" dirty="0" err="1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</a:rPr>
              <a:t>red</a:t>
            </a:r>
            <a:r>
              <a:rPr kumimoji="0" lang="sk-SK" altLang="sk-SK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; </a:t>
            </a:r>
            <a:r>
              <a:rPr kumimoji="0" lang="sk-SK" altLang="sk-SK" sz="1000" b="0" i="0" u="none" strike="noStrike" cap="none" normalizeH="0" baseline="0" dirty="0">
                <a:ln>
                  <a:noFill/>
                </a:ln>
                <a:solidFill>
                  <a:srgbClr val="174AD4"/>
                </a:solidFill>
                <a:effectLst/>
                <a:latin typeface="Consolas" panose="020B0609020204030204" pitchFamily="49" charset="0"/>
              </a:rPr>
              <a:t>left</a:t>
            </a:r>
            <a:r>
              <a:rPr kumimoji="0" lang="sk-SK" altLang="sk-SK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kumimoji="0" lang="sk-SK" altLang="sk-SK" sz="1000" b="0" i="0" u="none" strike="noStrike" cap="none" normalizeH="0" baseline="0" dirty="0">
                <a:ln>
                  <a:noFill/>
                </a:ln>
                <a:solidFill>
                  <a:srgbClr val="1750EB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kumimoji="0" lang="sk-SK" altLang="sk-SK" sz="10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</a:rPr>
              <a:t>px</a:t>
            </a:r>
            <a:r>
              <a:rPr kumimoji="0" lang="sk-SK" altLang="sk-SK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; </a:t>
            </a:r>
            <a:r>
              <a:rPr kumimoji="0" lang="sk-SK" altLang="sk-SK" sz="1000" b="0" i="0" u="none" strike="noStrike" cap="none" normalizeH="0" baseline="0" dirty="0">
                <a:ln>
                  <a:noFill/>
                </a:ln>
                <a:solidFill>
                  <a:srgbClr val="174AD4"/>
                </a:solidFill>
                <a:effectLst/>
                <a:latin typeface="Consolas" panose="020B0609020204030204" pitchFamily="49" charset="0"/>
              </a:rPr>
              <a:t>top</a:t>
            </a:r>
            <a:r>
              <a:rPr kumimoji="0" lang="sk-SK" altLang="sk-SK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kumimoji="0" lang="sk-SK" altLang="sk-SK" sz="1000" b="0" i="0" u="none" strike="noStrike" cap="none" normalizeH="0" baseline="0" dirty="0">
                <a:ln>
                  <a:noFill/>
                </a:ln>
                <a:solidFill>
                  <a:srgbClr val="1750EB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kumimoji="0" lang="sk-SK" altLang="sk-SK" sz="10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</a:rPr>
              <a:t>px</a:t>
            </a:r>
            <a:r>
              <a:rPr kumimoji="0" lang="sk-SK" altLang="sk-SK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;}</a:t>
            </a:r>
            <a:br>
              <a:rPr kumimoji="0" lang="sk-SK" altLang="sk-SK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</a:br>
            <a:r>
              <a:rPr kumimoji="0" lang="sk-SK" altLang="sk-SK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kumimoji="0" lang="sk-SK" altLang="sk-SK" sz="10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</a:rPr>
              <a:t>25%  </a:t>
            </a:r>
            <a:r>
              <a:rPr kumimoji="0" lang="sk-SK" altLang="sk-SK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kumimoji="0" lang="sk-SK" altLang="sk-SK" sz="1000" b="0" i="0" u="none" strike="noStrike" cap="none" normalizeH="0" baseline="0" dirty="0" err="1">
                <a:ln>
                  <a:noFill/>
                </a:ln>
                <a:solidFill>
                  <a:srgbClr val="174AD4"/>
                </a:solidFill>
                <a:effectLst/>
                <a:latin typeface="Consolas" panose="020B0609020204030204" pitchFamily="49" charset="0"/>
              </a:rPr>
              <a:t>background-color</a:t>
            </a:r>
            <a:r>
              <a:rPr kumimoji="0" lang="sk-SK" altLang="sk-SK" sz="10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kumimoji="0" lang="sk-SK" altLang="sk-SK" sz="1000" b="0" i="0" u="none" strike="noStrike" cap="none" normalizeH="0" baseline="0" dirty="0" err="1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</a:rPr>
              <a:t>yellow</a:t>
            </a:r>
            <a:r>
              <a:rPr kumimoji="0" lang="sk-SK" altLang="sk-SK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; </a:t>
            </a:r>
            <a:r>
              <a:rPr kumimoji="0" lang="sk-SK" altLang="sk-SK" sz="1000" b="0" i="0" u="none" strike="noStrike" cap="none" normalizeH="0" baseline="0" dirty="0">
                <a:ln>
                  <a:noFill/>
                </a:ln>
                <a:solidFill>
                  <a:srgbClr val="174AD4"/>
                </a:solidFill>
                <a:effectLst/>
                <a:latin typeface="Consolas" panose="020B0609020204030204" pitchFamily="49" charset="0"/>
              </a:rPr>
              <a:t>left</a:t>
            </a:r>
            <a:r>
              <a:rPr kumimoji="0" lang="sk-SK" altLang="sk-SK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kumimoji="0" lang="sk-SK" altLang="sk-SK" sz="1000" b="0" i="0" u="none" strike="noStrike" cap="none" normalizeH="0" baseline="0" dirty="0">
                <a:ln>
                  <a:noFill/>
                </a:ln>
                <a:solidFill>
                  <a:srgbClr val="1750EB"/>
                </a:solidFill>
                <a:effectLst/>
                <a:latin typeface="Consolas" panose="020B0609020204030204" pitchFamily="49" charset="0"/>
              </a:rPr>
              <a:t>200</a:t>
            </a:r>
            <a:r>
              <a:rPr kumimoji="0" lang="sk-SK" altLang="sk-SK" sz="10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</a:rPr>
              <a:t>px</a:t>
            </a:r>
            <a:r>
              <a:rPr kumimoji="0" lang="sk-SK" altLang="sk-SK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; </a:t>
            </a:r>
            <a:r>
              <a:rPr kumimoji="0" lang="sk-SK" altLang="sk-SK" sz="1000" b="0" i="0" u="none" strike="noStrike" cap="none" normalizeH="0" baseline="0" dirty="0">
                <a:ln>
                  <a:noFill/>
                </a:ln>
                <a:solidFill>
                  <a:srgbClr val="174AD4"/>
                </a:solidFill>
                <a:effectLst/>
                <a:latin typeface="Consolas" panose="020B0609020204030204" pitchFamily="49" charset="0"/>
              </a:rPr>
              <a:t>top</a:t>
            </a:r>
            <a:r>
              <a:rPr kumimoji="0" lang="sk-SK" altLang="sk-SK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kumimoji="0" lang="sk-SK" altLang="sk-SK" sz="1000" b="0" i="0" u="none" strike="noStrike" cap="none" normalizeH="0" baseline="0" dirty="0">
                <a:ln>
                  <a:noFill/>
                </a:ln>
                <a:solidFill>
                  <a:srgbClr val="1750EB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kumimoji="0" lang="sk-SK" altLang="sk-SK" sz="10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</a:rPr>
              <a:t>px</a:t>
            </a:r>
            <a:r>
              <a:rPr kumimoji="0" lang="sk-SK" altLang="sk-SK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;}</a:t>
            </a:r>
            <a:br>
              <a:rPr kumimoji="0" lang="sk-SK" altLang="sk-SK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</a:br>
            <a:r>
              <a:rPr kumimoji="0" lang="sk-SK" altLang="sk-SK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kumimoji="0" lang="sk-SK" altLang="sk-SK" sz="10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</a:rPr>
              <a:t>50%  </a:t>
            </a:r>
            <a:r>
              <a:rPr kumimoji="0" lang="sk-SK" altLang="sk-SK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kumimoji="0" lang="sk-SK" altLang="sk-SK" sz="1000" b="0" i="0" u="none" strike="noStrike" cap="none" normalizeH="0" baseline="0" dirty="0" err="1">
                <a:ln>
                  <a:noFill/>
                </a:ln>
                <a:solidFill>
                  <a:srgbClr val="174AD4"/>
                </a:solidFill>
                <a:effectLst/>
                <a:latin typeface="Consolas" panose="020B0609020204030204" pitchFamily="49" charset="0"/>
              </a:rPr>
              <a:t>background-color</a:t>
            </a:r>
            <a:r>
              <a:rPr kumimoji="0" lang="sk-SK" altLang="sk-SK" sz="10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kumimoji="0" lang="sk-SK" altLang="sk-SK" sz="1000" b="0" i="0" u="none" strike="noStrike" cap="none" normalizeH="0" baseline="0" dirty="0" err="1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</a:rPr>
              <a:t>blue</a:t>
            </a:r>
            <a:r>
              <a:rPr kumimoji="0" lang="sk-SK" altLang="sk-SK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; </a:t>
            </a:r>
            <a:r>
              <a:rPr kumimoji="0" lang="sk-SK" altLang="sk-SK" sz="1000" b="0" i="0" u="none" strike="noStrike" cap="none" normalizeH="0" baseline="0" dirty="0">
                <a:ln>
                  <a:noFill/>
                </a:ln>
                <a:solidFill>
                  <a:srgbClr val="174AD4"/>
                </a:solidFill>
                <a:effectLst/>
                <a:latin typeface="Consolas" panose="020B0609020204030204" pitchFamily="49" charset="0"/>
              </a:rPr>
              <a:t>left</a:t>
            </a:r>
            <a:r>
              <a:rPr kumimoji="0" lang="sk-SK" altLang="sk-SK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kumimoji="0" lang="sk-SK" altLang="sk-SK" sz="1000" b="0" i="0" u="none" strike="noStrike" cap="none" normalizeH="0" baseline="0" dirty="0">
                <a:ln>
                  <a:noFill/>
                </a:ln>
                <a:solidFill>
                  <a:srgbClr val="1750EB"/>
                </a:solidFill>
                <a:effectLst/>
                <a:latin typeface="Consolas" panose="020B0609020204030204" pitchFamily="49" charset="0"/>
              </a:rPr>
              <a:t>200</a:t>
            </a:r>
            <a:r>
              <a:rPr kumimoji="0" lang="sk-SK" altLang="sk-SK" sz="10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</a:rPr>
              <a:t>px</a:t>
            </a:r>
            <a:r>
              <a:rPr kumimoji="0" lang="sk-SK" altLang="sk-SK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; </a:t>
            </a:r>
            <a:r>
              <a:rPr kumimoji="0" lang="sk-SK" altLang="sk-SK" sz="1000" b="0" i="0" u="none" strike="noStrike" cap="none" normalizeH="0" baseline="0" dirty="0">
                <a:ln>
                  <a:noFill/>
                </a:ln>
                <a:solidFill>
                  <a:srgbClr val="174AD4"/>
                </a:solidFill>
                <a:effectLst/>
                <a:latin typeface="Consolas" panose="020B0609020204030204" pitchFamily="49" charset="0"/>
              </a:rPr>
              <a:t>top</a:t>
            </a:r>
            <a:r>
              <a:rPr kumimoji="0" lang="sk-SK" altLang="sk-SK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kumimoji="0" lang="sk-SK" altLang="sk-SK" sz="1000" b="0" i="0" u="none" strike="noStrike" cap="none" normalizeH="0" baseline="0" dirty="0">
                <a:ln>
                  <a:noFill/>
                </a:ln>
                <a:solidFill>
                  <a:srgbClr val="1750EB"/>
                </a:solidFill>
                <a:effectLst/>
                <a:latin typeface="Consolas" panose="020B0609020204030204" pitchFamily="49" charset="0"/>
              </a:rPr>
              <a:t>200</a:t>
            </a:r>
            <a:r>
              <a:rPr kumimoji="0" lang="sk-SK" altLang="sk-SK" sz="10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</a:rPr>
              <a:t>px</a:t>
            </a:r>
            <a:r>
              <a:rPr kumimoji="0" lang="sk-SK" altLang="sk-SK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;}</a:t>
            </a:r>
            <a:br>
              <a:rPr kumimoji="0" lang="sk-SK" altLang="sk-SK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</a:br>
            <a:r>
              <a:rPr kumimoji="0" lang="sk-SK" altLang="sk-SK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kumimoji="0" lang="sk-SK" altLang="sk-SK" sz="10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</a:rPr>
              <a:t>75%  </a:t>
            </a:r>
            <a:r>
              <a:rPr kumimoji="0" lang="sk-SK" altLang="sk-SK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kumimoji="0" lang="sk-SK" altLang="sk-SK" sz="1000" b="0" i="0" u="none" strike="noStrike" cap="none" normalizeH="0" baseline="0" dirty="0" err="1">
                <a:ln>
                  <a:noFill/>
                </a:ln>
                <a:solidFill>
                  <a:srgbClr val="174AD4"/>
                </a:solidFill>
                <a:effectLst/>
                <a:latin typeface="Consolas" panose="020B0609020204030204" pitchFamily="49" charset="0"/>
              </a:rPr>
              <a:t>background-color</a:t>
            </a:r>
            <a:r>
              <a:rPr kumimoji="0" lang="sk-SK" altLang="sk-SK" sz="10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kumimoji="0" lang="sk-SK" altLang="sk-SK" sz="1000" b="0" i="0" u="none" strike="noStrike" cap="none" normalizeH="0" baseline="0" dirty="0" err="1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</a:rPr>
              <a:t>green</a:t>
            </a:r>
            <a:r>
              <a:rPr kumimoji="0" lang="sk-SK" altLang="sk-SK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; </a:t>
            </a:r>
            <a:r>
              <a:rPr kumimoji="0" lang="sk-SK" altLang="sk-SK" sz="1000" b="0" i="0" u="none" strike="noStrike" cap="none" normalizeH="0" baseline="0" dirty="0">
                <a:ln>
                  <a:noFill/>
                </a:ln>
                <a:solidFill>
                  <a:srgbClr val="174AD4"/>
                </a:solidFill>
                <a:effectLst/>
                <a:latin typeface="Consolas" panose="020B0609020204030204" pitchFamily="49" charset="0"/>
              </a:rPr>
              <a:t>left</a:t>
            </a:r>
            <a:r>
              <a:rPr kumimoji="0" lang="sk-SK" altLang="sk-SK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kumimoji="0" lang="sk-SK" altLang="sk-SK" sz="1000" b="0" i="0" u="none" strike="noStrike" cap="none" normalizeH="0" baseline="0" dirty="0">
                <a:ln>
                  <a:noFill/>
                </a:ln>
                <a:solidFill>
                  <a:srgbClr val="1750EB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kumimoji="0" lang="sk-SK" altLang="sk-SK" sz="10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</a:rPr>
              <a:t>px</a:t>
            </a:r>
            <a:r>
              <a:rPr kumimoji="0" lang="sk-SK" altLang="sk-SK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; </a:t>
            </a:r>
            <a:r>
              <a:rPr kumimoji="0" lang="sk-SK" altLang="sk-SK" sz="1000" b="0" i="0" u="none" strike="noStrike" cap="none" normalizeH="0" baseline="0" dirty="0">
                <a:ln>
                  <a:noFill/>
                </a:ln>
                <a:solidFill>
                  <a:srgbClr val="174AD4"/>
                </a:solidFill>
                <a:effectLst/>
                <a:latin typeface="Consolas" panose="020B0609020204030204" pitchFamily="49" charset="0"/>
              </a:rPr>
              <a:t>top</a:t>
            </a:r>
            <a:r>
              <a:rPr kumimoji="0" lang="sk-SK" altLang="sk-SK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kumimoji="0" lang="sk-SK" altLang="sk-SK" sz="1000" b="0" i="0" u="none" strike="noStrike" cap="none" normalizeH="0" baseline="0" dirty="0">
                <a:ln>
                  <a:noFill/>
                </a:ln>
                <a:solidFill>
                  <a:srgbClr val="1750EB"/>
                </a:solidFill>
                <a:effectLst/>
                <a:latin typeface="Consolas" panose="020B0609020204030204" pitchFamily="49" charset="0"/>
              </a:rPr>
              <a:t>200</a:t>
            </a:r>
            <a:r>
              <a:rPr kumimoji="0" lang="sk-SK" altLang="sk-SK" sz="10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</a:rPr>
              <a:t>px</a:t>
            </a:r>
            <a:r>
              <a:rPr kumimoji="0" lang="sk-SK" altLang="sk-SK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;}</a:t>
            </a:r>
            <a:br>
              <a:rPr kumimoji="0" lang="sk-SK" altLang="sk-SK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</a:br>
            <a:r>
              <a:rPr kumimoji="0" lang="sk-SK" altLang="sk-SK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kumimoji="0" lang="sk-SK" altLang="sk-SK" sz="10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</a:rPr>
              <a:t>100% </a:t>
            </a:r>
            <a:r>
              <a:rPr kumimoji="0" lang="sk-SK" altLang="sk-SK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kumimoji="0" lang="sk-SK" altLang="sk-SK" sz="1000" b="0" i="0" u="none" strike="noStrike" cap="none" normalizeH="0" baseline="0" dirty="0" err="1">
                <a:ln>
                  <a:noFill/>
                </a:ln>
                <a:solidFill>
                  <a:srgbClr val="174AD4"/>
                </a:solidFill>
                <a:effectLst/>
                <a:latin typeface="Consolas" panose="020B0609020204030204" pitchFamily="49" charset="0"/>
              </a:rPr>
              <a:t>background-color</a:t>
            </a:r>
            <a:r>
              <a:rPr kumimoji="0" lang="sk-SK" altLang="sk-SK" sz="10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kumimoji="0" lang="sk-SK" altLang="sk-SK" sz="1000" b="0" i="0" u="none" strike="noStrike" cap="none" normalizeH="0" baseline="0" dirty="0" err="1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</a:rPr>
              <a:t>red</a:t>
            </a:r>
            <a:r>
              <a:rPr kumimoji="0" lang="sk-SK" altLang="sk-SK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; </a:t>
            </a:r>
            <a:r>
              <a:rPr kumimoji="0" lang="sk-SK" altLang="sk-SK" sz="1000" b="0" i="0" u="none" strike="noStrike" cap="none" normalizeH="0" baseline="0" dirty="0">
                <a:ln>
                  <a:noFill/>
                </a:ln>
                <a:solidFill>
                  <a:srgbClr val="174AD4"/>
                </a:solidFill>
                <a:effectLst/>
                <a:latin typeface="Consolas" panose="020B0609020204030204" pitchFamily="49" charset="0"/>
              </a:rPr>
              <a:t>left</a:t>
            </a:r>
            <a:r>
              <a:rPr kumimoji="0" lang="sk-SK" altLang="sk-SK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kumimoji="0" lang="sk-SK" altLang="sk-SK" sz="1000" b="0" i="0" u="none" strike="noStrike" cap="none" normalizeH="0" baseline="0" dirty="0">
                <a:ln>
                  <a:noFill/>
                </a:ln>
                <a:solidFill>
                  <a:srgbClr val="1750EB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kumimoji="0" lang="sk-SK" altLang="sk-SK" sz="10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</a:rPr>
              <a:t>px</a:t>
            </a:r>
            <a:r>
              <a:rPr kumimoji="0" lang="sk-SK" altLang="sk-SK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; </a:t>
            </a:r>
            <a:r>
              <a:rPr kumimoji="0" lang="sk-SK" altLang="sk-SK" sz="1000" b="0" i="0" u="none" strike="noStrike" cap="none" normalizeH="0" baseline="0" dirty="0">
                <a:ln>
                  <a:noFill/>
                </a:ln>
                <a:solidFill>
                  <a:srgbClr val="174AD4"/>
                </a:solidFill>
                <a:effectLst/>
                <a:latin typeface="Consolas" panose="020B0609020204030204" pitchFamily="49" charset="0"/>
              </a:rPr>
              <a:t>top</a:t>
            </a:r>
            <a:r>
              <a:rPr kumimoji="0" lang="sk-SK" altLang="sk-SK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kumimoji="0" lang="sk-SK" altLang="sk-SK" sz="1000" b="0" i="0" u="none" strike="noStrike" cap="none" normalizeH="0" baseline="0" dirty="0">
                <a:ln>
                  <a:noFill/>
                </a:ln>
                <a:solidFill>
                  <a:srgbClr val="1750EB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kumimoji="0" lang="sk-SK" altLang="sk-SK" sz="10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</a:rPr>
              <a:t>px</a:t>
            </a:r>
            <a:r>
              <a:rPr kumimoji="0" lang="sk-SK" altLang="sk-SK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;}</a:t>
            </a:r>
            <a:br>
              <a:rPr kumimoji="0" lang="sk-SK" altLang="sk-SK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</a:br>
            <a:r>
              <a:rPr kumimoji="0" lang="sk-SK" altLang="sk-SK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}</a:t>
            </a:r>
            <a:endParaRPr kumimoji="0" lang="sk-SK" altLang="sk-SK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7" name="BlokTextu 6">
            <a:extLst>
              <a:ext uri="{FF2B5EF4-FFF2-40B4-BE49-F238E27FC236}">
                <a16:creationId xmlns:a16="http://schemas.microsoft.com/office/drawing/2014/main" id="{05250667-ADF3-49B9-9C5F-0EE9CDF40FC1}"/>
              </a:ext>
            </a:extLst>
          </p:cNvPr>
          <p:cNvSpPr txBox="1"/>
          <p:nvPr/>
        </p:nvSpPr>
        <p:spPr>
          <a:xfrm>
            <a:off x="521054" y="4348002"/>
            <a:ext cx="652615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sk-SK" dirty="0">
                <a:hlinkClick r:id="rId2"/>
              </a:rPr>
              <a:t>https://www.w3schools.com/css/tryit.asp?filename=trycss3_animation_direction</a:t>
            </a:r>
            <a:r>
              <a:rPr lang="sk-SK" dirty="0"/>
              <a:t> </a:t>
            </a:r>
          </a:p>
        </p:txBody>
      </p:sp>
      <p:sp>
        <p:nvSpPr>
          <p:cNvPr id="8" name="Obdĺžnik 7">
            <a:extLst>
              <a:ext uri="{FF2B5EF4-FFF2-40B4-BE49-F238E27FC236}">
                <a16:creationId xmlns:a16="http://schemas.microsoft.com/office/drawing/2014/main" id="{11C6B9A6-D695-4120-ABCB-A5808E04D2E2}"/>
              </a:ext>
            </a:extLst>
          </p:cNvPr>
          <p:cNvSpPr/>
          <p:nvPr/>
        </p:nvSpPr>
        <p:spPr>
          <a:xfrm>
            <a:off x="5501725" y="1828800"/>
            <a:ext cx="432000" cy="432000"/>
          </a:xfrm>
          <a:prstGeom prst="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k-SK" dirty="0"/>
          </a:p>
        </p:txBody>
      </p:sp>
      <p:sp>
        <p:nvSpPr>
          <p:cNvPr id="9" name="Obdĺžnik 8">
            <a:extLst>
              <a:ext uri="{FF2B5EF4-FFF2-40B4-BE49-F238E27FC236}">
                <a16:creationId xmlns:a16="http://schemas.microsoft.com/office/drawing/2014/main" id="{CAB77A4D-E98C-4841-804B-8BED7E9E9AE9}"/>
              </a:ext>
            </a:extLst>
          </p:cNvPr>
          <p:cNvSpPr/>
          <p:nvPr/>
        </p:nvSpPr>
        <p:spPr>
          <a:xfrm>
            <a:off x="7047204" y="1828800"/>
            <a:ext cx="432000" cy="432000"/>
          </a:xfrm>
          <a:prstGeom prst="rect">
            <a:avLst/>
          </a:prstGeom>
          <a:solidFill>
            <a:srgbClr val="FFFF00"/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k-SK" dirty="0"/>
          </a:p>
        </p:txBody>
      </p:sp>
      <p:sp>
        <p:nvSpPr>
          <p:cNvPr id="10" name="Obdĺžnik 9">
            <a:extLst>
              <a:ext uri="{FF2B5EF4-FFF2-40B4-BE49-F238E27FC236}">
                <a16:creationId xmlns:a16="http://schemas.microsoft.com/office/drawing/2014/main" id="{A823548E-DD07-425C-A08E-FA0DD5759AA2}"/>
              </a:ext>
            </a:extLst>
          </p:cNvPr>
          <p:cNvSpPr/>
          <p:nvPr/>
        </p:nvSpPr>
        <p:spPr>
          <a:xfrm>
            <a:off x="7047204" y="3196819"/>
            <a:ext cx="432000" cy="432000"/>
          </a:xfrm>
          <a:prstGeom prst="rect">
            <a:avLst/>
          </a:prstGeom>
          <a:solidFill>
            <a:srgbClr val="3A65DA"/>
          </a:solidFill>
          <a:ln>
            <a:solidFill>
              <a:srgbClr val="3A65D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k-SK" dirty="0"/>
          </a:p>
        </p:txBody>
      </p:sp>
      <p:sp>
        <p:nvSpPr>
          <p:cNvPr id="11" name="Obdĺžnik 10">
            <a:extLst>
              <a:ext uri="{FF2B5EF4-FFF2-40B4-BE49-F238E27FC236}">
                <a16:creationId xmlns:a16="http://schemas.microsoft.com/office/drawing/2014/main" id="{38BFDC1E-FDEE-441F-AF0E-91501287D052}"/>
              </a:ext>
            </a:extLst>
          </p:cNvPr>
          <p:cNvSpPr/>
          <p:nvPr/>
        </p:nvSpPr>
        <p:spPr>
          <a:xfrm>
            <a:off x="5501725" y="3196819"/>
            <a:ext cx="432000" cy="432000"/>
          </a:xfrm>
          <a:prstGeom prst="rect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k-SK" dirty="0"/>
          </a:p>
        </p:txBody>
      </p:sp>
      <p:sp>
        <p:nvSpPr>
          <p:cNvPr id="17" name="Šípka: doprava 16">
            <a:extLst>
              <a:ext uri="{FF2B5EF4-FFF2-40B4-BE49-F238E27FC236}">
                <a16:creationId xmlns:a16="http://schemas.microsoft.com/office/drawing/2014/main" id="{2A29E72C-C938-48B4-A576-F4722576507E}"/>
              </a:ext>
            </a:extLst>
          </p:cNvPr>
          <p:cNvSpPr/>
          <p:nvPr/>
        </p:nvSpPr>
        <p:spPr>
          <a:xfrm flipH="1">
            <a:off x="6296601" y="2081791"/>
            <a:ext cx="387723" cy="135005"/>
          </a:xfrm>
          <a:prstGeom prst="rightArrow">
            <a:avLst/>
          </a:prstGeom>
          <a:solidFill>
            <a:schemeClr val="bg1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k-SK">
              <a:solidFill>
                <a:schemeClr val="bg1"/>
              </a:solidFill>
            </a:endParaRPr>
          </a:p>
        </p:txBody>
      </p:sp>
      <p:sp>
        <p:nvSpPr>
          <p:cNvPr id="20" name="Šípka: doprava 19">
            <a:extLst>
              <a:ext uri="{FF2B5EF4-FFF2-40B4-BE49-F238E27FC236}">
                <a16:creationId xmlns:a16="http://schemas.microsoft.com/office/drawing/2014/main" id="{294150E8-9E5E-44DB-99C3-1242405CAAEC}"/>
              </a:ext>
            </a:extLst>
          </p:cNvPr>
          <p:cNvSpPr/>
          <p:nvPr/>
        </p:nvSpPr>
        <p:spPr>
          <a:xfrm>
            <a:off x="6296601" y="1870776"/>
            <a:ext cx="387723" cy="135005"/>
          </a:xfrm>
          <a:prstGeom prst="rightArrow">
            <a:avLst/>
          </a:prstGeom>
          <a:solidFill>
            <a:schemeClr val="bg1"/>
          </a:solidFill>
          <a:ln>
            <a:solidFill>
              <a:schemeClr val="bg2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k-SK">
              <a:solidFill>
                <a:schemeClr val="bg1"/>
              </a:solidFill>
            </a:endParaRPr>
          </a:p>
        </p:txBody>
      </p:sp>
      <p:sp>
        <p:nvSpPr>
          <p:cNvPr id="23" name="Šípka: doprava 22">
            <a:extLst>
              <a:ext uri="{FF2B5EF4-FFF2-40B4-BE49-F238E27FC236}">
                <a16:creationId xmlns:a16="http://schemas.microsoft.com/office/drawing/2014/main" id="{1CE21906-2F43-474B-ACB1-3A6F6AF82EF7}"/>
              </a:ext>
            </a:extLst>
          </p:cNvPr>
          <p:cNvSpPr/>
          <p:nvPr/>
        </p:nvSpPr>
        <p:spPr>
          <a:xfrm>
            <a:off x="6296601" y="3450315"/>
            <a:ext cx="387723" cy="135005"/>
          </a:xfrm>
          <a:prstGeom prst="rightArrow">
            <a:avLst/>
          </a:prstGeom>
          <a:solidFill>
            <a:schemeClr val="bg1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k-SK">
              <a:solidFill>
                <a:schemeClr val="bg1"/>
              </a:solidFill>
            </a:endParaRPr>
          </a:p>
        </p:txBody>
      </p:sp>
      <p:sp>
        <p:nvSpPr>
          <p:cNvPr id="24" name="Šípka: doprava 23">
            <a:extLst>
              <a:ext uri="{FF2B5EF4-FFF2-40B4-BE49-F238E27FC236}">
                <a16:creationId xmlns:a16="http://schemas.microsoft.com/office/drawing/2014/main" id="{67F34696-F23E-47CD-8B9A-6F04EAC4DD57}"/>
              </a:ext>
            </a:extLst>
          </p:cNvPr>
          <p:cNvSpPr/>
          <p:nvPr/>
        </p:nvSpPr>
        <p:spPr>
          <a:xfrm flipH="1">
            <a:off x="6296601" y="3239300"/>
            <a:ext cx="387723" cy="135005"/>
          </a:xfrm>
          <a:prstGeom prst="rightArrow">
            <a:avLst/>
          </a:prstGeom>
          <a:solidFill>
            <a:schemeClr val="bg1"/>
          </a:solidFill>
          <a:ln>
            <a:solidFill>
              <a:schemeClr val="bg2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k-SK">
              <a:solidFill>
                <a:schemeClr val="bg1"/>
              </a:solidFill>
            </a:endParaRPr>
          </a:p>
        </p:txBody>
      </p:sp>
      <p:sp>
        <p:nvSpPr>
          <p:cNvPr id="25" name="Šípka: doprava 24">
            <a:extLst>
              <a:ext uri="{FF2B5EF4-FFF2-40B4-BE49-F238E27FC236}">
                <a16:creationId xmlns:a16="http://schemas.microsoft.com/office/drawing/2014/main" id="{D542E938-F886-4BBE-B039-5C70534430F3}"/>
              </a:ext>
            </a:extLst>
          </p:cNvPr>
          <p:cNvSpPr/>
          <p:nvPr/>
        </p:nvSpPr>
        <p:spPr>
          <a:xfrm rot="5400000" flipH="1">
            <a:off x="7133271" y="2621337"/>
            <a:ext cx="387723" cy="135005"/>
          </a:xfrm>
          <a:prstGeom prst="rightArrow">
            <a:avLst/>
          </a:prstGeom>
          <a:solidFill>
            <a:schemeClr val="bg1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k-SK">
              <a:solidFill>
                <a:schemeClr val="bg1"/>
              </a:solidFill>
            </a:endParaRPr>
          </a:p>
        </p:txBody>
      </p:sp>
      <p:sp>
        <p:nvSpPr>
          <p:cNvPr id="26" name="Šípka: doprava 25">
            <a:extLst>
              <a:ext uri="{FF2B5EF4-FFF2-40B4-BE49-F238E27FC236}">
                <a16:creationId xmlns:a16="http://schemas.microsoft.com/office/drawing/2014/main" id="{6BAEFB3B-E7E7-44A8-B36D-859A1E541CD3}"/>
              </a:ext>
            </a:extLst>
          </p:cNvPr>
          <p:cNvSpPr/>
          <p:nvPr/>
        </p:nvSpPr>
        <p:spPr>
          <a:xfrm rot="5400000" flipV="1">
            <a:off x="6967412" y="2629796"/>
            <a:ext cx="387723" cy="135005"/>
          </a:xfrm>
          <a:prstGeom prst="rightArrow">
            <a:avLst/>
          </a:prstGeom>
          <a:solidFill>
            <a:schemeClr val="bg1"/>
          </a:solidFill>
          <a:ln>
            <a:solidFill>
              <a:schemeClr val="bg2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k-SK">
              <a:solidFill>
                <a:schemeClr val="bg1"/>
              </a:solidFill>
            </a:endParaRPr>
          </a:p>
        </p:txBody>
      </p:sp>
      <p:sp>
        <p:nvSpPr>
          <p:cNvPr id="27" name="Šípka: doprava 26">
            <a:extLst>
              <a:ext uri="{FF2B5EF4-FFF2-40B4-BE49-F238E27FC236}">
                <a16:creationId xmlns:a16="http://schemas.microsoft.com/office/drawing/2014/main" id="{1CAE286E-561B-4452-AF6B-D6EDCA6DBB81}"/>
              </a:ext>
            </a:extLst>
          </p:cNvPr>
          <p:cNvSpPr/>
          <p:nvPr/>
        </p:nvSpPr>
        <p:spPr>
          <a:xfrm rot="16200000" flipH="1" flipV="1">
            <a:off x="5605799" y="2657590"/>
            <a:ext cx="387723" cy="119112"/>
          </a:xfrm>
          <a:prstGeom prst="rightArrow">
            <a:avLst/>
          </a:prstGeom>
          <a:solidFill>
            <a:schemeClr val="bg1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k-SK">
              <a:solidFill>
                <a:schemeClr val="bg1"/>
              </a:solidFill>
            </a:endParaRPr>
          </a:p>
        </p:txBody>
      </p:sp>
      <p:sp>
        <p:nvSpPr>
          <p:cNvPr id="28" name="Šípka: doprava 27">
            <a:extLst>
              <a:ext uri="{FF2B5EF4-FFF2-40B4-BE49-F238E27FC236}">
                <a16:creationId xmlns:a16="http://schemas.microsoft.com/office/drawing/2014/main" id="{8D2BD943-BF35-468B-86C0-942A5A5382D6}"/>
              </a:ext>
            </a:extLst>
          </p:cNvPr>
          <p:cNvSpPr/>
          <p:nvPr/>
        </p:nvSpPr>
        <p:spPr>
          <a:xfrm rot="16200000">
            <a:off x="5431995" y="2649644"/>
            <a:ext cx="387723" cy="135005"/>
          </a:xfrm>
          <a:prstGeom prst="rightArrow">
            <a:avLst/>
          </a:prstGeom>
          <a:solidFill>
            <a:schemeClr val="bg1"/>
          </a:solidFill>
          <a:ln>
            <a:solidFill>
              <a:schemeClr val="bg2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k-SK">
              <a:solidFill>
                <a:schemeClr val="bg1"/>
              </a:solidFill>
            </a:endParaRPr>
          </a:p>
        </p:txBody>
      </p:sp>
      <p:sp>
        <p:nvSpPr>
          <p:cNvPr id="35" name="BlokTextu 34">
            <a:extLst>
              <a:ext uri="{FF2B5EF4-FFF2-40B4-BE49-F238E27FC236}">
                <a16:creationId xmlns:a16="http://schemas.microsoft.com/office/drawing/2014/main" id="{BA2F18D3-ACA4-4017-81F9-CD7A51BCC267}"/>
              </a:ext>
            </a:extLst>
          </p:cNvPr>
          <p:cNvSpPr txBox="1"/>
          <p:nvPr/>
        </p:nvSpPr>
        <p:spPr>
          <a:xfrm>
            <a:off x="6362863" y="1674958"/>
            <a:ext cx="25519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/>
              <a:t>1</a:t>
            </a:r>
            <a:endParaRPr lang="sk-SK" sz="1000" dirty="0">
              <a:latin typeface="Cabin" panose="020B0604020202020204"/>
            </a:endParaRPr>
          </a:p>
        </p:txBody>
      </p:sp>
      <p:sp>
        <p:nvSpPr>
          <p:cNvPr id="36" name="BlokTextu 35">
            <a:extLst>
              <a:ext uri="{FF2B5EF4-FFF2-40B4-BE49-F238E27FC236}">
                <a16:creationId xmlns:a16="http://schemas.microsoft.com/office/drawing/2014/main" id="{0CA60D4A-9CB7-4C33-9ACB-85812FE4BB95}"/>
              </a:ext>
            </a:extLst>
          </p:cNvPr>
          <p:cNvSpPr txBox="1"/>
          <p:nvPr/>
        </p:nvSpPr>
        <p:spPr>
          <a:xfrm>
            <a:off x="6877827" y="2594034"/>
            <a:ext cx="25519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/>
              <a:t>2</a:t>
            </a:r>
            <a:endParaRPr lang="sk-SK" sz="1000" dirty="0">
              <a:latin typeface="Cabin" panose="020B0604020202020204"/>
            </a:endParaRPr>
          </a:p>
        </p:txBody>
      </p:sp>
      <p:sp>
        <p:nvSpPr>
          <p:cNvPr id="37" name="BlokTextu 36">
            <a:extLst>
              <a:ext uri="{FF2B5EF4-FFF2-40B4-BE49-F238E27FC236}">
                <a16:creationId xmlns:a16="http://schemas.microsoft.com/office/drawing/2014/main" id="{5EEF0CB1-378B-4432-A373-50ADF0A8B562}"/>
              </a:ext>
            </a:extLst>
          </p:cNvPr>
          <p:cNvSpPr txBox="1"/>
          <p:nvPr/>
        </p:nvSpPr>
        <p:spPr>
          <a:xfrm>
            <a:off x="6362863" y="3028285"/>
            <a:ext cx="25519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/>
              <a:t>3</a:t>
            </a:r>
            <a:endParaRPr lang="sk-SK" sz="1000" dirty="0">
              <a:latin typeface="Cabin" panose="020B0604020202020204"/>
            </a:endParaRPr>
          </a:p>
        </p:txBody>
      </p:sp>
      <p:sp>
        <p:nvSpPr>
          <p:cNvPr id="38" name="BlokTextu 37">
            <a:extLst>
              <a:ext uri="{FF2B5EF4-FFF2-40B4-BE49-F238E27FC236}">
                <a16:creationId xmlns:a16="http://schemas.microsoft.com/office/drawing/2014/main" id="{550A72C9-EE1E-4377-B2F4-558D3B73D4E8}"/>
              </a:ext>
            </a:extLst>
          </p:cNvPr>
          <p:cNvSpPr txBox="1"/>
          <p:nvPr/>
        </p:nvSpPr>
        <p:spPr>
          <a:xfrm>
            <a:off x="5341210" y="2594035"/>
            <a:ext cx="25519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/>
              <a:t>4</a:t>
            </a:r>
            <a:endParaRPr lang="sk-SK" sz="1000" dirty="0">
              <a:latin typeface="Cabin" panose="020B0604020202020204"/>
            </a:endParaRPr>
          </a:p>
        </p:txBody>
      </p:sp>
      <p:sp>
        <p:nvSpPr>
          <p:cNvPr id="39" name="BlokTextu 38">
            <a:extLst>
              <a:ext uri="{FF2B5EF4-FFF2-40B4-BE49-F238E27FC236}">
                <a16:creationId xmlns:a16="http://schemas.microsoft.com/office/drawing/2014/main" id="{9F66C703-65E1-4C30-B0FD-3C75AA21D20A}"/>
              </a:ext>
            </a:extLst>
          </p:cNvPr>
          <p:cNvSpPr txBox="1"/>
          <p:nvPr/>
        </p:nvSpPr>
        <p:spPr>
          <a:xfrm>
            <a:off x="5812352" y="2605699"/>
            <a:ext cx="25519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/>
              <a:t>5</a:t>
            </a:r>
            <a:endParaRPr lang="sk-SK" sz="1000" dirty="0">
              <a:latin typeface="Cabin" panose="020B0604020202020204"/>
            </a:endParaRPr>
          </a:p>
        </p:txBody>
      </p:sp>
      <p:sp>
        <p:nvSpPr>
          <p:cNvPr id="40" name="BlokTextu 39">
            <a:extLst>
              <a:ext uri="{FF2B5EF4-FFF2-40B4-BE49-F238E27FC236}">
                <a16:creationId xmlns:a16="http://schemas.microsoft.com/office/drawing/2014/main" id="{21F515EC-035A-4BDF-BEFD-FC4A096E9025}"/>
              </a:ext>
            </a:extLst>
          </p:cNvPr>
          <p:cNvSpPr txBox="1"/>
          <p:nvPr/>
        </p:nvSpPr>
        <p:spPr>
          <a:xfrm>
            <a:off x="6356559" y="3588768"/>
            <a:ext cx="25519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/>
              <a:t>6</a:t>
            </a:r>
            <a:endParaRPr lang="sk-SK" sz="1000" dirty="0">
              <a:latin typeface="Cabin" panose="020B0604020202020204"/>
            </a:endParaRPr>
          </a:p>
        </p:txBody>
      </p:sp>
      <p:sp>
        <p:nvSpPr>
          <p:cNvPr id="41" name="BlokTextu 40">
            <a:extLst>
              <a:ext uri="{FF2B5EF4-FFF2-40B4-BE49-F238E27FC236}">
                <a16:creationId xmlns:a16="http://schemas.microsoft.com/office/drawing/2014/main" id="{2CB90477-1B77-495E-B537-3A56063FE2D1}"/>
              </a:ext>
            </a:extLst>
          </p:cNvPr>
          <p:cNvSpPr txBox="1"/>
          <p:nvPr/>
        </p:nvSpPr>
        <p:spPr>
          <a:xfrm>
            <a:off x="7425489" y="2585576"/>
            <a:ext cx="25519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/>
              <a:t>7</a:t>
            </a:r>
            <a:endParaRPr lang="sk-SK" sz="1000" dirty="0">
              <a:latin typeface="Cabin" panose="020B0604020202020204"/>
            </a:endParaRPr>
          </a:p>
        </p:txBody>
      </p:sp>
      <p:sp>
        <p:nvSpPr>
          <p:cNvPr id="43" name="BlokTextu 42">
            <a:extLst>
              <a:ext uri="{FF2B5EF4-FFF2-40B4-BE49-F238E27FC236}">
                <a16:creationId xmlns:a16="http://schemas.microsoft.com/office/drawing/2014/main" id="{9635AE5A-70C5-404A-93D7-453545DA5C60}"/>
              </a:ext>
            </a:extLst>
          </p:cNvPr>
          <p:cNvSpPr txBox="1"/>
          <p:nvPr/>
        </p:nvSpPr>
        <p:spPr>
          <a:xfrm>
            <a:off x="6356559" y="2242236"/>
            <a:ext cx="25519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/>
              <a:t>8</a:t>
            </a:r>
            <a:endParaRPr lang="sk-SK" sz="1000" dirty="0">
              <a:latin typeface="Cabin" panose="020B0604020202020204"/>
            </a:endParaRPr>
          </a:p>
        </p:txBody>
      </p:sp>
    </p:spTree>
    <p:extLst>
      <p:ext uri="{BB962C8B-B14F-4D97-AF65-F5344CB8AC3E}">
        <p14:creationId xmlns:p14="http://schemas.microsoft.com/office/powerpoint/2010/main" val="2992637016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66BC1272-762F-476B-B21B-36CDDE9DD8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CSS </a:t>
            </a:r>
            <a:r>
              <a:rPr lang="sk-SK" dirty="0"/>
              <a:t>premenné</a:t>
            </a:r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C00F731F-151A-432C-B04A-D227F4944FA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35894" y="1635371"/>
            <a:ext cx="8272200" cy="2981511"/>
          </a:xfrm>
        </p:spPr>
        <p:txBody>
          <a:bodyPr/>
          <a:lstStyle/>
          <a:p>
            <a:r>
              <a:rPr lang="sk-SK" dirty="0"/>
              <a:t>Umožňujú definovať</a:t>
            </a:r>
            <a:r>
              <a:rPr lang="en-US" dirty="0"/>
              <a:t> </a:t>
            </a:r>
            <a:r>
              <a:rPr lang="sk-SK" dirty="0"/>
              <a:t>často používané hodnoty</a:t>
            </a:r>
            <a:endParaRPr lang="sk-SK" dirty="0">
              <a:solidFill>
                <a:srgbClr val="FF0000"/>
              </a:solidFill>
            </a:endParaRPr>
          </a:p>
          <a:p>
            <a:r>
              <a:rPr lang="sk-SK" dirty="0"/>
              <a:t>Sprehľadňujú CSS štýly, ľahká zmena na jednom mieste </a:t>
            </a:r>
          </a:p>
          <a:p>
            <a:r>
              <a:rPr lang="sk-SK" dirty="0"/>
              <a:t>Veľmi často sa používajú na nastavenie farieb</a:t>
            </a:r>
          </a:p>
          <a:p>
            <a:pPr lvl="1"/>
            <a:r>
              <a:rPr lang="sk-SK" dirty="0"/>
              <a:t>Ale aj iné použitie – nastavenie veľkostí, okrajov, názvov fontov a pod. </a:t>
            </a:r>
          </a:p>
          <a:p>
            <a:r>
              <a:rPr lang="sk-SK" dirty="0"/>
              <a:t>CSS premenné môžu mať dva druhy platnosti (angl. </a:t>
            </a:r>
            <a:r>
              <a:rPr lang="en-US" i="1" dirty="0"/>
              <a:t>scope</a:t>
            </a:r>
            <a:r>
              <a:rPr lang="sk-SK" dirty="0"/>
              <a:t>):</a:t>
            </a:r>
          </a:p>
          <a:p>
            <a:pPr lvl="1"/>
            <a:r>
              <a:rPr lang="sk-SK" dirty="0"/>
              <a:t>Globálne (dostupné v celom CSS štýle) </a:t>
            </a:r>
          </a:p>
          <a:p>
            <a:pPr lvl="1"/>
            <a:r>
              <a:rPr lang="sk-SK" dirty="0"/>
              <a:t>Lokálne (platné len v selektore, kde sú definované)</a:t>
            </a:r>
            <a:endParaRPr lang="en-US" dirty="0"/>
          </a:p>
          <a:p>
            <a:r>
              <a:rPr lang="sk-SK" dirty="0"/>
              <a:t>Lokálne premenné s rovnakým menom prepisujú globálne</a:t>
            </a:r>
          </a:p>
        </p:txBody>
      </p:sp>
      <p:sp>
        <p:nvSpPr>
          <p:cNvPr id="4" name="Zástupný objekt pre číslo snímky 3">
            <a:extLst>
              <a:ext uri="{FF2B5EF4-FFF2-40B4-BE49-F238E27FC236}">
                <a16:creationId xmlns:a16="http://schemas.microsoft.com/office/drawing/2014/main" id="{983134FB-5870-4CBA-BE09-561EE0DE0A6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mtClean="0"/>
              <a:t>51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80994369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7FF3B563-B83F-43E1-906A-57986742F7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CSS </a:t>
            </a:r>
            <a:r>
              <a:rPr lang="sk-SK" dirty="0"/>
              <a:t>premenné – syntax </a:t>
            </a:r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4CDA35D9-FABB-4B25-B106-C12102F5E85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sk-SK" dirty="0"/>
              <a:t>Definícia globálnej premennej</a:t>
            </a:r>
            <a:r>
              <a:rPr lang="en-US" dirty="0"/>
              <a:t> (</a:t>
            </a:r>
            <a:r>
              <a:rPr lang="en-US" sz="1400" dirty="0">
                <a:latin typeface="Consolas" panose="020B0609020204030204" pitchFamily="49" charset="0"/>
              </a:rPr>
              <a:t>:root</a:t>
            </a:r>
            <a:r>
              <a:rPr lang="en-US" dirty="0"/>
              <a:t> </a:t>
            </a:r>
            <a:r>
              <a:rPr lang="sk-SK" dirty="0"/>
              <a:t>selektor predstavuje hlavný element dokumentu</a:t>
            </a:r>
            <a:r>
              <a:rPr lang="en-US" dirty="0"/>
              <a:t>)</a:t>
            </a:r>
            <a:r>
              <a:rPr lang="sk-SK" dirty="0"/>
              <a:t>:</a:t>
            </a:r>
          </a:p>
          <a:p>
            <a:endParaRPr lang="sk-SK" dirty="0"/>
          </a:p>
          <a:p>
            <a:endParaRPr lang="sk-SK" dirty="0"/>
          </a:p>
          <a:p>
            <a:endParaRPr lang="sk-SK" dirty="0"/>
          </a:p>
          <a:p>
            <a:pPr lvl="1">
              <a:spcBef>
                <a:spcPts val="0"/>
              </a:spcBef>
            </a:pPr>
            <a:r>
              <a:rPr lang="sk-SK" dirty="0"/>
              <a:t>Lokálna premenná sa definuje rovnako, len vo vnútri pravidla, kde sa bude používať</a:t>
            </a:r>
          </a:p>
          <a:p>
            <a:r>
              <a:rPr lang="sk-SK" dirty="0"/>
              <a:t>Použitie premenných:</a:t>
            </a:r>
          </a:p>
          <a:p>
            <a:endParaRPr lang="sk-SK" dirty="0"/>
          </a:p>
          <a:p>
            <a:pPr marL="127000" indent="0">
              <a:buNone/>
            </a:pPr>
            <a:r>
              <a:rPr lang="sk-SK" dirty="0"/>
              <a:t> </a:t>
            </a:r>
          </a:p>
        </p:txBody>
      </p:sp>
      <p:sp>
        <p:nvSpPr>
          <p:cNvPr id="4" name="Zástupný objekt pre číslo snímky 3">
            <a:extLst>
              <a:ext uri="{FF2B5EF4-FFF2-40B4-BE49-F238E27FC236}">
                <a16:creationId xmlns:a16="http://schemas.microsoft.com/office/drawing/2014/main" id="{236F6D97-8BB2-40E9-BDE9-6638D99F14B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mtClean="0"/>
              <a:t>52</a:t>
            </a:fld>
            <a:endParaRPr lang="en-GB"/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89FEAED7-B202-430C-8FD3-74DB67F3F557}"/>
              </a:ext>
            </a:extLst>
          </p:cNvPr>
          <p:cNvSpPr>
            <a:spLocks noChangeArrowheads="1"/>
          </p:cNvSpPr>
          <p:nvPr/>
        </p:nvSpPr>
        <p:spPr bwMode="auto">
          <a:xfrm>
            <a:off x="932099" y="2037159"/>
            <a:ext cx="1968809" cy="83099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sk-SK" altLang="sk-SK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kumimoji="0" lang="sk-SK" altLang="sk-SK" sz="1200" b="0" i="0" u="none" strike="noStrike" cap="none" normalizeH="0" baseline="0" dirty="0" err="1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</a:rPr>
              <a:t>root</a:t>
            </a:r>
            <a:r>
              <a:rPr kumimoji="0" lang="sk-SK" altLang="sk-SK" sz="12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sk-SK" altLang="sk-SK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{</a:t>
            </a:r>
            <a:br>
              <a:rPr kumimoji="0" lang="sk-SK" altLang="sk-SK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</a:br>
            <a:r>
              <a:rPr kumimoji="0" lang="sk-SK" altLang="sk-SK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kumimoji="0" lang="sk-SK" altLang="sk-SK" sz="1200" b="0" i="0" u="none" strike="noStrike" cap="none" normalizeH="0" baseline="0" dirty="0">
                <a:ln>
                  <a:noFill/>
                </a:ln>
                <a:solidFill>
                  <a:srgbClr val="174AD4"/>
                </a:solidFill>
                <a:effectLst/>
                <a:latin typeface="Consolas" panose="020B0609020204030204" pitchFamily="49" charset="0"/>
              </a:rPr>
              <a:t>--</a:t>
            </a:r>
            <a:r>
              <a:rPr kumimoji="0" lang="sk-SK" altLang="sk-SK" sz="1200" b="0" i="0" u="none" strike="noStrike" cap="none" normalizeH="0" baseline="0" dirty="0" err="1">
                <a:ln>
                  <a:noFill/>
                </a:ln>
                <a:solidFill>
                  <a:srgbClr val="174AD4"/>
                </a:solidFill>
                <a:effectLst/>
                <a:latin typeface="Consolas" panose="020B0609020204030204" pitchFamily="49" charset="0"/>
              </a:rPr>
              <a:t>blue</a:t>
            </a:r>
            <a:r>
              <a:rPr kumimoji="0" lang="sk-SK" altLang="sk-SK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kumimoji="0" lang="sk-SK" altLang="sk-SK" sz="12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</a:rPr>
              <a:t>#6495ed</a:t>
            </a:r>
            <a:r>
              <a:rPr kumimoji="0" lang="sk-SK" altLang="sk-SK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kumimoji="0" lang="sk-SK" altLang="sk-SK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</a:br>
            <a:r>
              <a:rPr kumimoji="0" lang="sk-SK" altLang="sk-SK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kumimoji="0" lang="sk-SK" altLang="sk-SK" sz="1200" b="0" i="0" u="none" strike="noStrike" cap="none" normalizeH="0" baseline="0" dirty="0">
                <a:ln>
                  <a:noFill/>
                </a:ln>
                <a:solidFill>
                  <a:srgbClr val="174AD4"/>
                </a:solidFill>
                <a:effectLst/>
                <a:latin typeface="Consolas" panose="020B0609020204030204" pitchFamily="49" charset="0"/>
              </a:rPr>
              <a:t>--</a:t>
            </a:r>
            <a:r>
              <a:rPr kumimoji="0" lang="sk-SK" altLang="sk-SK" sz="1200" b="0" i="0" u="none" strike="noStrike" cap="none" normalizeH="0" baseline="0" dirty="0" err="1">
                <a:ln>
                  <a:noFill/>
                </a:ln>
                <a:solidFill>
                  <a:srgbClr val="174AD4"/>
                </a:solidFill>
                <a:effectLst/>
                <a:latin typeface="Consolas" panose="020B0609020204030204" pitchFamily="49" charset="0"/>
              </a:rPr>
              <a:t>white</a:t>
            </a:r>
            <a:r>
              <a:rPr kumimoji="0" lang="sk-SK" altLang="sk-SK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kumimoji="0" lang="sk-SK" altLang="sk-SK" sz="12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</a:rPr>
              <a:t>#faf0e6</a:t>
            </a:r>
            <a:r>
              <a:rPr kumimoji="0" lang="sk-SK" altLang="sk-SK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kumimoji="0" lang="sk-SK" altLang="sk-SK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</a:br>
            <a:r>
              <a:rPr kumimoji="0" lang="sk-SK" altLang="sk-SK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}</a:t>
            </a:r>
            <a:endParaRPr kumimoji="0" lang="sk-SK" altLang="sk-SK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36859FD1-D48D-4893-AD3B-B2C0D323263F}"/>
              </a:ext>
            </a:extLst>
          </p:cNvPr>
          <p:cNvSpPr>
            <a:spLocks noChangeArrowheads="1"/>
          </p:cNvSpPr>
          <p:nvPr/>
        </p:nvSpPr>
        <p:spPr bwMode="auto">
          <a:xfrm>
            <a:off x="932099" y="3598952"/>
            <a:ext cx="3158237" cy="646331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sk-SK" altLang="sk-SK" sz="12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</a:rPr>
              <a:t>body </a:t>
            </a:r>
            <a:r>
              <a:rPr kumimoji="0" lang="sk-SK" altLang="sk-SK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{ </a:t>
            </a:r>
            <a:br>
              <a:rPr kumimoji="0" lang="sk-SK" altLang="sk-SK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</a:br>
            <a:r>
              <a:rPr kumimoji="0" lang="sk-SK" altLang="sk-SK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kumimoji="0" lang="en-US" altLang="sk-SK" sz="1200" b="0" i="0" u="none" strike="noStrike" cap="none" normalizeH="0" baseline="0" dirty="0">
                <a:ln>
                  <a:noFill/>
                </a:ln>
                <a:solidFill>
                  <a:srgbClr val="174AD4"/>
                </a:solidFill>
                <a:effectLst/>
                <a:latin typeface="Consolas" panose="020B0609020204030204" pitchFamily="49" charset="0"/>
              </a:rPr>
              <a:t>background-color</a:t>
            </a:r>
            <a:r>
              <a:rPr kumimoji="0" lang="sk-SK" altLang="sk-SK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kumimoji="0" lang="sk-SK" altLang="sk-SK" sz="12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</a:rPr>
              <a:t>var</a:t>
            </a:r>
            <a:r>
              <a:rPr kumimoji="0" lang="sk-SK" altLang="sk-SK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sk-SK" altLang="sk-SK" sz="12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</a:rPr>
              <a:t>--</a:t>
            </a:r>
            <a:r>
              <a:rPr kumimoji="0" lang="en-US" altLang="sk-SK" sz="12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</a:rPr>
              <a:t>blue</a:t>
            </a:r>
            <a:r>
              <a:rPr kumimoji="0" lang="sk-SK" altLang="sk-SK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); </a:t>
            </a:r>
            <a:br>
              <a:rPr kumimoji="0" lang="sk-SK" altLang="sk-SK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</a:br>
            <a:r>
              <a:rPr kumimoji="0" lang="sk-SK" altLang="sk-SK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}</a:t>
            </a:r>
            <a:endParaRPr kumimoji="0" lang="sk-SK" altLang="sk-SK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46979382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A009E7A5-8C2D-4A06-A191-1869BAD053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 dirty="0"/>
              <a:t>CSS premenné – príklad </a:t>
            </a:r>
          </a:p>
        </p:txBody>
      </p:sp>
      <p:sp>
        <p:nvSpPr>
          <p:cNvPr id="4" name="Zástupný objekt pre číslo snímky 3">
            <a:extLst>
              <a:ext uri="{FF2B5EF4-FFF2-40B4-BE49-F238E27FC236}">
                <a16:creationId xmlns:a16="http://schemas.microsoft.com/office/drawing/2014/main" id="{4D231587-484E-497C-BF51-5E757453C94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mtClean="0"/>
              <a:t>53</a:t>
            </a:fld>
            <a:endParaRPr lang="en-GB"/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F6BC85DA-A47A-42A7-A105-E0D43ED2FE8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9142" y="1518858"/>
            <a:ext cx="3339376" cy="3139321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sk-SK" altLang="sk-SK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kumimoji="0" lang="sk-SK" altLang="sk-SK" sz="1100" b="0" i="0" u="none" strike="noStrike" cap="none" normalizeH="0" baseline="0" dirty="0" err="1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</a:rPr>
              <a:t>root</a:t>
            </a:r>
            <a:r>
              <a:rPr kumimoji="0" lang="sk-SK" altLang="sk-SK" sz="11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sk-SK" altLang="sk-SK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{</a:t>
            </a:r>
            <a:br>
              <a:rPr kumimoji="0" lang="sk-SK" altLang="sk-SK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</a:br>
            <a:r>
              <a:rPr kumimoji="0" lang="sk-SK" altLang="sk-SK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kumimoji="0" lang="sk-SK" altLang="sk-SK" sz="1100" b="0" i="0" u="none" strike="noStrike" cap="none" normalizeH="0" baseline="0" dirty="0">
                <a:ln>
                  <a:noFill/>
                </a:ln>
                <a:solidFill>
                  <a:srgbClr val="174AD4"/>
                </a:solidFill>
                <a:effectLst/>
                <a:latin typeface="Consolas" panose="020B0609020204030204" pitchFamily="49" charset="0"/>
              </a:rPr>
              <a:t>--</a:t>
            </a:r>
            <a:r>
              <a:rPr kumimoji="0" lang="sk-SK" altLang="sk-SK" sz="1100" b="0" i="0" u="none" strike="noStrike" cap="none" normalizeH="0" baseline="0" dirty="0" err="1">
                <a:ln>
                  <a:noFill/>
                </a:ln>
                <a:solidFill>
                  <a:srgbClr val="174AD4"/>
                </a:solidFill>
                <a:effectLst/>
                <a:latin typeface="Consolas" panose="020B0609020204030204" pitchFamily="49" charset="0"/>
              </a:rPr>
              <a:t>blue</a:t>
            </a:r>
            <a:r>
              <a:rPr kumimoji="0" lang="sk-SK" altLang="sk-SK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kumimoji="0" lang="sk-SK" altLang="sk-SK" sz="11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</a:rPr>
              <a:t>#1e90ff</a:t>
            </a:r>
            <a:r>
              <a:rPr kumimoji="0" lang="sk-SK" altLang="sk-SK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kumimoji="0" lang="sk-SK" altLang="sk-SK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</a:br>
            <a:r>
              <a:rPr kumimoji="0" lang="sk-SK" altLang="sk-SK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kumimoji="0" lang="sk-SK" altLang="sk-SK" sz="1100" b="0" i="0" u="none" strike="noStrike" cap="none" normalizeH="0" baseline="0" dirty="0">
                <a:ln>
                  <a:noFill/>
                </a:ln>
                <a:solidFill>
                  <a:srgbClr val="174AD4"/>
                </a:solidFill>
                <a:effectLst/>
                <a:latin typeface="Consolas" panose="020B0609020204030204" pitchFamily="49" charset="0"/>
              </a:rPr>
              <a:t>--</a:t>
            </a:r>
            <a:r>
              <a:rPr kumimoji="0" lang="sk-SK" altLang="sk-SK" sz="1100" b="0" i="0" u="none" strike="noStrike" cap="none" normalizeH="0" baseline="0" dirty="0" err="1">
                <a:ln>
                  <a:noFill/>
                </a:ln>
                <a:solidFill>
                  <a:srgbClr val="174AD4"/>
                </a:solidFill>
                <a:effectLst/>
                <a:latin typeface="Consolas" panose="020B0609020204030204" pitchFamily="49" charset="0"/>
              </a:rPr>
              <a:t>white</a:t>
            </a:r>
            <a:r>
              <a:rPr kumimoji="0" lang="sk-SK" altLang="sk-SK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kumimoji="0" lang="sk-SK" altLang="sk-SK" sz="11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</a:rPr>
              <a:t>#ffffff</a:t>
            </a:r>
            <a:r>
              <a:rPr kumimoji="0" lang="sk-SK" altLang="sk-SK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kumimoji="0" lang="sk-SK" altLang="sk-SK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</a:br>
            <a:r>
              <a:rPr kumimoji="0" lang="sk-SK" altLang="sk-SK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}</a:t>
            </a:r>
            <a:br>
              <a:rPr kumimoji="0" lang="sk-SK" altLang="sk-SK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</a:br>
            <a:br>
              <a:rPr kumimoji="0" lang="sk-SK" altLang="sk-SK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</a:br>
            <a:r>
              <a:rPr kumimoji="0" lang="sk-SK" altLang="sk-SK" sz="11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</a:rPr>
              <a:t>body </a:t>
            </a:r>
            <a:r>
              <a:rPr kumimoji="0" lang="sk-SK" altLang="sk-SK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{</a:t>
            </a:r>
            <a:br>
              <a:rPr kumimoji="0" lang="sk-SK" altLang="sk-SK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</a:br>
            <a:r>
              <a:rPr kumimoji="0" lang="sk-SK" altLang="sk-SK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kumimoji="0" lang="sk-SK" altLang="sk-SK" sz="1100" b="0" i="0" u="none" strike="noStrike" cap="none" normalizeH="0" baseline="0" dirty="0" err="1">
                <a:ln>
                  <a:noFill/>
                </a:ln>
                <a:solidFill>
                  <a:srgbClr val="174AD4"/>
                </a:solidFill>
                <a:effectLst/>
                <a:latin typeface="Consolas" panose="020B0609020204030204" pitchFamily="49" charset="0"/>
              </a:rPr>
              <a:t>background</a:t>
            </a:r>
            <a:r>
              <a:rPr kumimoji="0" lang="sk-SK" altLang="sk-SK" sz="1100" b="0" i="0" u="none" strike="noStrike" cap="none" normalizeH="0" baseline="0" dirty="0">
                <a:ln>
                  <a:noFill/>
                </a:ln>
                <a:solidFill>
                  <a:srgbClr val="174AD4"/>
                </a:solidFill>
                <a:effectLst/>
                <a:latin typeface="Consolas" panose="020B0609020204030204" pitchFamily="49" charset="0"/>
              </a:rPr>
              <a:t>-color</a:t>
            </a:r>
            <a:r>
              <a:rPr kumimoji="0" lang="sk-SK" altLang="sk-SK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kumimoji="0" lang="sk-SK" altLang="sk-SK" sz="11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</a:rPr>
              <a:t>var</a:t>
            </a:r>
            <a:r>
              <a:rPr kumimoji="0" lang="sk-SK" altLang="sk-SK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sk-SK" altLang="sk-SK" sz="11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</a:rPr>
              <a:t>--</a:t>
            </a:r>
            <a:r>
              <a:rPr kumimoji="0" lang="sk-SK" altLang="sk-SK" sz="1100" b="0" i="0" u="none" strike="noStrike" cap="none" normalizeH="0" baseline="0" dirty="0" err="1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</a:rPr>
              <a:t>blue</a:t>
            </a:r>
            <a:r>
              <a:rPr kumimoji="0" lang="sk-SK" altLang="sk-SK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);</a:t>
            </a:r>
            <a:br>
              <a:rPr kumimoji="0" lang="sk-SK" altLang="sk-SK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</a:br>
            <a:r>
              <a:rPr kumimoji="0" lang="sk-SK" altLang="sk-SK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}</a:t>
            </a:r>
            <a:br>
              <a:rPr kumimoji="0" lang="sk-SK" altLang="sk-SK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</a:br>
            <a:br>
              <a:rPr kumimoji="0" lang="sk-SK" altLang="sk-SK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</a:br>
            <a:r>
              <a:rPr kumimoji="0" lang="sk-SK" altLang="sk-SK" sz="11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</a:rPr>
              <a:t>h2 </a:t>
            </a:r>
            <a:r>
              <a:rPr kumimoji="0" lang="sk-SK" altLang="sk-SK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{</a:t>
            </a:r>
            <a:br>
              <a:rPr kumimoji="0" lang="sk-SK" altLang="sk-SK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</a:br>
            <a:r>
              <a:rPr kumimoji="0" lang="sk-SK" altLang="sk-SK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kumimoji="0" lang="sk-SK" altLang="sk-SK" sz="1100" b="0" i="0" u="none" strike="noStrike" cap="none" normalizeH="0" baseline="0" dirty="0" err="1">
                <a:ln>
                  <a:noFill/>
                </a:ln>
                <a:solidFill>
                  <a:srgbClr val="174AD4"/>
                </a:solidFill>
                <a:effectLst/>
                <a:latin typeface="Consolas" panose="020B0609020204030204" pitchFamily="49" charset="0"/>
              </a:rPr>
              <a:t>border-bottom</a:t>
            </a:r>
            <a:r>
              <a:rPr kumimoji="0" lang="sk-SK" altLang="sk-SK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kumimoji="0" lang="sk-SK" altLang="sk-SK" sz="1100" b="0" i="0" u="none" strike="noStrike" cap="none" normalizeH="0" baseline="0" dirty="0">
                <a:ln>
                  <a:noFill/>
                </a:ln>
                <a:solidFill>
                  <a:srgbClr val="1750EB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kumimoji="0" lang="sk-SK" altLang="sk-SK" sz="11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</a:rPr>
              <a:t>px </a:t>
            </a:r>
            <a:r>
              <a:rPr kumimoji="0" lang="sk-SK" altLang="sk-SK" sz="1100" b="0" i="0" u="none" strike="noStrike" cap="none" normalizeH="0" baseline="0" dirty="0" err="1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</a:rPr>
              <a:t>solid</a:t>
            </a:r>
            <a:r>
              <a:rPr kumimoji="0" lang="sk-SK" altLang="sk-SK" sz="11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sk-SK" altLang="sk-SK" sz="11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</a:rPr>
              <a:t>var</a:t>
            </a:r>
            <a:r>
              <a:rPr kumimoji="0" lang="sk-SK" altLang="sk-SK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sk-SK" altLang="sk-SK" sz="11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</a:rPr>
              <a:t>--</a:t>
            </a:r>
            <a:r>
              <a:rPr kumimoji="0" lang="sk-SK" altLang="sk-SK" sz="1100" b="0" i="0" u="none" strike="noStrike" cap="none" normalizeH="0" baseline="0" dirty="0" err="1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</a:rPr>
              <a:t>blue</a:t>
            </a:r>
            <a:r>
              <a:rPr kumimoji="0" lang="sk-SK" altLang="sk-SK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);</a:t>
            </a:r>
            <a:br>
              <a:rPr kumimoji="0" lang="sk-SK" altLang="sk-SK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</a:br>
            <a:r>
              <a:rPr kumimoji="0" lang="sk-SK" altLang="sk-SK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}</a:t>
            </a:r>
            <a:br>
              <a:rPr kumimoji="0" lang="sk-SK" altLang="sk-SK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</a:br>
            <a:br>
              <a:rPr kumimoji="0" lang="sk-SK" altLang="sk-SK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</a:br>
            <a:r>
              <a:rPr kumimoji="0" lang="sk-SK" altLang="sk-SK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kumimoji="0" lang="sk-SK" altLang="sk-SK" sz="1100" b="0" i="0" u="none" strike="noStrike" cap="none" normalizeH="0" baseline="0" dirty="0" err="1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</a:rPr>
              <a:t>container</a:t>
            </a:r>
            <a:r>
              <a:rPr kumimoji="0" lang="sk-SK" altLang="sk-SK" sz="11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sk-SK" altLang="sk-SK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{</a:t>
            </a:r>
            <a:br>
              <a:rPr kumimoji="0" lang="sk-SK" altLang="sk-SK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</a:br>
            <a:r>
              <a:rPr kumimoji="0" lang="sk-SK" altLang="sk-SK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kumimoji="0" lang="sk-SK" altLang="sk-SK" sz="1100" b="0" i="0" u="none" strike="noStrike" cap="none" normalizeH="0" baseline="0" dirty="0">
                <a:ln>
                  <a:noFill/>
                </a:ln>
                <a:solidFill>
                  <a:srgbClr val="174AD4"/>
                </a:solidFill>
                <a:effectLst/>
                <a:latin typeface="Consolas" panose="020B0609020204030204" pitchFamily="49" charset="0"/>
              </a:rPr>
              <a:t>color</a:t>
            </a:r>
            <a:r>
              <a:rPr kumimoji="0" lang="sk-SK" altLang="sk-SK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kumimoji="0" lang="sk-SK" altLang="sk-SK" sz="11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</a:rPr>
              <a:t>var</a:t>
            </a:r>
            <a:r>
              <a:rPr kumimoji="0" lang="sk-SK" altLang="sk-SK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sk-SK" altLang="sk-SK" sz="11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</a:rPr>
              <a:t>--</a:t>
            </a:r>
            <a:r>
              <a:rPr kumimoji="0" lang="sk-SK" altLang="sk-SK" sz="1100" b="0" i="0" u="none" strike="noStrike" cap="none" normalizeH="0" baseline="0" dirty="0" err="1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</a:rPr>
              <a:t>blue</a:t>
            </a:r>
            <a:r>
              <a:rPr kumimoji="0" lang="sk-SK" altLang="sk-SK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);</a:t>
            </a:r>
            <a:br>
              <a:rPr kumimoji="0" lang="sk-SK" altLang="sk-SK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</a:br>
            <a:r>
              <a:rPr kumimoji="0" lang="sk-SK" altLang="sk-SK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kumimoji="0" lang="sk-SK" altLang="sk-SK" sz="1100" b="0" i="0" u="none" strike="noStrike" cap="none" normalizeH="0" baseline="0" dirty="0" err="1">
                <a:ln>
                  <a:noFill/>
                </a:ln>
                <a:solidFill>
                  <a:srgbClr val="174AD4"/>
                </a:solidFill>
                <a:effectLst/>
                <a:latin typeface="Consolas" panose="020B0609020204030204" pitchFamily="49" charset="0"/>
              </a:rPr>
              <a:t>background</a:t>
            </a:r>
            <a:r>
              <a:rPr kumimoji="0" lang="sk-SK" altLang="sk-SK" sz="1100" b="0" i="0" u="none" strike="noStrike" cap="none" normalizeH="0" baseline="0" dirty="0">
                <a:ln>
                  <a:noFill/>
                </a:ln>
                <a:solidFill>
                  <a:srgbClr val="174AD4"/>
                </a:solidFill>
                <a:effectLst/>
                <a:latin typeface="Consolas" panose="020B0609020204030204" pitchFamily="49" charset="0"/>
              </a:rPr>
              <a:t>-color</a:t>
            </a:r>
            <a:r>
              <a:rPr kumimoji="0" lang="sk-SK" altLang="sk-SK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kumimoji="0" lang="sk-SK" altLang="sk-SK" sz="11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</a:rPr>
              <a:t>var</a:t>
            </a:r>
            <a:r>
              <a:rPr kumimoji="0" lang="sk-SK" altLang="sk-SK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sk-SK" altLang="sk-SK" sz="11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</a:rPr>
              <a:t>--</a:t>
            </a:r>
            <a:r>
              <a:rPr kumimoji="0" lang="sk-SK" altLang="sk-SK" sz="1100" b="0" i="0" u="none" strike="noStrike" cap="none" normalizeH="0" baseline="0" dirty="0" err="1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</a:rPr>
              <a:t>white</a:t>
            </a:r>
            <a:r>
              <a:rPr kumimoji="0" lang="sk-SK" altLang="sk-SK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);</a:t>
            </a:r>
            <a:br>
              <a:rPr kumimoji="0" lang="sk-SK" altLang="sk-SK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</a:br>
            <a:r>
              <a:rPr kumimoji="0" lang="sk-SK" altLang="sk-SK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kumimoji="0" lang="sk-SK" altLang="sk-SK" sz="1100" b="0" i="0" u="none" strike="noStrike" cap="none" normalizeH="0" baseline="0" dirty="0" err="1">
                <a:ln>
                  <a:noFill/>
                </a:ln>
                <a:solidFill>
                  <a:srgbClr val="174AD4"/>
                </a:solidFill>
                <a:effectLst/>
                <a:latin typeface="Consolas" panose="020B0609020204030204" pitchFamily="49" charset="0"/>
              </a:rPr>
              <a:t>padding</a:t>
            </a:r>
            <a:r>
              <a:rPr kumimoji="0" lang="sk-SK" altLang="sk-SK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kumimoji="0" lang="sk-SK" altLang="sk-SK" sz="1100" b="0" i="0" u="none" strike="noStrike" cap="none" normalizeH="0" baseline="0" dirty="0">
                <a:ln>
                  <a:noFill/>
                </a:ln>
                <a:solidFill>
                  <a:srgbClr val="1750EB"/>
                </a:solidFill>
                <a:effectLst/>
                <a:latin typeface="Consolas" panose="020B0609020204030204" pitchFamily="49" charset="0"/>
              </a:rPr>
              <a:t>15</a:t>
            </a:r>
            <a:r>
              <a:rPr kumimoji="0" lang="sk-SK" altLang="sk-SK" sz="11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</a:rPr>
              <a:t>px</a:t>
            </a:r>
            <a:r>
              <a:rPr kumimoji="0" lang="sk-SK" altLang="sk-SK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kumimoji="0" lang="sk-SK" altLang="sk-SK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</a:br>
            <a:r>
              <a:rPr kumimoji="0" lang="sk-SK" altLang="sk-SK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}</a:t>
            </a:r>
            <a:endParaRPr kumimoji="0" lang="sk-SK" altLang="sk-SK" sz="11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7C1ED3CD-B895-4BED-B17C-F8EAB1AEBF4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18795" y="1518858"/>
            <a:ext cx="4108817" cy="1277273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sk-SK" altLang="sk-SK" sz="1100" b="0" i="0" u="none" strike="noStrike" cap="none" normalizeH="0" baseline="0" dirty="0" err="1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</a:rPr>
              <a:t>button</a:t>
            </a:r>
            <a:r>
              <a:rPr kumimoji="0" lang="sk-SK" altLang="sk-SK" sz="11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sk-SK" altLang="sk-SK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{</a:t>
            </a:r>
            <a:br>
              <a:rPr kumimoji="0" lang="sk-SK" altLang="sk-SK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</a:br>
            <a:r>
              <a:rPr kumimoji="0" lang="sk-SK" altLang="sk-SK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kumimoji="0" lang="sk-SK" altLang="sk-SK" sz="1100" b="0" i="0" u="none" strike="noStrike" cap="none" normalizeH="0" baseline="0" dirty="0">
                <a:ln>
                  <a:noFill/>
                </a:ln>
                <a:solidFill>
                  <a:srgbClr val="174AD4"/>
                </a:solidFill>
                <a:effectLst/>
                <a:latin typeface="Consolas" panose="020B0609020204030204" pitchFamily="49" charset="0"/>
              </a:rPr>
              <a:t>--</a:t>
            </a:r>
            <a:r>
              <a:rPr kumimoji="0" lang="sk-SK" altLang="sk-SK" sz="1100" b="0" i="0" u="none" strike="noStrike" cap="none" normalizeH="0" baseline="0" dirty="0" err="1">
                <a:ln>
                  <a:noFill/>
                </a:ln>
                <a:solidFill>
                  <a:srgbClr val="174AD4"/>
                </a:solidFill>
                <a:effectLst/>
                <a:latin typeface="Consolas" panose="020B0609020204030204" pitchFamily="49" charset="0"/>
              </a:rPr>
              <a:t>blue</a:t>
            </a:r>
            <a:r>
              <a:rPr kumimoji="0" lang="sk-SK" altLang="sk-SK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kumimoji="0" lang="sk-SK" altLang="sk-SK" sz="11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</a:rPr>
              <a:t>#0000ff </a:t>
            </a:r>
            <a:r>
              <a:rPr kumimoji="0" lang="en-US" altLang="sk-SK" sz="1100" b="0" i="0" u="none" strike="noStrike" cap="none" normalizeH="0" baseline="0" dirty="0">
                <a:ln>
                  <a:noFill/>
                </a:ln>
                <a:solidFill>
                  <a:schemeClr val="bg1">
                    <a:lumMod val="65000"/>
                  </a:schemeClr>
                </a:solidFill>
                <a:effectLst/>
                <a:latin typeface="Consolas" panose="020B0609020204030204" pitchFamily="49" charset="0"/>
              </a:rPr>
              <a:t>/* </a:t>
            </a:r>
            <a:r>
              <a:rPr kumimoji="0" lang="sk-SK" altLang="sk-SK" sz="1100" b="0" i="0" u="none" strike="noStrike" cap="none" normalizeH="0" baseline="0" dirty="0">
                <a:ln>
                  <a:noFill/>
                </a:ln>
                <a:solidFill>
                  <a:schemeClr val="bg1">
                    <a:lumMod val="65000"/>
                  </a:schemeClr>
                </a:solidFill>
                <a:effectLst/>
                <a:latin typeface="Consolas" panose="020B0609020204030204" pitchFamily="49" charset="0"/>
              </a:rPr>
              <a:t>prepíše globálnu premennú *</a:t>
            </a:r>
            <a:r>
              <a:rPr kumimoji="0" lang="en-US" altLang="sk-SK" sz="1100" b="0" i="0" u="none" strike="noStrike" cap="none" normalizeH="0" baseline="0" dirty="0">
                <a:ln>
                  <a:noFill/>
                </a:ln>
                <a:solidFill>
                  <a:schemeClr val="bg1">
                    <a:lumMod val="65000"/>
                  </a:schemeClr>
                </a:solidFill>
                <a:effectLst/>
                <a:latin typeface="Consolas" panose="020B0609020204030204" pitchFamily="49" charset="0"/>
              </a:rPr>
              <a:t>/</a:t>
            </a:r>
            <a:br>
              <a:rPr kumimoji="0" lang="sk-SK" altLang="sk-SK" sz="1100" b="0" i="1" u="none" strike="noStrike" cap="none" normalizeH="0" baseline="0" dirty="0">
                <a:ln>
                  <a:noFill/>
                </a:ln>
                <a:solidFill>
                  <a:schemeClr val="bg1">
                    <a:lumMod val="65000"/>
                  </a:schemeClr>
                </a:solidFill>
                <a:effectLst/>
                <a:latin typeface="Consolas" panose="020B0609020204030204" pitchFamily="49" charset="0"/>
              </a:rPr>
            </a:br>
            <a:r>
              <a:rPr kumimoji="0" lang="sk-SK" altLang="sk-SK" sz="11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kumimoji="0" lang="sk-SK" altLang="sk-SK" sz="1100" b="0" i="0" u="none" strike="noStrike" cap="none" normalizeH="0" baseline="0" dirty="0" err="1">
                <a:ln>
                  <a:noFill/>
                </a:ln>
                <a:solidFill>
                  <a:srgbClr val="174AD4"/>
                </a:solidFill>
                <a:effectLst/>
                <a:latin typeface="Consolas" panose="020B0609020204030204" pitchFamily="49" charset="0"/>
              </a:rPr>
              <a:t>background</a:t>
            </a:r>
            <a:r>
              <a:rPr kumimoji="0" lang="sk-SK" altLang="sk-SK" sz="1100" b="0" i="0" u="none" strike="noStrike" cap="none" normalizeH="0" baseline="0" dirty="0">
                <a:ln>
                  <a:noFill/>
                </a:ln>
                <a:solidFill>
                  <a:srgbClr val="174AD4"/>
                </a:solidFill>
                <a:effectLst/>
                <a:latin typeface="Consolas" panose="020B0609020204030204" pitchFamily="49" charset="0"/>
              </a:rPr>
              <a:t>-color</a:t>
            </a:r>
            <a:r>
              <a:rPr kumimoji="0" lang="sk-SK" altLang="sk-SK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kumimoji="0" lang="sk-SK" altLang="sk-SK" sz="11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</a:rPr>
              <a:t>var</a:t>
            </a:r>
            <a:r>
              <a:rPr kumimoji="0" lang="sk-SK" altLang="sk-SK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sk-SK" altLang="sk-SK" sz="11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</a:rPr>
              <a:t>--</a:t>
            </a:r>
            <a:r>
              <a:rPr kumimoji="0" lang="sk-SK" altLang="sk-SK" sz="1100" b="0" i="0" u="none" strike="noStrike" cap="none" normalizeH="0" baseline="0" dirty="0" err="1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</a:rPr>
              <a:t>white</a:t>
            </a:r>
            <a:r>
              <a:rPr kumimoji="0" lang="sk-SK" altLang="sk-SK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);</a:t>
            </a:r>
            <a:br>
              <a:rPr kumimoji="0" lang="sk-SK" altLang="sk-SK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</a:br>
            <a:r>
              <a:rPr kumimoji="0" lang="sk-SK" altLang="sk-SK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kumimoji="0" lang="sk-SK" altLang="sk-SK" sz="1100" b="0" i="0" u="none" strike="noStrike" cap="none" normalizeH="0" baseline="0" dirty="0">
                <a:ln>
                  <a:noFill/>
                </a:ln>
                <a:solidFill>
                  <a:srgbClr val="174AD4"/>
                </a:solidFill>
                <a:effectLst/>
                <a:latin typeface="Consolas" panose="020B0609020204030204" pitchFamily="49" charset="0"/>
              </a:rPr>
              <a:t>color</a:t>
            </a:r>
            <a:r>
              <a:rPr kumimoji="0" lang="sk-SK" altLang="sk-SK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kumimoji="0" lang="sk-SK" altLang="sk-SK" sz="11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</a:rPr>
              <a:t>var</a:t>
            </a:r>
            <a:r>
              <a:rPr kumimoji="0" lang="sk-SK" altLang="sk-SK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sk-SK" altLang="sk-SK" sz="11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</a:rPr>
              <a:t>--</a:t>
            </a:r>
            <a:r>
              <a:rPr kumimoji="0" lang="sk-SK" altLang="sk-SK" sz="1100" b="0" i="0" u="none" strike="noStrike" cap="none" normalizeH="0" baseline="0" dirty="0" err="1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</a:rPr>
              <a:t>blue</a:t>
            </a:r>
            <a:r>
              <a:rPr kumimoji="0" lang="sk-SK" altLang="sk-SK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);</a:t>
            </a:r>
            <a:br>
              <a:rPr kumimoji="0" lang="sk-SK" altLang="sk-SK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</a:br>
            <a:r>
              <a:rPr kumimoji="0" lang="sk-SK" altLang="sk-SK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kumimoji="0" lang="sk-SK" altLang="sk-SK" sz="1100" b="0" i="0" u="none" strike="noStrike" cap="none" normalizeH="0" baseline="0" dirty="0" err="1">
                <a:ln>
                  <a:noFill/>
                </a:ln>
                <a:solidFill>
                  <a:srgbClr val="174AD4"/>
                </a:solidFill>
                <a:effectLst/>
                <a:latin typeface="Consolas" panose="020B0609020204030204" pitchFamily="49" charset="0"/>
              </a:rPr>
              <a:t>border</a:t>
            </a:r>
            <a:r>
              <a:rPr kumimoji="0" lang="sk-SK" altLang="sk-SK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kumimoji="0" lang="sk-SK" altLang="sk-SK" sz="1100" b="0" i="0" u="none" strike="noStrike" cap="none" normalizeH="0" baseline="0" dirty="0">
                <a:ln>
                  <a:noFill/>
                </a:ln>
                <a:solidFill>
                  <a:srgbClr val="1750EB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kumimoji="0" lang="sk-SK" altLang="sk-SK" sz="11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</a:rPr>
              <a:t>px </a:t>
            </a:r>
            <a:r>
              <a:rPr kumimoji="0" lang="sk-SK" altLang="sk-SK" sz="1100" b="0" i="0" u="none" strike="noStrike" cap="none" normalizeH="0" baseline="0" dirty="0" err="1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</a:rPr>
              <a:t>solid</a:t>
            </a:r>
            <a:r>
              <a:rPr kumimoji="0" lang="sk-SK" altLang="sk-SK" sz="11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sk-SK" altLang="sk-SK" sz="11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</a:rPr>
              <a:t>var</a:t>
            </a:r>
            <a:r>
              <a:rPr kumimoji="0" lang="sk-SK" altLang="sk-SK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sk-SK" altLang="sk-SK" sz="11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</a:rPr>
              <a:t>--</a:t>
            </a:r>
            <a:r>
              <a:rPr kumimoji="0" lang="sk-SK" altLang="sk-SK" sz="1100" b="0" i="0" u="none" strike="noStrike" cap="none" normalizeH="0" baseline="0" dirty="0" err="1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</a:rPr>
              <a:t>blue</a:t>
            </a:r>
            <a:r>
              <a:rPr kumimoji="0" lang="sk-SK" altLang="sk-SK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);</a:t>
            </a:r>
            <a:br>
              <a:rPr kumimoji="0" lang="sk-SK" altLang="sk-SK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</a:br>
            <a:r>
              <a:rPr kumimoji="0" lang="sk-SK" altLang="sk-SK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kumimoji="0" lang="sk-SK" altLang="sk-SK" sz="1100" b="0" i="0" u="none" strike="noStrike" cap="none" normalizeH="0" baseline="0" dirty="0" err="1">
                <a:ln>
                  <a:noFill/>
                </a:ln>
                <a:solidFill>
                  <a:srgbClr val="174AD4"/>
                </a:solidFill>
                <a:effectLst/>
                <a:latin typeface="Consolas" panose="020B0609020204030204" pitchFamily="49" charset="0"/>
              </a:rPr>
              <a:t>padding</a:t>
            </a:r>
            <a:r>
              <a:rPr kumimoji="0" lang="sk-SK" altLang="sk-SK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kumimoji="0" lang="sk-SK" altLang="sk-SK" sz="1100" b="0" i="0" u="none" strike="noStrike" cap="none" normalizeH="0" baseline="0" dirty="0">
                <a:ln>
                  <a:noFill/>
                </a:ln>
                <a:solidFill>
                  <a:srgbClr val="1750EB"/>
                </a:solidFill>
                <a:effectLst/>
                <a:latin typeface="Consolas" panose="020B0609020204030204" pitchFamily="49" charset="0"/>
              </a:rPr>
              <a:t>5</a:t>
            </a:r>
            <a:r>
              <a:rPr kumimoji="0" lang="sk-SK" altLang="sk-SK" sz="11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</a:rPr>
              <a:t>px</a:t>
            </a:r>
            <a:r>
              <a:rPr kumimoji="0" lang="sk-SK" altLang="sk-SK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kumimoji="0" lang="sk-SK" altLang="sk-SK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</a:br>
            <a:r>
              <a:rPr kumimoji="0" lang="sk-SK" altLang="sk-SK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}</a:t>
            </a:r>
            <a:endParaRPr kumimoji="0" lang="sk-SK" altLang="sk-SK" sz="11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onsolas" panose="020B0609020204030204" pitchFamily="49" charset="0"/>
            </a:endParaRPr>
          </a:p>
        </p:txBody>
      </p:sp>
      <p:cxnSp>
        <p:nvCxnSpPr>
          <p:cNvPr id="18" name="Rovná spojnica 17">
            <a:extLst>
              <a:ext uri="{FF2B5EF4-FFF2-40B4-BE49-F238E27FC236}">
                <a16:creationId xmlns:a16="http://schemas.microsoft.com/office/drawing/2014/main" id="{F15B0235-07D6-4879-AE23-1320AD586F4B}"/>
              </a:ext>
            </a:extLst>
          </p:cNvPr>
          <p:cNvCxnSpPr/>
          <p:nvPr/>
        </p:nvCxnSpPr>
        <p:spPr>
          <a:xfrm>
            <a:off x="3469168" y="4554302"/>
            <a:ext cx="666287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Rovná spojnica 19">
            <a:extLst>
              <a:ext uri="{FF2B5EF4-FFF2-40B4-BE49-F238E27FC236}">
                <a16:creationId xmlns:a16="http://schemas.microsoft.com/office/drawing/2014/main" id="{87D60515-3899-4398-BEB1-B86F9609D58B}"/>
              </a:ext>
            </a:extLst>
          </p:cNvPr>
          <p:cNvCxnSpPr>
            <a:cxnSpLocks/>
          </p:cNvCxnSpPr>
          <p:nvPr/>
        </p:nvCxnSpPr>
        <p:spPr>
          <a:xfrm flipV="1">
            <a:off x="4129556" y="1657719"/>
            <a:ext cx="0" cy="290248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Rovná spojovacia šípka 21">
            <a:extLst>
              <a:ext uri="{FF2B5EF4-FFF2-40B4-BE49-F238E27FC236}">
                <a16:creationId xmlns:a16="http://schemas.microsoft.com/office/drawing/2014/main" id="{8C018B5E-E745-4F46-ACBB-1ABEBCB44629}"/>
              </a:ext>
            </a:extLst>
          </p:cNvPr>
          <p:cNvCxnSpPr/>
          <p:nvPr/>
        </p:nvCxnSpPr>
        <p:spPr>
          <a:xfrm>
            <a:off x="4135455" y="1663618"/>
            <a:ext cx="59583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51717836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p46"/>
          <p:cNvSpPr txBox="1">
            <a:spLocks noGrp="1"/>
          </p:cNvSpPr>
          <p:nvPr>
            <p:ph type="title"/>
          </p:nvPr>
        </p:nvSpPr>
        <p:spPr>
          <a:xfrm>
            <a:off x="435894" y="526617"/>
            <a:ext cx="8272200" cy="760200"/>
          </a:xfrm>
          <a:prstGeom prst="rect">
            <a:avLst/>
          </a:prstGeom>
        </p:spPr>
        <p:txBody>
          <a:bodyPr spcFirstLastPara="1" wrap="square" lIns="68575" tIns="68575" rIns="68575" bIns="6857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sk-SK"/>
              <a:t>Pseudotriedy</a:t>
            </a:r>
            <a:endParaRPr lang="sk-SK" dirty="0"/>
          </a:p>
        </p:txBody>
      </p:sp>
      <p:sp>
        <p:nvSpPr>
          <p:cNvPr id="351" name="Google Shape;351;p46"/>
          <p:cNvSpPr txBox="1">
            <a:spLocks noGrp="1"/>
          </p:cNvSpPr>
          <p:nvPr>
            <p:ph type="body" idx="1"/>
          </p:nvPr>
        </p:nvSpPr>
        <p:spPr>
          <a:xfrm>
            <a:off x="435894" y="1635372"/>
            <a:ext cx="8272200" cy="2758800"/>
          </a:xfrm>
          <a:prstGeom prst="rect">
            <a:avLst/>
          </a:prstGeom>
        </p:spPr>
        <p:txBody>
          <a:bodyPr spcFirstLastPara="1" wrap="square" lIns="68575" tIns="68575" rIns="68575" bIns="68575" anchor="t" anchorCtr="0">
            <a:noAutofit/>
          </a:bodyPr>
          <a:lstStyle/>
          <a:p>
            <a:pPr marL="457200" lvl="0" indent="-330200" algn="l" rtl="0">
              <a:spcBef>
                <a:spcPts val="300"/>
              </a:spcBef>
              <a:spcAft>
                <a:spcPts val="0"/>
              </a:spcAft>
              <a:buSzPts val="1600"/>
              <a:buChar char="●"/>
            </a:pPr>
            <a:r>
              <a:rPr lang="sk-SK" dirty="0"/>
              <a:t>Reprezentujú špeciálny stav elementu</a:t>
            </a: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sk-SK" dirty="0" err="1"/>
              <a:t>Pseudotriedy</a:t>
            </a:r>
            <a:r>
              <a:rPr lang="sk-SK" dirty="0"/>
              <a:t> </a:t>
            </a:r>
            <a:r>
              <a:rPr lang="sk-SK" sz="1400" dirty="0"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  <a:t>:</a:t>
            </a:r>
            <a:r>
              <a:rPr lang="sk-SK" sz="1400" dirty="0" err="1"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  <a:t>hover</a:t>
            </a:r>
            <a:r>
              <a:rPr lang="sk-SK" sz="1400" dirty="0">
                <a:latin typeface="Roboto Mono"/>
                <a:ea typeface="Roboto Mono"/>
                <a:cs typeface="Roboto Mono"/>
                <a:sym typeface="Roboto Mono"/>
              </a:rPr>
              <a:t>,</a:t>
            </a:r>
            <a:r>
              <a:rPr lang="sk-SK" dirty="0"/>
              <a:t> </a:t>
            </a:r>
            <a:r>
              <a:rPr lang="sk-SK" sz="1400" dirty="0">
                <a:latin typeface="Consolas" panose="020B0609020204030204" pitchFamily="49" charset="0"/>
                <a:ea typeface="Roboto Mono"/>
                <a:sym typeface="Roboto Mono"/>
              </a:rPr>
              <a:t>:</a:t>
            </a:r>
            <a:r>
              <a:rPr lang="sk-SK" sz="1400" dirty="0" err="1">
                <a:latin typeface="Consolas" panose="020B0609020204030204" pitchFamily="49" charset="0"/>
                <a:ea typeface="Roboto Mono"/>
                <a:sym typeface="Roboto Mono"/>
              </a:rPr>
              <a:t>active</a:t>
            </a:r>
            <a:r>
              <a:rPr lang="sk-SK" sz="1400" dirty="0">
                <a:latin typeface="Roboto Mono"/>
                <a:ea typeface="Roboto Mono"/>
                <a:cs typeface="Roboto Mono"/>
                <a:sym typeface="Roboto Mono"/>
              </a:rPr>
              <a:t>,</a:t>
            </a:r>
            <a:r>
              <a:rPr lang="sk-SK" dirty="0"/>
              <a:t> </a:t>
            </a:r>
            <a:r>
              <a:rPr lang="sk-SK" sz="1400" dirty="0">
                <a:latin typeface="Consolas" panose="020B0609020204030204" pitchFamily="49" charset="0"/>
                <a:ea typeface="Roboto Mono"/>
                <a:sym typeface="Roboto Mono"/>
              </a:rPr>
              <a:t>:</a:t>
            </a:r>
            <a:r>
              <a:rPr lang="sk-SK" sz="1400" dirty="0" err="1">
                <a:latin typeface="Consolas" panose="020B0609020204030204" pitchFamily="49" charset="0"/>
                <a:ea typeface="Roboto Mono"/>
                <a:sym typeface="Roboto Mono"/>
              </a:rPr>
              <a:t>focus</a:t>
            </a:r>
            <a:r>
              <a:rPr lang="sk-SK" dirty="0"/>
              <a:t> najmä v spojení so značkou </a:t>
            </a:r>
            <a:r>
              <a:rPr lang="sk-SK" sz="1400" dirty="0">
                <a:latin typeface="Consolas" panose="020B0609020204030204" pitchFamily="49" charset="0"/>
                <a:ea typeface="Roboto Mono"/>
                <a:sym typeface="Roboto Mono"/>
              </a:rPr>
              <a:t>&lt;a&gt;</a:t>
            </a:r>
          </a:p>
          <a:p>
            <a:pPr marL="914400" lvl="1" indent="-298450" algn="l" rtl="0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sk-SK" sz="1200" dirty="0"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  <a:t>:</a:t>
            </a:r>
            <a:r>
              <a:rPr lang="sk-SK" sz="1200" dirty="0" err="1"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  <a:t>hover</a:t>
            </a:r>
            <a:r>
              <a:rPr lang="sk-SK" dirty="0"/>
              <a:t> sa často používa aj s inými elementami, nielen </a:t>
            </a:r>
            <a:r>
              <a:rPr lang="sk-SK" sz="1200" dirty="0"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  <a:t>&lt;a&gt;</a:t>
            </a: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sk-SK" dirty="0"/>
              <a:t>Príklady:</a:t>
            </a:r>
          </a:p>
          <a:p>
            <a:pPr marL="914400" lvl="1" indent="-304800" algn="l" rtl="0">
              <a:spcBef>
                <a:spcPts val="0"/>
              </a:spcBef>
              <a:spcAft>
                <a:spcPts val="0"/>
              </a:spcAft>
              <a:buSzPts val="1200"/>
              <a:buFont typeface="Roboto Mono"/>
              <a:buChar char="○"/>
            </a:pPr>
            <a:r>
              <a:rPr lang="sk-SK" sz="1200" dirty="0"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  <a:t>a:link { color: </a:t>
            </a:r>
            <a:r>
              <a:rPr lang="sk-SK" sz="1200" dirty="0" err="1"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  <a:t>red</a:t>
            </a:r>
            <a:r>
              <a:rPr lang="sk-SK" sz="1200" dirty="0"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  <a:t> }</a:t>
            </a:r>
          </a:p>
          <a:p>
            <a:pPr marL="914400" lvl="1" indent="-304800" algn="l" rtl="0">
              <a:spcBef>
                <a:spcPts val="0"/>
              </a:spcBef>
              <a:spcAft>
                <a:spcPts val="0"/>
              </a:spcAft>
              <a:buSzPts val="1200"/>
              <a:buFont typeface="Roboto Mono"/>
              <a:buChar char="○"/>
            </a:pPr>
            <a:r>
              <a:rPr lang="sk-SK" sz="1200" dirty="0"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  <a:t>a:visited { color: </a:t>
            </a:r>
            <a:r>
              <a:rPr lang="sk-SK" sz="1200" dirty="0" err="1"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  <a:t>fuchsia</a:t>
            </a:r>
            <a:r>
              <a:rPr lang="sk-SK" sz="1200" dirty="0"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  <a:t> }</a:t>
            </a:r>
          </a:p>
          <a:p>
            <a:pPr marL="914400" lvl="1" indent="-304800" algn="l" rtl="0">
              <a:spcBef>
                <a:spcPts val="0"/>
              </a:spcBef>
              <a:spcAft>
                <a:spcPts val="0"/>
              </a:spcAft>
              <a:buSzPts val="1200"/>
              <a:buFont typeface="Roboto Mono"/>
              <a:buChar char="○"/>
            </a:pPr>
            <a:r>
              <a:rPr lang="sk-SK" sz="1200" dirty="0"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  <a:t>a:hover { color: </a:t>
            </a:r>
            <a:r>
              <a:rPr lang="sk-SK" sz="1200" dirty="0" err="1"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  <a:t>navy</a:t>
            </a:r>
            <a:r>
              <a:rPr lang="sk-SK" sz="1200" dirty="0"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  <a:t> }</a:t>
            </a:r>
          </a:p>
          <a:p>
            <a:pPr marL="914400" lvl="1" indent="-304800" algn="l" rtl="0">
              <a:spcBef>
                <a:spcPts val="0"/>
              </a:spcBef>
              <a:spcAft>
                <a:spcPts val="0"/>
              </a:spcAft>
              <a:buSzPts val="1200"/>
              <a:buFont typeface="Roboto Mono"/>
              <a:buChar char="○"/>
            </a:pPr>
            <a:r>
              <a:rPr lang="sk-SK" sz="1200" dirty="0"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  <a:t>a:active { color: </a:t>
            </a:r>
            <a:r>
              <a:rPr lang="sk-SK" sz="1200" dirty="0" err="1"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  <a:t>blue</a:t>
            </a:r>
            <a:r>
              <a:rPr lang="sk-SK" sz="1200" dirty="0"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  <a:t> }</a:t>
            </a:r>
            <a:endParaRPr lang="sk-SK" sz="1200" dirty="0">
              <a:latin typeface="Roboto Mono"/>
              <a:ea typeface="Roboto Mono"/>
              <a:cs typeface="Roboto Mono"/>
              <a:sym typeface="Roboto Mono"/>
            </a:endParaRPr>
          </a:p>
          <a:p>
            <a:pPr marL="457200" lvl="0" indent="-330200" algn="l" rtl="0">
              <a:spcBef>
                <a:spcPts val="600"/>
              </a:spcBef>
              <a:spcAft>
                <a:spcPts val="0"/>
              </a:spcAft>
              <a:buSzPts val="1600"/>
              <a:buChar char="●"/>
            </a:pPr>
            <a:r>
              <a:rPr lang="sk-SK" dirty="0" err="1"/>
              <a:t>Pseudotriedy</a:t>
            </a:r>
            <a:r>
              <a:rPr lang="sk-SK" dirty="0"/>
              <a:t> </a:t>
            </a:r>
            <a:r>
              <a:rPr lang="sk-SK" sz="1400" dirty="0">
                <a:latin typeface="Roboto Mono"/>
                <a:ea typeface="Roboto Mono"/>
                <a:cs typeface="Roboto Mono"/>
                <a:sym typeface="Roboto Mono"/>
              </a:rPr>
              <a:t>:</a:t>
            </a:r>
            <a:r>
              <a:rPr lang="sk-SK" sz="1400" dirty="0" err="1">
                <a:latin typeface="Consolas" panose="020B0609020204030204" pitchFamily="49" charset="0"/>
                <a:ea typeface="Roboto Mono"/>
                <a:sym typeface="Roboto Mono"/>
              </a:rPr>
              <a:t>first-child</a:t>
            </a:r>
            <a:r>
              <a:rPr lang="sk-SK" sz="1400" dirty="0">
                <a:latin typeface="Cabin" panose="020B0604020202020204" charset="-18"/>
                <a:ea typeface="Roboto Mono"/>
                <a:cs typeface="Roboto Mono"/>
                <a:sym typeface="Roboto Mono"/>
              </a:rPr>
              <a:t>, </a:t>
            </a:r>
            <a:r>
              <a:rPr lang="sk-SK" sz="1400" dirty="0">
                <a:latin typeface="Consolas" panose="020B0609020204030204" pitchFamily="49" charset="0"/>
                <a:ea typeface="Roboto Mono"/>
                <a:sym typeface="Roboto Mono"/>
              </a:rPr>
              <a:t>:</a:t>
            </a:r>
            <a:r>
              <a:rPr lang="sk-SK" sz="1400" dirty="0" err="1">
                <a:latin typeface="Consolas" panose="020B0609020204030204" pitchFamily="49" charset="0"/>
                <a:ea typeface="Roboto Mono"/>
                <a:sym typeface="Roboto Mono"/>
              </a:rPr>
              <a:t>nth-child</a:t>
            </a:r>
            <a:r>
              <a:rPr lang="sk-SK" sz="1400" dirty="0">
                <a:latin typeface="Consolas" panose="020B0609020204030204" pitchFamily="49" charset="0"/>
                <a:ea typeface="Roboto Mono"/>
                <a:sym typeface="Roboto Mono"/>
              </a:rPr>
              <a:t>(n)</a:t>
            </a:r>
            <a:r>
              <a:rPr lang="sk-SK" sz="1400" dirty="0">
                <a:latin typeface="Cabin" panose="020B0604020202020204" charset="-18"/>
                <a:ea typeface="Roboto Mono"/>
                <a:sym typeface="Roboto Mono"/>
              </a:rPr>
              <a:t>, </a:t>
            </a:r>
            <a:r>
              <a:rPr lang="sk-SK" sz="1400" dirty="0">
                <a:latin typeface="Consolas" panose="020B0609020204030204" pitchFamily="49" charset="0"/>
                <a:ea typeface="Roboto Mono"/>
                <a:sym typeface="Roboto Mono"/>
              </a:rPr>
              <a:t>:</a:t>
            </a:r>
            <a:r>
              <a:rPr lang="sk-SK" sz="1400" dirty="0" err="1">
                <a:latin typeface="Consolas" panose="020B0609020204030204" pitchFamily="49" charset="0"/>
                <a:ea typeface="Roboto Mono"/>
                <a:sym typeface="Roboto Mono"/>
              </a:rPr>
              <a:t>not</a:t>
            </a:r>
            <a:r>
              <a:rPr lang="sk-SK" sz="1400" dirty="0">
                <a:latin typeface="Consolas" panose="020B0609020204030204" pitchFamily="49" charset="0"/>
                <a:ea typeface="Roboto Mono"/>
                <a:sym typeface="Roboto Mono"/>
              </a:rPr>
              <a:t>(</a:t>
            </a:r>
            <a:r>
              <a:rPr lang="sk-SK" sz="1400" dirty="0" err="1">
                <a:latin typeface="Consolas" panose="020B0609020204030204" pitchFamily="49" charset="0"/>
                <a:ea typeface="Roboto Mono"/>
                <a:sym typeface="Roboto Mono"/>
              </a:rPr>
              <a:t>selector</a:t>
            </a:r>
            <a:r>
              <a:rPr lang="sk-SK" sz="1400" dirty="0">
                <a:latin typeface="Consolas" panose="020B0609020204030204" pitchFamily="49" charset="0"/>
                <a:ea typeface="Roboto Mono"/>
                <a:sym typeface="Roboto Mono"/>
              </a:rPr>
              <a:t>)</a:t>
            </a: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sk-SK" dirty="0"/>
              <a:t>Zoznam všetkých </a:t>
            </a:r>
            <a:r>
              <a:rPr lang="sk-SK" dirty="0" err="1"/>
              <a:t>pseudotried</a:t>
            </a:r>
            <a:r>
              <a:rPr lang="sk-SK" dirty="0"/>
              <a:t> </a:t>
            </a:r>
            <a:r>
              <a:rPr lang="sk-SK" u="sng" dirty="0">
                <a:solidFill>
                  <a:schemeClr val="hlink"/>
                </a:solidFill>
                <a:hlinkClick r:id="rId3"/>
              </a:rPr>
              <a:t>www.w3schools.com/css/css_pseudo_classes.asp</a:t>
            </a:r>
            <a:r>
              <a:rPr lang="sk-SK" dirty="0"/>
              <a:t> </a:t>
            </a:r>
          </a:p>
        </p:txBody>
      </p:sp>
      <p:sp>
        <p:nvSpPr>
          <p:cNvPr id="352" name="Google Shape;352;p46"/>
          <p:cNvSpPr txBox="1">
            <a:spLocks noGrp="1"/>
          </p:cNvSpPr>
          <p:nvPr>
            <p:ph type="sldNum" idx="12"/>
          </p:nvPr>
        </p:nvSpPr>
        <p:spPr>
          <a:xfrm>
            <a:off x="8499550" y="4742725"/>
            <a:ext cx="312600" cy="273900"/>
          </a:xfrm>
          <a:prstGeom prst="rect">
            <a:avLst/>
          </a:prstGeom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sk-SK" smtClean="0"/>
              <a:t>54</a:t>
            </a:fld>
            <a:endParaRPr lang="sk-SK" dirty="0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p47"/>
          <p:cNvSpPr txBox="1">
            <a:spLocks noGrp="1"/>
          </p:cNvSpPr>
          <p:nvPr>
            <p:ph type="title"/>
          </p:nvPr>
        </p:nvSpPr>
        <p:spPr>
          <a:xfrm>
            <a:off x="435894" y="526617"/>
            <a:ext cx="8272200" cy="760200"/>
          </a:xfrm>
          <a:prstGeom prst="rect">
            <a:avLst/>
          </a:prstGeom>
        </p:spPr>
        <p:txBody>
          <a:bodyPr spcFirstLastPara="1" wrap="square" lIns="68575" tIns="68575" rIns="68575" bIns="6857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sk-SK"/>
              <a:t>Pseudoelementy</a:t>
            </a:r>
            <a:endParaRPr lang="sk-SK" dirty="0"/>
          </a:p>
        </p:txBody>
      </p:sp>
      <p:sp>
        <p:nvSpPr>
          <p:cNvPr id="358" name="Google Shape;358;p47"/>
          <p:cNvSpPr txBox="1">
            <a:spLocks noGrp="1"/>
          </p:cNvSpPr>
          <p:nvPr>
            <p:ph type="body" idx="1"/>
          </p:nvPr>
        </p:nvSpPr>
        <p:spPr>
          <a:xfrm>
            <a:off x="435894" y="1635372"/>
            <a:ext cx="8272200" cy="2758800"/>
          </a:xfrm>
          <a:prstGeom prst="rect">
            <a:avLst/>
          </a:prstGeom>
        </p:spPr>
        <p:txBody>
          <a:bodyPr spcFirstLastPara="1" wrap="square" lIns="68575" tIns="68575" rIns="68575" bIns="68575" anchor="t" anchorCtr="0">
            <a:noAutofit/>
          </a:bodyPr>
          <a:lstStyle/>
          <a:p>
            <a:pPr marL="457200" lvl="0" indent="-330200" algn="l" rtl="0">
              <a:spcBef>
                <a:spcPts val="300"/>
              </a:spcBef>
              <a:spcAft>
                <a:spcPts val="0"/>
              </a:spcAft>
              <a:buSzPts val="1600"/>
              <a:buChar char="●"/>
            </a:pPr>
            <a:r>
              <a:rPr lang="sk-SK" dirty="0"/>
              <a:t>Umožňujú definovať štýl pre špecifickú časť elementu</a:t>
            </a: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sk-SK" dirty="0"/>
              <a:t>Zmena syntaxe oproti CSS2 (dve dvojbodky)</a:t>
            </a:r>
          </a:p>
          <a:p>
            <a:pPr marL="914400" lvl="1" indent="-298450" algn="l" rtl="0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sk-SK" dirty="0"/>
              <a:t>Ale platí aj stará syntax s jednou dvojbodkou</a:t>
            </a: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sk-SK" dirty="0"/>
              <a:t>Použitie:</a:t>
            </a:r>
          </a:p>
          <a:p>
            <a:pPr marL="914400" lvl="1" indent="-298450" algn="l" rtl="0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sk-SK" dirty="0"/>
              <a:t>Prvé písmeno v slove </a:t>
            </a:r>
            <a:r>
              <a:rPr lang="sk-SK" sz="1200" dirty="0"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  <a:t>::</a:t>
            </a:r>
            <a:r>
              <a:rPr lang="sk-SK" sz="1200" dirty="0" err="1"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  <a:t>first-letter</a:t>
            </a:r>
            <a:r>
              <a:rPr lang="sk-SK" dirty="0"/>
              <a:t> </a:t>
            </a:r>
          </a:p>
          <a:p>
            <a:pPr marL="914400" lvl="1" indent="-298450" algn="l" rtl="0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sk-SK" dirty="0"/>
              <a:t>Prvý riadok v odstavci </a:t>
            </a:r>
            <a:r>
              <a:rPr lang="sk-SK" sz="1200" dirty="0">
                <a:latin typeface="Consolas" panose="020B0609020204030204" pitchFamily="49" charset="0"/>
                <a:ea typeface="Roboto Mono"/>
                <a:sym typeface="Roboto Mono"/>
              </a:rPr>
              <a:t>::</a:t>
            </a:r>
            <a:r>
              <a:rPr lang="sk-SK" sz="1200" dirty="0" err="1">
                <a:latin typeface="Consolas" panose="020B0609020204030204" pitchFamily="49" charset="0"/>
                <a:ea typeface="Roboto Mono"/>
                <a:sym typeface="Roboto Mono"/>
              </a:rPr>
              <a:t>first-line</a:t>
            </a:r>
            <a:r>
              <a:rPr lang="sk-SK" sz="1200" dirty="0">
                <a:latin typeface="Consolas" panose="020B0609020204030204" pitchFamily="49" charset="0"/>
                <a:ea typeface="Roboto Mono"/>
              </a:rPr>
              <a:t> </a:t>
            </a:r>
            <a:r>
              <a:rPr lang="sk-SK" dirty="0"/>
              <a:t> </a:t>
            </a:r>
          </a:p>
          <a:p>
            <a:pPr marL="914400" lvl="1" indent="-298450" algn="l" rtl="0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sk-SK" dirty="0"/>
              <a:t>Automatické vloženie obsahu pred element </a:t>
            </a:r>
            <a:r>
              <a:rPr lang="sk-SK" sz="1200" dirty="0">
                <a:latin typeface="Consolas" panose="020B0609020204030204" pitchFamily="49" charset="0"/>
                <a:ea typeface="Roboto Mono"/>
                <a:sym typeface="Roboto Mono"/>
              </a:rPr>
              <a:t>::</a:t>
            </a:r>
            <a:r>
              <a:rPr lang="sk-SK" sz="1200" dirty="0" err="1">
                <a:latin typeface="Consolas" panose="020B0609020204030204" pitchFamily="49" charset="0"/>
                <a:ea typeface="Roboto Mono"/>
                <a:sym typeface="Roboto Mono"/>
              </a:rPr>
              <a:t>before</a:t>
            </a:r>
            <a:r>
              <a:rPr lang="sk-SK" sz="1200" dirty="0">
                <a:latin typeface="Consolas" panose="020B0609020204030204" pitchFamily="49" charset="0"/>
                <a:ea typeface="Roboto Mono"/>
              </a:rPr>
              <a:t> </a:t>
            </a:r>
          </a:p>
          <a:p>
            <a:pPr marL="914400" lvl="1" indent="-298450" algn="l" rtl="0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sk-SK" dirty="0"/>
              <a:t>Automatické vloženie obsahu za element </a:t>
            </a:r>
            <a:r>
              <a:rPr lang="sk-SK" sz="1200" dirty="0">
                <a:latin typeface="Consolas" panose="020B0609020204030204" pitchFamily="49" charset="0"/>
                <a:ea typeface="Roboto Mono"/>
                <a:sym typeface="Roboto Mono"/>
              </a:rPr>
              <a:t>::</a:t>
            </a:r>
            <a:r>
              <a:rPr lang="sk-SK" sz="1200" dirty="0" err="1">
                <a:latin typeface="Consolas" panose="020B0609020204030204" pitchFamily="49" charset="0"/>
                <a:ea typeface="Roboto Mono"/>
                <a:sym typeface="Roboto Mono"/>
              </a:rPr>
              <a:t>after</a:t>
            </a:r>
            <a:endParaRPr lang="sk-SK" sz="1200" dirty="0">
              <a:latin typeface="Consolas" panose="020B0609020204030204" pitchFamily="49" charset="0"/>
              <a:ea typeface="Roboto Mono"/>
            </a:endParaRPr>
          </a:p>
          <a:p>
            <a:pPr marL="914400" lvl="1" indent="-298450" algn="l" rtl="0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sk-SK" dirty="0"/>
              <a:t>Definovanie vzhľadu výberu (napr. vybraný text myšou) </a:t>
            </a:r>
            <a:r>
              <a:rPr lang="sk-SK" sz="1200" dirty="0">
                <a:latin typeface="Consolas" panose="020B0609020204030204" pitchFamily="49" charset="0"/>
                <a:ea typeface="Roboto Mono"/>
                <a:sym typeface="Roboto Mono"/>
              </a:rPr>
              <a:t>::</a:t>
            </a:r>
            <a:r>
              <a:rPr lang="sk-SK" sz="1200" dirty="0" err="1">
                <a:latin typeface="Consolas" panose="020B0609020204030204" pitchFamily="49" charset="0"/>
                <a:ea typeface="Roboto Mono"/>
                <a:sym typeface="Roboto Mono"/>
              </a:rPr>
              <a:t>selection</a:t>
            </a:r>
            <a:endParaRPr lang="sk-SK" sz="1200" dirty="0">
              <a:latin typeface="Consolas" panose="020B0609020204030204" pitchFamily="49" charset="0"/>
              <a:ea typeface="Roboto Mono"/>
            </a:endParaRPr>
          </a:p>
        </p:txBody>
      </p:sp>
      <p:sp>
        <p:nvSpPr>
          <p:cNvPr id="359" name="Google Shape;359;p47"/>
          <p:cNvSpPr txBox="1">
            <a:spLocks noGrp="1"/>
          </p:cNvSpPr>
          <p:nvPr>
            <p:ph type="sldNum" idx="12"/>
          </p:nvPr>
        </p:nvSpPr>
        <p:spPr>
          <a:xfrm>
            <a:off x="8499550" y="4742725"/>
            <a:ext cx="312600" cy="273900"/>
          </a:xfrm>
          <a:prstGeom prst="rect">
            <a:avLst/>
          </a:prstGeom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sk-SK" smtClean="0"/>
              <a:t>55</a:t>
            </a:fld>
            <a:endParaRPr lang="sk-SK" dirty="0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p48"/>
          <p:cNvSpPr txBox="1">
            <a:spLocks noGrp="1"/>
          </p:cNvSpPr>
          <p:nvPr>
            <p:ph type="title"/>
          </p:nvPr>
        </p:nvSpPr>
        <p:spPr>
          <a:xfrm>
            <a:off x="435894" y="526617"/>
            <a:ext cx="8272200" cy="760200"/>
          </a:xfrm>
          <a:prstGeom prst="rect">
            <a:avLst/>
          </a:prstGeom>
        </p:spPr>
        <p:txBody>
          <a:bodyPr spcFirstLastPara="1" wrap="square" lIns="68575" tIns="68575" rIns="68575" bIns="6857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sk-SK" dirty="0" err="1"/>
              <a:t>Pseudoelementy</a:t>
            </a:r>
            <a:r>
              <a:rPr lang="sk-SK" dirty="0"/>
              <a:t> – príklady </a:t>
            </a:r>
          </a:p>
        </p:txBody>
      </p:sp>
      <p:sp>
        <p:nvSpPr>
          <p:cNvPr id="365" name="Google Shape;365;p48"/>
          <p:cNvSpPr txBox="1">
            <a:spLocks noGrp="1"/>
          </p:cNvSpPr>
          <p:nvPr>
            <p:ph type="body" idx="1"/>
          </p:nvPr>
        </p:nvSpPr>
        <p:spPr>
          <a:xfrm>
            <a:off x="435900" y="1635375"/>
            <a:ext cx="8272200" cy="3150600"/>
          </a:xfrm>
          <a:prstGeom prst="rect">
            <a:avLst/>
          </a:prstGeom>
        </p:spPr>
        <p:txBody>
          <a:bodyPr spcFirstLastPara="1" wrap="square" lIns="68575" tIns="68575" rIns="68575" bIns="68575" anchor="t" anchorCtr="0">
            <a:noAutofit/>
          </a:bodyPr>
          <a:lstStyle/>
          <a:p>
            <a:pPr marL="457200" marR="0" lvl="0" indent="-330200" algn="l" rtl="0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SzPts val="1600"/>
              <a:buChar char="●"/>
            </a:pPr>
            <a:r>
              <a:rPr lang="sk-SK" dirty="0"/>
              <a:t>Text pre</a:t>
            </a:r>
            <a:r>
              <a:rPr lang="en-US" dirty="0"/>
              <a:t>d</a:t>
            </a:r>
            <a:r>
              <a:rPr lang="sk-SK" dirty="0"/>
              <a:t> každý</a:t>
            </a:r>
            <a:r>
              <a:rPr lang="en-US" dirty="0"/>
              <a:t>m</a:t>
            </a:r>
            <a:r>
              <a:rPr lang="sk-SK" dirty="0"/>
              <a:t> odstavcom s triedou </a:t>
            </a:r>
            <a:r>
              <a:rPr lang="sk-SK" sz="1400" dirty="0"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  <a:t>upozornenie</a:t>
            </a:r>
            <a:endParaRPr lang="sk-SK" dirty="0">
              <a:latin typeface="Consolas" panose="020B0609020204030204" pitchFamily="49" charset="0"/>
              <a:ea typeface="Roboto"/>
              <a:cs typeface="Roboto"/>
              <a:sym typeface="Roboto"/>
            </a:endParaRPr>
          </a:p>
          <a:p>
            <a:pPr marL="0" lvl="0" indent="4572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lang="sk-SK" sz="1200" dirty="0" err="1">
                <a:solidFill>
                  <a:srgbClr val="007700"/>
                </a:solidFill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  <a:t>p.upozornenie</a:t>
            </a:r>
            <a:r>
              <a:rPr lang="sk-SK" sz="1200" b="1" dirty="0">
                <a:solidFill>
                  <a:srgbClr val="555555"/>
                </a:solidFill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  <a:t>::</a:t>
            </a:r>
            <a:r>
              <a:rPr lang="sk-SK" sz="1200" b="1" dirty="0" err="1">
                <a:solidFill>
                  <a:srgbClr val="555555"/>
                </a:solidFill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  <a:t>before</a:t>
            </a:r>
            <a:r>
              <a:rPr lang="sk-SK" sz="1200" dirty="0">
                <a:solidFill>
                  <a:schemeClr val="dk1"/>
                </a:solidFill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  <a:t> {</a:t>
            </a:r>
            <a:br>
              <a:rPr lang="sk-SK" sz="1200" dirty="0">
                <a:solidFill>
                  <a:schemeClr val="dk1"/>
                </a:solidFill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</a:br>
            <a:r>
              <a:rPr lang="sk-SK" sz="1200" dirty="0">
                <a:solidFill>
                  <a:schemeClr val="dk1"/>
                </a:solidFill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  <a:t>     </a:t>
            </a:r>
            <a:r>
              <a:rPr lang="en-US" sz="1200" dirty="0">
                <a:solidFill>
                  <a:schemeClr val="dk1"/>
                </a:solidFill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  <a:t>  </a:t>
            </a:r>
            <a:r>
              <a:rPr lang="sk-SK" sz="1200" b="1" dirty="0" err="1">
                <a:solidFill>
                  <a:srgbClr val="008800"/>
                </a:solidFill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  <a:t>content</a:t>
            </a:r>
            <a:r>
              <a:rPr lang="sk-SK" sz="1200" dirty="0">
                <a:solidFill>
                  <a:srgbClr val="333333"/>
                </a:solidFill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  <a:t>:</a:t>
            </a:r>
            <a:r>
              <a:rPr lang="sk-SK" sz="1200" dirty="0">
                <a:solidFill>
                  <a:schemeClr val="dk1"/>
                </a:solidFill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  <a:t> </a:t>
            </a:r>
            <a:r>
              <a:rPr lang="sk-SK" sz="1200" dirty="0">
                <a:solidFill>
                  <a:schemeClr val="dk1"/>
                </a:solidFill>
                <a:highlight>
                  <a:srgbClr val="FFF0F0"/>
                </a:highlight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  <a:t>"Upozornenie: "</a:t>
            </a:r>
            <a:r>
              <a:rPr lang="sk-SK" sz="1200" dirty="0">
                <a:solidFill>
                  <a:schemeClr val="dk1"/>
                </a:solidFill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  <a:t>;</a:t>
            </a:r>
            <a:br>
              <a:rPr lang="sk-SK" sz="1200" dirty="0">
                <a:solidFill>
                  <a:schemeClr val="dk1"/>
                </a:solidFill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</a:br>
            <a:r>
              <a:rPr lang="sk-SK" sz="1200" dirty="0">
                <a:solidFill>
                  <a:schemeClr val="dk1"/>
                </a:solidFill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  <a:t>    </a:t>
            </a:r>
            <a:r>
              <a:rPr lang="en-US" sz="1200" dirty="0">
                <a:solidFill>
                  <a:schemeClr val="dk1"/>
                </a:solidFill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  <a:t> </a:t>
            </a:r>
            <a:r>
              <a:rPr lang="sk-SK" sz="1200" dirty="0">
                <a:solidFill>
                  <a:schemeClr val="dk1"/>
                </a:solidFill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  <a:t>}</a:t>
            </a:r>
            <a:br>
              <a:rPr lang="sk-SK" sz="1100" dirty="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</a:br>
            <a:endParaRPr lang="sk-SK" sz="1100" dirty="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457200" lvl="0" indent="-330200" algn="l" rtl="0">
              <a:spcBef>
                <a:spcPts val="300"/>
              </a:spcBef>
              <a:spcAft>
                <a:spcPts val="0"/>
              </a:spcAft>
              <a:buSzPts val="1600"/>
              <a:buChar char="●"/>
            </a:pPr>
            <a:r>
              <a:rPr lang="sk-SK" dirty="0"/>
              <a:t>Štýl výberu</a:t>
            </a:r>
            <a:r>
              <a:rPr lang="en-US" dirty="0"/>
              <a:t> (</a:t>
            </a:r>
            <a:r>
              <a:rPr lang="sk-SK" dirty="0"/>
              <a:t>pri</a:t>
            </a:r>
            <a:r>
              <a:rPr lang="en-US" dirty="0"/>
              <a:t> </a:t>
            </a:r>
            <a:r>
              <a:rPr lang="sk-SK" dirty="0"/>
              <a:t>kopírovaní</a:t>
            </a:r>
            <a:r>
              <a:rPr lang="en-US" dirty="0"/>
              <a:t> do </a:t>
            </a:r>
            <a:r>
              <a:rPr lang="sk-SK" dirty="0"/>
              <a:t>schránky</a:t>
            </a:r>
            <a:r>
              <a:rPr lang="en-US" dirty="0"/>
              <a:t>)</a:t>
            </a:r>
            <a:endParaRPr lang="sk-SK" dirty="0"/>
          </a:p>
          <a:p>
            <a:pPr marL="0" lvl="0" indent="4572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lang="sk-SK" sz="1200" b="1" dirty="0">
                <a:solidFill>
                  <a:srgbClr val="555555"/>
                </a:solidFill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  <a:t>::</a:t>
            </a:r>
            <a:r>
              <a:rPr lang="sk-SK" sz="1200" b="1" dirty="0" err="1">
                <a:solidFill>
                  <a:srgbClr val="555555"/>
                </a:solidFill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  <a:t>selection</a:t>
            </a:r>
            <a:r>
              <a:rPr lang="sk-SK" sz="1200" dirty="0">
                <a:solidFill>
                  <a:schemeClr val="dk1"/>
                </a:solidFill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  <a:t> {</a:t>
            </a:r>
            <a:br>
              <a:rPr lang="sk-SK" sz="1200" dirty="0">
                <a:solidFill>
                  <a:schemeClr val="dk1"/>
                </a:solidFill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</a:br>
            <a:r>
              <a:rPr lang="sk-SK" sz="1200" dirty="0">
                <a:solidFill>
                  <a:schemeClr val="dk1"/>
                </a:solidFill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  <a:t>       </a:t>
            </a:r>
            <a:r>
              <a:rPr lang="sk-SK" sz="1200" b="1" dirty="0">
                <a:solidFill>
                  <a:srgbClr val="008800"/>
                </a:solidFill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  <a:t>color</a:t>
            </a:r>
            <a:r>
              <a:rPr lang="sk-SK" sz="1200" dirty="0">
                <a:solidFill>
                  <a:srgbClr val="333333"/>
                </a:solidFill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  <a:t>:</a:t>
            </a:r>
            <a:r>
              <a:rPr lang="sk-SK" sz="1200" dirty="0">
                <a:solidFill>
                  <a:schemeClr val="dk1"/>
                </a:solidFill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  <a:t> </a:t>
            </a:r>
            <a:r>
              <a:rPr lang="sk-SK" sz="1200" dirty="0" err="1">
                <a:solidFill>
                  <a:srgbClr val="007020"/>
                </a:solidFill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  <a:t>red</a:t>
            </a:r>
            <a:r>
              <a:rPr lang="sk-SK" sz="1200" dirty="0">
                <a:solidFill>
                  <a:schemeClr val="dk1"/>
                </a:solidFill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  <a:t>;</a:t>
            </a:r>
            <a:br>
              <a:rPr lang="sk-SK" sz="1200" dirty="0">
                <a:solidFill>
                  <a:schemeClr val="dk1"/>
                </a:solidFill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</a:br>
            <a:r>
              <a:rPr lang="sk-SK" sz="1200" dirty="0">
                <a:solidFill>
                  <a:schemeClr val="dk1"/>
                </a:solidFill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  <a:t>       </a:t>
            </a:r>
            <a:r>
              <a:rPr lang="sk-SK" sz="1200" b="1" dirty="0" err="1">
                <a:solidFill>
                  <a:srgbClr val="008800"/>
                </a:solidFill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  <a:t>background</a:t>
            </a:r>
            <a:r>
              <a:rPr lang="sk-SK" sz="1200" dirty="0">
                <a:solidFill>
                  <a:srgbClr val="333333"/>
                </a:solidFill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  <a:t>:</a:t>
            </a:r>
            <a:r>
              <a:rPr lang="sk-SK" sz="1200" dirty="0">
                <a:solidFill>
                  <a:schemeClr val="dk1"/>
                </a:solidFill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  <a:t> </a:t>
            </a:r>
            <a:r>
              <a:rPr lang="sk-SK" sz="1200" dirty="0" err="1">
                <a:solidFill>
                  <a:srgbClr val="007020"/>
                </a:solidFill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  <a:t>yellow</a:t>
            </a:r>
            <a:r>
              <a:rPr lang="sk-SK" sz="1200" dirty="0">
                <a:solidFill>
                  <a:schemeClr val="dk1"/>
                </a:solidFill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  <a:t>;</a:t>
            </a:r>
            <a:br>
              <a:rPr lang="sk-SK" sz="1200" dirty="0">
                <a:solidFill>
                  <a:schemeClr val="dk1"/>
                </a:solidFill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</a:br>
            <a:r>
              <a:rPr lang="sk-SK" sz="1200" dirty="0">
                <a:solidFill>
                  <a:schemeClr val="dk1"/>
                </a:solidFill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  <a:t>     }</a:t>
            </a:r>
            <a:endParaRPr lang="sk-SK" sz="1200" dirty="0">
              <a:latin typeface="Consolas" panose="020B0609020204030204" pitchFamily="49" charset="0"/>
              <a:ea typeface="Roboto Mono"/>
              <a:cs typeface="Roboto Mono"/>
              <a:sym typeface="Roboto Mono"/>
            </a:endParaRPr>
          </a:p>
          <a:p>
            <a:pPr marL="457200" lvl="0" indent="0" algn="l" rtl="0">
              <a:spcBef>
                <a:spcPts val="300"/>
              </a:spcBef>
              <a:spcAft>
                <a:spcPts val="500"/>
              </a:spcAft>
              <a:buNone/>
            </a:pPr>
            <a:endParaRPr lang="sk-SK" dirty="0"/>
          </a:p>
        </p:txBody>
      </p:sp>
      <p:sp>
        <p:nvSpPr>
          <p:cNvPr id="366" name="Google Shape;366;p48"/>
          <p:cNvSpPr txBox="1">
            <a:spLocks noGrp="1"/>
          </p:cNvSpPr>
          <p:nvPr>
            <p:ph type="sldNum" idx="12"/>
          </p:nvPr>
        </p:nvSpPr>
        <p:spPr>
          <a:xfrm>
            <a:off x="8499550" y="4742725"/>
            <a:ext cx="312600" cy="273900"/>
          </a:xfrm>
          <a:prstGeom prst="rect">
            <a:avLst/>
          </a:prstGeom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sk-SK" smtClean="0"/>
              <a:t>56</a:t>
            </a:fld>
            <a:endParaRPr lang="sk-SK" dirty="0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A7EEDAC9-00C5-D7B0-0157-041987128C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 dirty="0"/>
              <a:t>Otázka 3</a:t>
            </a:r>
            <a:endParaRPr lang="en-US" dirty="0"/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4CE87616-FD01-A302-7E70-EE8CB1DB857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hlinkClick r:id="rId2"/>
              </a:rPr>
              <a:t>https://www.fri.uniza.sk/cms/quizzes/questions/qr</a:t>
            </a:r>
            <a:r>
              <a:rPr lang="en-US">
                <a:hlinkClick r:id="rId2"/>
              </a:rPr>
              <a:t>/9</a:t>
            </a:r>
            <a:endParaRPr lang="sk-SK"/>
          </a:p>
        </p:txBody>
      </p:sp>
      <p:sp>
        <p:nvSpPr>
          <p:cNvPr id="4" name="Zástupný objekt pre číslo snímky 3">
            <a:extLst>
              <a:ext uri="{FF2B5EF4-FFF2-40B4-BE49-F238E27FC236}">
                <a16:creationId xmlns:a16="http://schemas.microsoft.com/office/drawing/2014/main" id="{097069BE-88FD-7766-B913-75476D824122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mtClean="0"/>
              <a:t>57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85469026"/>
      </p:ext>
    </p:extLst>
  </p:cSld>
  <p:clrMapOvr>
    <a:masterClrMapping/>
  </p:clrMapOvr>
</p:sld>
</file>

<file path=ppt/theme/theme1.xml><?xml version="1.0" encoding="utf-8"?>
<a:theme xmlns:a="http://schemas.openxmlformats.org/drawingml/2006/main" name="Dividenda">
  <a:themeElements>
    <a:clrScheme name="Dividend">
      <a:dk1>
        <a:srgbClr val="000000"/>
      </a:dk1>
      <a:lt1>
        <a:srgbClr val="FFFFFF"/>
      </a:lt1>
      <a:dk2>
        <a:srgbClr val="3D3D3D"/>
      </a:dk2>
      <a:lt2>
        <a:srgbClr val="EBEBEB"/>
      </a:lt2>
      <a:accent1>
        <a:srgbClr val="1A3260"/>
      </a:accent1>
      <a:accent2>
        <a:srgbClr val="4590B8"/>
      </a:accent2>
      <a:accent3>
        <a:srgbClr val="45CBE8"/>
      </a:accent3>
      <a:accent4>
        <a:srgbClr val="969FA7"/>
      </a:accent4>
      <a:accent5>
        <a:srgbClr val="A2C777"/>
      </a:accent5>
      <a:accent6>
        <a:srgbClr val="42955F"/>
      </a:accent6>
      <a:hlink>
        <a:srgbClr val="828282"/>
      </a:hlink>
      <a:folHlink>
        <a:srgbClr val="A5A5A5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3AB2D83F1BFE774693A9D47ED296DF0D" ma:contentTypeVersion="9" ma:contentTypeDescription="Umožňuje vytvoriť nový dokument." ma:contentTypeScope="" ma:versionID="60122e2a515457b5823611993d906c8b">
  <xsd:schema xmlns:xsd="http://www.w3.org/2001/XMLSchema" xmlns:xs="http://www.w3.org/2001/XMLSchema" xmlns:p="http://schemas.microsoft.com/office/2006/metadata/properties" xmlns:ns2="7d1569f7-a9ba-4934-9f41-02a47fb0fb0d" targetNamespace="http://schemas.microsoft.com/office/2006/metadata/properties" ma:root="true" ma:fieldsID="d3efe9633a98463fed113fc2a31a3b47" ns2:_="">
    <xsd:import namespace="7d1569f7-a9ba-4934-9f41-02a47fb0fb0d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LengthInSeconds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d1569f7-a9ba-4934-9f41-02a47fb0fb0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GenerationTime" ma:index="11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3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  <xsd:element name="MediaServiceObjectDetectorVersions" ma:index="15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6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 obsahu"/>
        <xsd:element ref="dc:title" minOccurs="0" maxOccurs="1" ma:index="4" ma:displayName="Nadpis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D22C1BBB-E3B6-44EA-BC6A-5C7F233CAAD1}"/>
</file>

<file path=customXml/itemProps2.xml><?xml version="1.0" encoding="utf-8"?>
<ds:datastoreItem xmlns:ds="http://schemas.openxmlformats.org/officeDocument/2006/customXml" ds:itemID="{FA72FD89-96DD-42F6-AEE3-901BC17F356B}">
  <ds:schemaRefs>
    <ds:schemaRef ds:uri="http://purl.org/dc/dcmitype/"/>
    <ds:schemaRef ds:uri="http://schemas.openxmlformats.org/package/2006/metadata/core-properties"/>
    <ds:schemaRef ds:uri="http://schemas.microsoft.com/office/2006/metadata/properties"/>
    <ds:schemaRef ds:uri="http://purl.org/dc/terms/"/>
    <ds:schemaRef ds:uri="http://schemas.microsoft.com/office/2006/documentManagement/types"/>
    <ds:schemaRef ds:uri="http://purl.org/dc/elements/1.1/"/>
    <ds:schemaRef ds:uri="http://www.w3.org/XML/1998/namespace"/>
    <ds:schemaRef ds:uri="http://schemas.microsoft.com/office/infopath/2007/PartnerControls"/>
    <ds:schemaRef ds:uri="17997581-6305-4412-b1ec-da9a29fddff1"/>
    <ds:schemaRef ds:uri="dd2fa11e-5d6d-4f8f-8f02-a7597448bda5"/>
  </ds:schemaRefs>
</ds:datastoreItem>
</file>

<file path=customXml/itemProps3.xml><?xml version="1.0" encoding="utf-8"?>
<ds:datastoreItem xmlns:ds="http://schemas.openxmlformats.org/officeDocument/2006/customXml" ds:itemID="{099A76D1-D60C-4B05-A173-6DDDE5CF7025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1564</TotalTime>
  <Words>4342</Words>
  <Application>Microsoft Office PowerPoint</Application>
  <PresentationFormat>Prezentácia na obrazovke (16:9)</PresentationFormat>
  <Paragraphs>624</Paragraphs>
  <Slides>57</Slides>
  <Notes>44</Notes>
  <HiddenSlides>0</HiddenSlides>
  <MMClips>0</MMClips>
  <ScaleCrop>false</ScaleCrop>
  <HeadingPairs>
    <vt:vector size="6" baseType="variant">
      <vt:variant>
        <vt:lpstr>Použité písma</vt:lpstr>
      </vt:variant>
      <vt:variant>
        <vt:i4>8</vt:i4>
      </vt:variant>
      <vt:variant>
        <vt:lpstr>Motív</vt:lpstr>
      </vt:variant>
      <vt:variant>
        <vt:i4>1</vt:i4>
      </vt:variant>
      <vt:variant>
        <vt:lpstr>Nadpisy snímok</vt:lpstr>
      </vt:variant>
      <vt:variant>
        <vt:i4>57</vt:i4>
      </vt:variant>
    </vt:vector>
  </HeadingPairs>
  <TitlesOfParts>
    <vt:vector size="66" baseType="lpstr">
      <vt:lpstr>Arial</vt:lpstr>
      <vt:lpstr>Cabin</vt:lpstr>
      <vt:lpstr>Calibri</vt:lpstr>
      <vt:lpstr>Consolas</vt:lpstr>
      <vt:lpstr>Courier New</vt:lpstr>
      <vt:lpstr>Noto Sans Symbols</vt:lpstr>
      <vt:lpstr>Roboto Mono</vt:lpstr>
      <vt:lpstr>Times New Roman</vt:lpstr>
      <vt:lpstr>Dividenda</vt:lpstr>
      <vt:lpstr>Jazyk CSS</vt:lpstr>
      <vt:lpstr>Jazyk CSS</vt:lpstr>
      <vt:lpstr>Čo sú to kaskádové štýly?</vt:lpstr>
      <vt:lpstr>Jazyk CSS</vt:lpstr>
      <vt:lpstr>Prepojenie HTML dokumentu a CSS</vt:lpstr>
      <vt:lpstr>Základné pojmy a syntax jazyka CSS</vt:lpstr>
      <vt:lpstr>Združovanie pravidiel</vt:lpstr>
      <vt:lpstr>Značky a atribúty HTML na podporu CSS</vt:lpstr>
      <vt:lpstr>Základné selektory (1)</vt:lpstr>
      <vt:lpstr>Základné selektory (2)</vt:lpstr>
      <vt:lpstr>Potomkové selektory </vt:lpstr>
      <vt:lpstr>Potomkové CSS selektory – príklady </vt:lpstr>
      <vt:lpstr>Atribútové selektory</vt:lpstr>
      <vt:lpstr>Priorita selektorov</vt:lpstr>
      <vt:lpstr>Priorita CSS selektorov</vt:lpstr>
      <vt:lpstr>Priorita CSS pravidiel</vt:lpstr>
      <vt:lpstr>Priorita CSS pravidiel – direktíva !important</vt:lpstr>
      <vt:lpstr>Otázka 1</vt:lpstr>
      <vt:lpstr>Základné typy CSS vlastností</vt:lpstr>
      <vt:lpstr>Definovanie farieb</vt:lpstr>
      <vt:lpstr>Jednotky rozmerov v CSS</vt:lpstr>
      <vt:lpstr>Box model</vt:lpstr>
      <vt:lpstr>Písmo (1) </vt:lpstr>
      <vt:lpstr>Písmo (2)</vt:lpstr>
      <vt:lpstr>Písmo – príklady </vt:lpstr>
      <vt:lpstr>Ikony</vt:lpstr>
      <vt:lpstr>Ikony – príklad </vt:lpstr>
      <vt:lpstr>Otázka 2</vt:lpstr>
      <vt:lpstr>Text (1)</vt:lpstr>
      <vt:lpstr>Text (2)</vt:lpstr>
      <vt:lpstr>Text – príklady </vt:lpstr>
      <vt:lpstr>Horizontálne zarovnanie riadkových elementov</vt:lpstr>
      <vt:lpstr>Vertikálne zarovnanie riadkových elementov</vt:lpstr>
      <vt:lpstr>Rámčeky </vt:lpstr>
      <vt:lpstr>Pozadie</vt:lpstr>
      <vt:lpstr>Obrázok ako pozadie – príklad </vt:lpstr>
      <vt:lpstr>Tabuľky </vt:lpstr>
      <vt:lpstr>Tabuľky – príklad</vt:lpstr>
      <vt:lpstr>Zobrazovanie prvkov</vt:lpstr>
      <vt:lpstr>Zobrazenie prvkov – príklad</vt:lpstr>
      <vt:lpstr>Pozícia prvkov</vt:lpstr>
      <vt:lpstr>Pozícia prvkov – príklad </vt:lpstr>
      <vt:lpstr>Vrstvy </vt:lpstr>
      <vt:lpstr>Orezanie obsahu</vt:lpstr>
      <vt:lpstr>CSS transformácie</vt:lpstr>
      <vt:lpstr>CSS transformácie – príklad </vt:lpstr>
      <vt:lpstr>CSS prechody</vt:lpstr>
      <vt:lpstr>CSS prechody – príklad</vt:lpstr>
      <vt:lpstr>CSS animácie</vt:lpstr>
      <vt:lpstr>Animácie – príklad </vt:lpstr>
      <vt:lpstr>CSS premenné</vt:lpstr>
      <vt:lpstr>CSS premenné – syntax </vt:lpstr>
      <vt:lpstr>CSS premenné – príklad </vt:lpstr>
      <vt:lpstr>Pseudotriedy</vt:lpstr>
      <vt:lpstr>Pseudoelementy</vt:lpstr>
      <vt:lpstr>Pseudoelementy – príklady </vt:lpstr>
      <vt:lpstr>Otázka 3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Pokročilé HTML5 a CSS3</dc:title>
  <dc:creator>Patrik Hrkút</dc:creator>
  <cp:lastModifiedBy>Michal Ďuračík</cp:lastModifiedBy>
  <cp:revision>23</cp:revision>
  <dcterms:modified xsi:type="dcterms:W3CDTF">2025-09-30T14:34:48Z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0x0101003AB2D83F1BFE774693A9D47ED296DF0D</vt:lpwstr>
  </property>
  <property fmtid="{D5CDD505-2E9C-101B-9397-08002B2CF9AE}" pid="3" name="Order">
    <vt:r8>3000</vt:r8>
  </property>
  <property fmtid="{D5CDD505-2E9C-101B-9397-08002B2CF9AE}" pid="4" name="xd_Signature">
    <vt:bool>false</vt:bool>
  </property>
  <property fmtid="{D5CDD505-2E9C-101B-9397-08002B2CF9AE}" pid="5" name="xd_ProgID">
    <vt:lpwstr/>
  </property>
  <property fmtid="{D5CDD505-2E9C-101B-9397-08002B2CF9AE}" pid="6" name="ComplianceAssetId">
    <vt:lpwstr/>
  </property>
  <property fmtid="{D5CDD505-2E9C-101B-9397-08002B2CF9AE}" pid="7" name="TemplateUrl">
    <vt:lpwstr/>
  </property>
  <property fmtid="{D5CDD505-2E9C-101B-9397-08002B2CF9AE}" pid="8" name="_ExtendedDescription">
    <vt:lpwstr/>
  </property>
  <property fmtid="{D5CDD505-2E9C-101B-9397-08002B2CF9AE}" pid="9" name="TriggerFlowInfo">
    <vt:lpwstr/>
  </property>
  <property fmtid="{D5CDD505-2E9C-101B-9397-08002B2CF9AE}" pid="10" name="MediaServiceImageTags">
    <vt:lpwstr/>
  </property>
</Properties>
</file>